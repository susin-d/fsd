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40fe953d6b4c2f" /><Relationship Type="http://schemas.openxmlformats.org/officeDocument/2006/relationships/extended-properties" Target="/docProps/app.xml" Id="R71bf51d5f5ed42d8" /><Relationship Type="http://schemas.openxmlformats.org/officeDocument/2006/relationships/officeDocument" Target="/ppt/presentation.xml" Id="Rb6bffda8fa4241a1" /></Relationships>
</file>

<file path=ppt/presentation.xml><?xml version="1.0" encoding="utf-8"?>
<p:presentation xmlns:p="http://schemas.openxmlformats.org/presentationml/2006/main">
  <p:sldMasterIdLst>
    <p:sldMasterId xmlns:r="http://schemas.openxmlformats.org/officeDocument/2006/relationships" id="2147483648" r:id="R21e3cbe0b2874a81"/>
  </p:sldMasterIdLst>
  <p:notesMasterIdLst>
    <p:notesMasterId xmlns:r="http://schemas.openxmlformats.org/officeDocument/2006/relationships" r:id="R6fa52908d6b44def"/>
  </p:notesMasterIdLst>
  <p:sldIdLst>
    <p:sldId xmlns:r="http://schemas.openxmlformats.org/officeDocument/2006/relationships" id="256" r:id="R0cb61a9a5bc24b7a"/>
    <p:sldId xmlns:r="http://schemas.openxmlformats.org/officeDocument/2006/relationships" id="257" r:id="R816e4dd0821748ee"/>
    <p:sldId xmlns:r="http://schemas.openxmlformats.org/officeDocument/2006/relationships" id="258" r:id="R560371e7ef8c41a5"/>
    <p:sldId xmlns:r="http://schemas.openxmlformats.org/officeDocument/2006/relationships" id="259" r:id="R55cd246102a147ba"/>
    <p:sldId xmlns:r="http://schemas.openxmlformats.org/officeDocument/2006/relationships" id="260" r:id="R4c432b28ed214dd6"/>
    <p:sldId xmlns:r="http://schemas.openxmlformats.org/officeDocument/2006/relationships" id="261" r:id="R293c2f4b6873444c"/>
    <p:sldId xmlns:r="http://schemas.openxmlformats.org/officeDocument/2006/relationships" id="262" r:id="R5d4ab31727174e6a"/>
    <p:sldId xmlns:r="http://schemas.openxmlformats.org/officeDocument/2006/relationships" id="263" r:id="R02bca9de119644f4"/>
    <p:sldId xmlns:r="http://schemas.openxmlformats.org/officeDocument/2006/relationships" id="264" r:id="R99506f4f01664cfc"/>
    <p:sldId xmlns:r="http://schemas.openxmlformats.org/officeDocument/2006/relationships" id="265" r:id="R4e2fec6c431149ba"/>
    <p:sldId xmlns:r="http://schemas.openxmlformats.org/officeDocument/2006/relationships" id="266" r:id="Rd2da47a4dc7a43ce"/>
    <p:sldId xmlns:r="http://schemas.openxmlformats.org/officeDocument/2006/relationships" id="267" r:id="R99978b21c45747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11244249464ffa" /><Relationship Type="http://schemas.openxmlformats.org/officeDocument/2006/relationships/slideMaster" Target="/ppt/slideMasters/slideMaster1.xml" Id="R21e3cbe0b2874a81" /><Relationship Type="http://schemas.openxmlformats.org/officeDocument/2006/relationships/notesMaster" Target="/ppt/notesMasters/notesMaster1.xml" Id="R6fa52908d6b44def" /><Relationship Type="http://schemas.openxmlformats.org/officeDocument/2006/relationships/presProps" Target="/ppt/presProps.xml" Id="R49f03ae9465a4084" /><Relationship Type="http://schemas.openxmlformats.org/officeDocument/2006/relationships/tableStyles" Target="/ppt/tableStyles.xml" Id="R847730952ea249de" /><Relationship Type="http://schemas.openxmlformats.org/officeDocument/2006/relationships/slide" Target="/ppt/slides/slide1.xml" Id="R0cb61a9a5bc24b7a" /><Relationship Type="http://schemas.openxmlformats.org/officeDocument/2006/relationships/slide" Target="/ppt/slides/slide2.xml" Id="R816e4dd0821748ee" /><Relationship Type="http://schemas.openxmlformats.org/officeDocument/2006/relationships/slide" Target="/ppt/slides/slide3.xml" Id="R560371e7ef8c41a5" /><Relationship Type="http://schemas.openxmlformats.org/officeDocument/2006/relationships/slide" Target="/ppt/slides/slide4.xml" Id="R55cd246102a147ba" /><Relationship Type="http://schemas.openxmlformats.org/officeDocument/2006/relationships/slide" Target="/ppt/slides/slide5.xml" Id="R4c432b28ed214dd6" /><Relationship Type="http://schemas.openxmlformats.org/officeDocument/2006/relationships/slide" Target="/ppt/slides/slide6.xml" Id="R293c2f4b6873444c" /><Relationship Type="http://schemas.openxmlformats.org/officeDocument/2006/relationships/slide" Target="/ppt/slides/slide7.xml" Id="R5d4ab31727174e6a" /><Relationship Type="http://schemas.openxmlformats.org/officeDocument/2006/relationships/slide" Target="/ppt/slides/slide8.xml" Id="R02bca9de119644f4" /><Relationship Type="http://schemas.openxmlformats.org/officeDocument/2006/relationships/slide" Target="/ppt/slides/slide9.xml" Id="R99506f4f01664cfc" /><Relationship Type="http://schemas.openxmlformats.org/officeDocument/2006/relationships/slide" Target="/ppt/slides/slide10.xml" Id="R4e2fec6c431149ba" /><Relationship Type="http://schemas.openxmlformats.org/officeDocument/2006/relationships/slide" Target="/ppt/slides/slide11.xml" Id="Rd2da47a4dc7a43ce" /><Relationship Type="http://schemas.openxmlformats.org/officeDocument/2006/relationships/slide" Target="/ppt/slides/slide12.xml" Id="R99978b21c45747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dc3bf0e7a442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1bc49c662e49df" /><Relationship Type="http://schemas.openxmlformats.org/officeDocument/2006/relationships/notesMaster" Target="/ppt/notesMasters/notesMaster1.xml" Id="R9ada01c7856945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5b94b53ae4435a" /><Relationship Type="http://schemas.openxmlformats.org/officeDocument/2006/relationships/notesMaster" Target="/ppt/notesMasters/notesMaster1.xml" Id="R667154ee76f345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98937b252c43bf" /><Relationship Type="http://schemas.openxmlformats.org/officeDocument/2006/relationships/notesMaster" Target="/ppt/notesMasters/notesMaster1.xml" Id="Rde22183a14c943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ee072435984424" /><Relationship Type="http://schemas.openxmlformats.org/officeDocument/2006/relationships/notesMaster" Target="/ppt/notesMasters/notesMaster1.xml" Id="R88583ca40cc54a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5856f1b0cd4464" /><Relationship Type="http://schemas.openxmlformats.org/officeDocument/2006/relationships/notesMaster" Target="/ppt/notesMasters/notesMaster1.xml" Id="Rb1e4fe5b57cb4e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83c6b5ffe04400" /><Relationship Type="http://schemas.openxmlformats.org/officeDocument/2006/relationships/notesMaster" Target="/ppt/notesMasters/notesMaster1.xml" Id="R049fdad0b52f4e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58cf14c84c43aa" /><Relationship Type="http://schemas.openxmlformats.org/officeDocument/2006/relationships/notesMaster" Target="/ppt/notesMasters/notesMaster1.xml" Id="Racac0c25b0c142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0a408112c347d4" /><Relationship Type="http://schemas.openxmlformats.org/officeDocument/2006/relationships/notesMaster" Target="/ppt/notesMasters/notesMaster1.xml" Id="Rbad16a4ff1cb41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94f40e02cd4434" /><Relationship Type="http://schemas.openxmlformats.org/officeDocument/2006/relationships/notesMaster" Target="/ppt/notesMasters/notesMaster1.xml" Id="R3785dc0fb90c45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66ceeedebb4816" /><Relationship Type="http://schemas.openxmlformats.org/officeDocument/2006/relationships/notesMaster" Target="/ppt/notesMasters/notesMaster1.xml" Id="Rdd04bc03a87e4d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10428f8bc343bd" /><Relationship Type="http://schemas.openxmlformats.org/officeDocument/2006/relationships/notesMaster" Target="/ppt/notesMasters/notesMaster1.xml" Id="Rfdb0c655bee447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1d774b5a60455e" /><Relationship Type="http://schemas.openxmlformats.org/officeDocument/2006/relationships/notesMaster" Target="/ppt/notesMasters/notesMaster1.xml" Id="R03a8e535487b49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5d439c88ee4c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c779d840c84c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7170e68df54e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2dc1376c444f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5c623e89b744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1ab3598e6142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B94941-7298-4987-BC33-A7852B4AD81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8777B7-E5DD-4C76-B1B1-C523D9BE054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1714C-894B-49CF-929C-2AAC3BC7AC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4FA107-0964-4764-A02B-7C33489992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9BF962A-E899-4BBA-9357-288D78FC64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ED948D-C12F-4BEF-B940-46A81C0B77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381BA4-90A4-401E-80EB-B11F3FD277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0D426E-4E0B-4470-9C76-99B9D3D434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CCA03A-EBC1-46B1-B7CB-F9B3D3F5D3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176819-5960-48A8-8785-6E188B1CB1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cafc08459845b8" /><Relationship Type="http://schemas.openxmlformats.org/officeDocument/2006/relationships/slideLayout" Target="/ppt/slideLayouts/slideLayout1.xml" Id="R136d23220c9a49e7" /><Relationship Type="http://schemas.openxmlformats.org/officeDocument/2006/relationships/slideLayout" Target="/ppt/slideLayouts/slideLayout2.xml" Id="R0b6c2e47c1d24019" /><Relationship Type="http://schemas.openxmlformats.org/officeDocument/2006/relationships/slideLayout" Target="/ppt/slideLayouts/slideLayout3.xml" Id="Rd992f86f77d544b7" /><Relationship Type="http://schemas.openxmlformats.org/officeDocument/2006/relationships/slideLayout" Target="/ppt/slideLayouts/slideLayout4.xml" Id="R66cf7abaaf1e4aad" /><Relationship Type="http://schemas.openxmlformats.org/officeDocument/2006/relationships/slideLayout" Target="/ppt/slideLayouts/slideLayout5.xml" Id="R655abfc852924f9e" /><Relationship Type="http://schemas.openxmlformats.org/officeDocument/2006/relationships/slideLayout" Target="/ppt/slideLayouts/slideLayout6.xml" Id="R84add88f995c47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6d23220c9a49e7"/>
    <p:sldLayoutId xmlns:r="http://schemas.openxmlformats.org/officeDocument/2006/relationships" id="2147483650" r:id="R0b6c2e47c1d24019"/>
    <p:sldLayoutId xmlns:r="http://schemas.openxmlformats.org/officeDocument/2006/relationships" id="2147483651" r:id="Rd992f86f77d544b7"/>
    <p:sldLayoutId xmlns:r="http://schemas.openxmlformats.org/officeDocument/2006/relationships" id="2147483652" r:id="R66cf7abaaf1e4aad"/>
    <p:sldLayoutId xmlns:r="http://schemas.openxmlformats.org/officeDocument/2006/relationships" id="2147483653" r:id="R655abfc852924f9e"/>
    <p:sldLayoutId xmlns:r="http://schemas.openxmlformats.org/officeDocument/2006/relationships" id="2147483654" r:id="R84add88f995c47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0a89994000439a" /><Relationship Type="http://schemas.openxmlformats.org/officeDocument/2006/relationships/image" Target="/ppt/media/image.png" Id="R21ef3ca72b224b79" /><Relationship Type="http://schemas.openxmlformats.org/officeDocument/2006/relationships/notesSlide" Target="/ppt/notesSlides/notesSlide1.xml" Id="R75f5bc8dd78b47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865fd2ee2b405a" /><Relationship Type="http://schemas.openxmlformats.org/officeDocument/2006/relationships/image" Target="/ppt/media/image2.png" Id="Rb9da751d3c424a78" /><Relationship Type="http://schemas.openxmlformats.org/officeDocument/2006/relationships/notesSlide" Target="/ppt/notesSlides/notesSlide2.xml" Id="Rc071a2907b3946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33b16db09042a8" /><Relationship Type="http://schemas.openxmlformats.org/officeDocument/2006/relationships/image" Target="/ppt/media/image3.png" Id="Rf47ae9b281e64c1a" /><Relationship Type="http://schemas.openxmlformats.org/officeDocument/2006/relationships/notesSlide" Target="/ppt/notesSlides/notesSlide3.xml" Id="R13bf2f9d758f4f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986e887e6f4c17" /><Relationship Type="http://schemas.openxmlformats.org/officeDocument/2006/relationships/image" Target="/ppt/media/image4.png" Id="R3568ad11e1634bf7" /><Relationship Type="http://schemas.openxmlformats.org/officeDocument/2006/relationships/notesSlide" Target="/ppt/notesSlides/notesSlide4.xml" Id="Rb73772c0c24e4f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2ce071ca3094336" /><Relationship Type="http://schemas.openxmlformats.org/officeDocument/2006/relationships/image" Target="/ppt/media/image5.png" Id="R47954b699bb746cf" /><Relationship Type="http://schemas.openxmlformats.org/officeDocument/2006/relationships/notesSlide" Target="/ppt/notesSlides/notesSlide5.xml" Id="Re64f0be5753643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0f0fc68f41a4d79" /><Relationship Type="http://schemas.openxmlformats.org/officeDocument/2006/relationships/image" Target="/ppt/media/image6.png" Id="R01535099dcc74f10" /><Relationship Type="http://schemas.openxmlformats.org/officeDocument/2006/relationships/notesSlide" Target="/ppt/notesSlides/notesSlide6.xml" Id="R8506f9c79f924c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e628a6a932a45ae" /><Relationship Type="http://schemas.openxmlformats.org/officeDocument/2006/relationships/image" Target="/ppt/media/image7.png" Id="R74d1782abfc941b7" /><Relationship Type="http://schemas.openxmlformats.org/officeDocument/2006/relationships/notesSlide" Target="/ppt/notesSlides/notesSlide7.xml" Id="Rfa39213c9d804b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7a57f8e50444622" /><Relationship Type="http://schemas.openxmlformats.org/officeDocument/2006/relationships/image" Target="/ppt/media/image8.png" Id="R0d0cdffb8b454d6a" /><Relationship Type="http://schemas.openxmlformats.org/officeDocument/2006/relationships/image" Target="/ppt/media/image9.png" Id="Ra12308313e304162" /><Relationship Type="http://schemas.openxmlformats.org/officeDocument/2006/relationships/image" Target="/ppt/media/image.svg" Id="R30ed20b8bb244482" /><Relationship Type="http://schemas.openxmlformats.org/officeDocument/2006/relationships/image" Target="/ppt/media/image10.png" Id="R15abb36092a34121" /><Relationship Type="http://schemas.openxmlformats.org/officeDocument/2006/relationships/image" Target="/ppt/media/image2.svg" Id="Ra0fe9d25283344eb" /><Relationship Type="http://schemas.openxmlformats.org/officeDocument/2006/relationships/image" Target="/ppt/media/image11.png" Id="Rd014b979e241493a" /><Relationship Type="http://schemas.openxmlformats.org/officeDocument/2006/relationships/image" Target="/ppt/media/image3.svg" Id="R84e11f002f084534" /><Relationship Type="http://schemas.openxmlformats.org/officeDocument/2006/relationships/notesSlide" Target="/ppt/notesSlides/notesSlide8.xml" Id="R148ad988f6ac41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4695725699a4a38" /><Relationship Type="http://schemas.openxmlformats.org/officeDocument/2006/relationships/image" Target="/ppt/media/image12.png" Id="Rb1898653b0a444e4" /><Relationship Type="http://schemas.openxmlformats.org/officeDocument/2006/relationships/notesSlide" Target="/ppt/notesSlides/notesSlide9.xml" Id="R6caf1f4e48b64e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eff50127b764139" /><Relationship Type="http://schemas.openxmlformats.org/officeDocument/2006/relationships/image" Target="/ppt/media/image13.png" Id="R09e1fc976f1e4307" /><Relationship Type="http://schemas.openxmlformats.org/officeDocument/2006/relationships/notesSlide" Target="/ppt/notesSlides/notesSlide10.xml" Id="R7cf8f311f88042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be551380ad647a2" /><Relationship Type="http://schemas.openxmlformats.org/officeDocument/2006/relationships/image" Target="/ppt/media/image14.png" Id="Rc18ace1611f047c3" /><Relationship Type="http://schemas.openxmlformats.org/officeDocument/2006/relationships/notesSlide" Target="/ppt/notesSlides/notesSlide11.xml" Id="R55274d35f02844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22a900b90b4c2d" /><Relationship Type="http://schemas.openxmlformats.org/officeDocument/2006/relationships/image" Target="/ppt/media/image15.png" Id="Rdc72af097f2f4eaa" /><Relationship Type="http://schemas.openxmlformats.org/officeDocument/2006/relationships/notesSlide" Target="/ppt/notesSlides/notesSlide12.xml" Id="R0b8c02b3efa24523" /></Relationships>
</file>

<file path=ppt/slides/slide1.xml><?xml version="1.0" encoding="utf-8"?>
<p:sld xmlns:p="http://schemas.openxmlformats.org/presentationml/2006/main">
  <p:cSld>
    <p:bg>
      <p:bgPr>
        <a:solidFill xmlns:a="http://schemas.openxmlformats.org/drawingml/2006/main">
          <a:srgbClr val="FFDA35"/>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F8AAF2E7-8AAE-4510-A9CA-07184DBB1323}"/>
              </a:ext>
            </a:extLst>
          </p:cNvPr>
          <p:cNvPicPr>
            <a:picLocks xmlns:a="http://schemas.openxmlformats.org/drawingml/2006/main" noChangeAspect="1"/>
          </p:cNvPicPr>
          <p:nvPr/>
        </p:nvPicPr>
        <p:blipFill>
          <a:blip xmlns:r="http://schemas.openxmlformats.org/officeDocument/2006/relationships" xmlns:a="http://schemas.openxmlformats.org/drawingml/2006/main" r:embed="R21ef3ca72b224b79"/>
          <a:stretch xmlns:a="http://schemas.openxmlformats.org/drawingml/2006/main"/>
        </p:blipFill>
        <p:spPr>
          <a:xfrm xmlns:a="http://schemas.openxmlformats.org/drawingml/2006/main">
            <a:off x="6191250" y="0"/>
            <a:ext cx="6000750" cy="4000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10B23C-2A80-414C-9C04-A5847945F85B}"/>
              </a:ext>
            </a:extLst>
          </p:cNvPr>
          <p:cNvSpPr>
            <a:spLocks xmlns:a="http://schemas.openxmlformats.org/drawingml/2006/main" noGrp="1"/>
          </p:cNvSpPr>
          <p:nvPr/>
        </p:nvSpPr>
        <p:spPr>
          <a:xfrm xmlns:a="http://schemas.openxmlformats.org/drawingml/2006/main">
            <a:off x="571500" y="333375"/>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EASWARI ENGINEERING COLLEGE</a:t>
            </a:r>
          </a:p>
        </p:txBody>
      </p:sp>
      <p:sp>
        <p:nvSpPr>
          <p:cNvPr id="3" name="">
            <a:extLst xmlns:a="http://schemas.openxmlformats.org/drawingml/2006/main">
              <a:ext uri="{FF2B5EF4-FFF2-40B4-BE49-F238E27FC236}">
                <a16:creationId xmlns:a16="http://schemas.microsoft.com/office/drawing/2014/main" id="{195E3891-37FC-43DE-AFB6-2B66C8AFD415}"/>
              </a:ext>
            </a:extLst>
          </p:cNvPr>
          <p:cNvSpPr>
            <a:spLocks xmlns:a="http://schemas.openxmlformats.org/drawingml/2006/main" noGrp="1"/>
          </p:cNvSpPr>
          <p:nvPr/>
        </p:nvSpPr>
        <p:spPr>
          <a:xfrm xmlns:a="http://schemas.openxmlformats.org/drawingml/2006/main">
            <a:off x="571500" y="714375"/>
            <a:ext cx="952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Department of Computer Science and Engineering</a:t>
            </a:r>
          </a:p>
        </p:txBody>
      </p:sp>
      <p:sp>
        <p:nvSpPr>
          <p:cNvPr id="4" name="">
            <a:extLst xmlns:a="http://schemas.openxmlformats.org/drawingml/2006/main">
              <a:ext uri="{FF2B5EF4-FFF2-40B4-BE49-F238E27FC236}">
                <a16:creationId xmlns:a16="http://schemas.microsoft.com/office/drawing/2014/main" id="{C746D221-309E-4B87-B2D3-E9851F7B8543}"/>
              </a:ext>
            </a:extLst>
          </p:cNvPr>
          <p:cNvSpPr>
            <a:spLocks xmlns:a="http://schemas.openxmlformats.org/drawingml/2006/main" noGrp="1"/>
          </p:cNvSpPr>
          <p:nvPr/>
        </p:nvSpPr>
        <p:spPr>
          <a:xfrm xmlns:a="http://schemas.openxmlformats.org/drawingml/2006/main">
            <a:off x="571500" y="13144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57FF"/>
                </a:solidFill>
              </a:defRPr>
            </a:defPPr>
          </a:lstStyle>
          <a:p xmlns:a="http://schemas.openxmlformats.org/drawingml/2006/main">
            <a:pPr>
              <a:defRPr sz="1425" b="1">
                <a:solidFill>
                  <a:srgbClr val="1557FF"/>
                </a:solidFill>
              </a:defRPr>
            </a:pPr>
            <a:r>
              <a:rPr sz="1425" b="1">
                <a:solidFill>
                  <a:srgbClr val="1557FF"/>
                </a:solidFill>
              </a:rPr>
              <a:t>NEARBY  ·  PROJECT REVIEW</a:t>
            </a:r>
          </a:p>
        </p:txBody>
      </p:sp>
      <p:sp>
        <p:nvSpPr>
          <p:cNvPr id="5" name="">
            <a:extLst xmlns:a="http://schemas.openxmlformats.org/drawingml/2006/main">
              <a:ext uri="{FF2B5EF4-FFF2-40B4-BE49-F238E27FC236}">
                <a16:creationId xmlns:a16="http://schemas.microsoft.com/office/drawing/2014/main" id="{B00F8EC9-0BD6-4E70-A6FC-97AAD37CD722}"/>
              </a:ext>
            </a:extLst>
          </p:cNvPr>
          <p:cNvSpPr>
            <a:spLocks xmlns:a="http://schemas.openxmlformats.org/drawingml/2006/main" noGrp="1"/>
          </p:cNvSpPr>
          <p:nvPr/>
        </p:nvSpPr>
        <p:spPr>
          <a:xfrm xmlns:a="http://schemas.openxmlformats.org/drawingml/2006/main">
            <a:off x="571500" y="169545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150" b="1">
                <a:solidFill>
                  <a:srgbClr val="15191D"/>
                </a:solidFill>
              </a:defRPr>
            </a:defPPr>
          </a:lstStyle>
          <a:p xmlns:a="http://schemas.openxmlformats.org/drawingml/2006/main">
            <a:pPr>
              <a:defRPr sz="6150" b="1">
                <a:solidFill>
                  <a:srgbClr val="15191D"/>
                </a:solidFill>
              </a:defRPr>
            </a:pPr>
            <a:r>
              <a:rPr sz="6150" b="1">
                <a:solidFill>
                  <a:srgbClr val="15191D"/>
                </a:solidFill>
              </a:rPr>
              <a:t>Nearby</a:t>
            </a:r>
          </a:p>
        </p:txBody>
      </p:sp>
      <p:sp>
        <p:nvSpPr>
          <p:cNvPr id="6" name="">
            <a:extLst xmlns:a="http://schemas.openxmlformats.org/drawingml/2006/main">
              <a:ext uri="{FF2B5EF4-FFF2-40B4-BE49-F238E27FC236}">
                <a16:creationId xmlns:a16="http://schemas.microsoft.com/office/drawing/2014/main" id="{4C35D5DD-4D22-4D6F-B271-CF5EDA4AEB8A}"/>
              </a:ext>
            </a:extLst>
          </p:cNvPr>
          <p:cNvSpPr>
            <a:spLocks xmlns:a="http://schemas.openxmlformats.org/drawingml/2006/main" noGrp="1"/>
          </p:cNvSpPr>
          <p:nvPr/>
        </p:nvSpPr>
        <p:spPr>
          <a:xfrm xmlns:a="http://schemas.openxmlformats.org/drawingml/2006/main">
            <a:off x="571500" y="266700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191D"/>
                </a:solidFill>
              </a:defRPr>
            </a:defPPr>
          </a:lstStyle>
          <a:p xmlns:a="http://schemas.openxmlformats.org/drawingml/2006/main">
            <a:pPr>
              <a:defRPr sz="3225" b="1">
                <a:solidFill>
                  <a:srgbClr val="15191D"/>
                </a:solidFill>
              </a:defRPr>
            </a:pPr>
            <a:r>
              <a:rPr sz="3225" b="1">
                <a:solidFill>
                  <a:srgbClr val="15191D"/>
                </a:solidFill>
              </a:rPr>
              <a:t>Local Services</a:t>
            </a:r>
          </a:p>
          <a:p xmlns:a="http://schemas.openxmlformats.org/drawingml/2006/main">
            <a:pPr>
              <a:defRPr sz="3225" b="1">
                <a:solidFill>
                  <a:srgbClr val="15191D"/>
                </a:solidFill>
              </a:defRPr>
            </a:pPr>
            <a:r>
              <a:rPr sz="3225" b="1">
                <a:solidFill>
                  <a:srgbClr val="15191D"/>
                </a:solidFill>
              </a:rPr>
              <a:t>Marketplace</a:t>
            </a:r>
          </a:p>
        </p:txBody>
      </p:sp>
      <p:sp>
        <p:nvSpPr>
          <p:cNvPr id="7" name="">
            <a:extLst xmlns:a="http://schemas.openxmlformats.org/drawingml/2006/main">
              <a:ext uri="{FF2B5EF4-FFF2-40B4-BE49-F238E27FC236}">
                <a16:creationId xmlns:a16="http://schemas.microsoft.com/office/drawing/2014/main" id="{A27782C8-81AB-4338-9C8B-13C1CA090AE0}"/>
              </a:ext>
            </a:extLst>
          </p:cNvPr>
          <p:cNvSpPr>
            <a:spLocks xmlns:a="http://schemas.openxmlformats.org/drawingml/2006/main" noGrp="1"/>
          </p:cNvSpPr>
          <p:nvPr/>
        </p:nvSpPr>
        <p:spPr>
          <a:xfrm xmlns:a="http://schemas.openxmlformats.org/drawingml/2006/main">
            <a:off x="571500" y="3857625"/>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191D"/>
                </a:solidFill>
              </a:defRPr>
            </a:defPPr>
          </a:lstStyle>
          <a:p xmlns:a="http://schemas.openxmlformats.org/drawingml/2006/main">
            <a:pPr>
              <a:defRPr sz="1950" b="0">
                <a:solidFill>
                  <a:srgbClr val="15191D"/>
                </a:solidFill>
              </a:defRPr>
            </a:pPr>
            <a:r>
              <a:rPr sz="1950" b="0">
                <a:solidFill>
                  <a:srgbClr val="15191D"/>
                </a:solidFill>
              </a:rPr>
              <a:t>A web platform for local service discovery, booking and provider management</a:t>
            </a:r>
          </a:p>
        </p:txBody>
      </p:sp>
      <p:sp>
        <p:nvSpPr>
          <p:cNvPr id="8" name="">
            <a:extLst xmlns:a="http://schemas.openxmlformats.org/drawingml/2006/main">
              <a:ext uri="{FF2B5EF4-FFF2-40B4-BE49-F238E27FC236}">
                <a16:creationId xmlns:a16="http://schemas.microsoft.com/office/drawing/2014/main" id="{27B9D0E4-61A2-4B18-8C54-0B6979F7CEC3}"/>
              </a:ext>
            </a:extLst>
          </p:cNvPr>
          <p:cNvSpPr>
            <a:spLocks xmlns:a="http://schemas.openxmlformats.org/drawingml/2006/main" noGrp="1"/>
          </p:cNvSpPr>
          <p:nvPr/>
        </p:nvSpPr>
        <p:spPr>
          <a:xfrm xmlns:a="http://schemas.openxmlformats.org/drawingml/2006/main">
            <a:off x="571500"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STUDENT</a:t>
            </a:r>
          </a:p>
        </p:txBody>
      </p:sp>
      <p:sp>
        <p:nvSpPr>
          <p:cNvPr id="9" name="">
            <a:extLst xmlns:a="http://schemas.openxmlformats.org/drawingml/2006/main">
              <a:ext uri="{FF2B5EF4-FFF2-40B4-BE49-F238E27FC236}">
                <a16:creationId xmlns:a16="http://schemas.microsoft.com/office/drawing/2014/main" id="{64993179-342C-4736-96A8-7DBE82C4BD37}"/>
              </a:ext>
            </a:extLst>
          </p:cNvPr>
          <p:cNvSpPr>
            <a:spLocks xmlns:a="http://schemas.openxmlformats.org/drawingml/2006/main" noGrp="1"/>
          </p:cNvSpPr>
          <p:nvPr/>
        </p:nvSpPr>
        <p:spPr>
          <a:xfrm xmlns:a="http://schemas.openxmlformats.org/drawingml/2006/main">
            <a:off x="571500"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Susindran D</a:t>
            </a:r>
          </a:p>
        </p:txBody>
      </p:sp>
      <p:sp>
        <p:nvSpPr>
          <p:cNvPr id="10" name="">
            <a:extLst xmlns:a="http://schemas.openxmlformats.org/drawingml/2006/main">
              <a:ext uri="{FF2B5EF4-FFF2-40B4-BE49-F238E27FC236}">
                <a16:creationId xmlns:a16="http://schemas.microsoft.com/office/drawing/2014/main" id="{B0C0EC9A-E295-4728-89CB-4C259A3695E2}"/>
              </a:ext>
            </a:extLst>
          </p:cNvPr>
          <p:cNvSpPr>
            <a:spLocks xmlns:a="http://schemas.openxmlformats.org/drawingml/2006/main" noGrp="1"/>
          </p:cNvSpPr>
          <p:nvPr/>
        </p:nvSpPr>
        <p:spPr>
          <a:xfrm xmlns:a="http://schemas.openxmlformats.org/drawingml/2006/main">
            <a:off x="4429125"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REGISTER NO</a:t>
            </a:r>
          </a:p>
        </p:txBody>
      </p:sp>
      <p:sp>
        <p:nvSpPr>
          <p:cNvPr id="11" name="">
            <a:extLst xmlns:a="http://schemas.openxmlformats.org/drawingml/2006/main">
              <a:ext uri="{FF2B5EF4-FFF2-40B4-BE49-F238E27FC236}">
                <a16:creationId xmlns:a16="http://schemas.microsoft.com/office/drawing/2014/main" id="{0B4FB0DC-5703-4BD5-941F-547D7FF8A46F}"/>
              </a:ext>
            </a:extLst>
          </p:cNvPr>
          <p:cNvSpPr>
            <a:spLocks xmlns:a="http://schemas.openxmlformats.org/drawingml/2006/main" noGrp="1"/>
          </p:cNvSpPr>
          <p:nvPr/>
        </p:nvSpPr>
        <p:spPr>
          <a:xfrm xmlns:a="http://schemas.openxmlformats.org/drawingml/2006/main">
            <a:off x="4429125"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310624104342</a:t>
            </a:r>
          </a:p>
        </p:txBody>
      </p:sp>
      <p:sp>
        <p:nvSpPr>
          <p:cNvPr id="12" name="">
            <a:extLst xmlns:a="http://schemas.openxmlformats.org/drawingml/2006/main">
              <a:ext uri="{FF2B5EF4-FFF2-40B4-BE49-F238E27FC236}">
                <a16:creationId xmlns:a16="http://schemas.microsoft.com/office/drawing/2014/main" id="{F75C9F7C-BBAC-4140-BE66-C081A263E7EA}"/>
              </a:ext>
            </a:extLst>
          </p:cNvPr>
          <p:cNvSpPr>
            <a:spLocks xmlns:a="http://schemas.openxmlformats.org/drawingml/2006/main" noGrp="1"/>
          </p:cNvSpPr>
          <p:nvPr/>
        </p:nvSpPr>
        <p:spPr>
          <a:xfrm xmlns:a="http://schemas.openxmlformats.org/drawingml/2006/main">
            <a:off x="8286750"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FACULTY GUIDE</a:t>
            </a:r>
          </a:p>
        </p:txBody>
      </p:sp>
      <p:sp>
        <p:nvSpPr>
          <p:cNvPr id="13" name="">
            <a:extLst xmlns:a="http://schemas.openxmlformats.org/drawingml/2006/main">
              <a:ext uri="{FF2B5EF4-FFF2-40B4-BE49-F238E27FC236}">
                <a16:creationId xmlns:a16="http://schemas.microsoft.com/office/drawing/2014/main" id="{26BDB4AD-250F-44C4-B051-B37C4DE8C12B}"/>
              </a:ext>
            </a:extLst>
          </p:cNvPr>
          <p:cNvSpPr>
            <a:spLocks xmlns:a="http://schemas.openxmlformats.org/drawingml/2006/main" noGrp="1"/>
          </p:cNvSpPr>
          <p:nvPr/>
        </p:nvSpPr>
        <p:spPr>
          <a:xfrm xmlns:a="http://schemas.openxmlformats.org/drawingml/2006/main">
            <a:off x="8286750"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Swapna Duggi</a:t>
            </a:r>
          </a:p>
        </p:txBody>
      </p:sp>
      <p:sp>
        <p:nvSpPr>
          <p:cNvPr id="14" name="">
            <a:extLst xmlns:a="http://schemas.openxmlformats.org/drawingml/2006/main">
              <a:ext uri="{FF2B5EF4-FFF2-40B4-BE49-F238E27FC236}">
                <a16:creationId xmlns:a16="http://schemas.microsoft.com/office/drawing/2014/main" id="{23A1DEDA-A39D-4CA2-867F-364821B733E7}"/>
              </a:ext>
            </a:extLst>
          </p:cNvPr>
          <p:cNvSpPr>
            <a:spLocks xmlns:a="http://schemas.openxmlformats.org/drawingml/2006/main" noGrp="1"/>
          </p:cNvSpPr>
          <p:nvPr/>
        </p:nvSpPr>
        <p:spPr>
          <a:xfrm xmlns:a="http://schemas.openxmlformats.org/drawingml/2006/main">
            <a:off x="571500"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CUSTOMER</a:t>
            </a:r>
          </a:p>
        </p:txBody>
      </p:sp>
      <p:sp>
        <p:nvSpPr>
          <p:cNvPr id="15" name="">
            <a:extLst xmlns:a="http://schemas.openxmlformats.org/drawingml/2006/main">
              <a:ext uri="{FF2B5EF4-FFF2-40B4-BE49-F238E27FC236}">
                <a16:creationId xmlns:a16="http://schemas.microsoft.com/office/drawing/2014/main" id="{93E1EA60-DC32-449B-8DF5-21925C914E0E}"/>
              </a:ext>
            </a:extLst>
          </p:cNvPr>
          <p:cNvSpPr>
            <a:spLocks xmlns:a="http://schemas.openxmlformats.org/drawingml/2006/main" noGrp="1"/>
          </p:cNvSpPr>
          <p:nvPr/>
        </p:nvSpPr>
        <p:spPr>
          <a:xfrm xmlns:a="http://schemas.openxmlformats.org/drawingml/2006/main">
            <a:off x="571500"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Find services by pincode</a:t>
            </a:r>
          </a:p>
          <a:p xmlns:a="http://schemas.openxmlformats.org/drawingml/2006/main">
            <a:pPr>
              <a:defRPr sz="1425" b="0">
                <a:solidFill>
                  <a:srgbClr val="15191D"/>
                </a:solidFill>
              </a:defRPr>
            </a:pPr>
            <a:r>
              <a:rPr sz="1425" b="0">
                <a:solidFill>
                  <a:srgbClr val="15191D"/>
                </a:solidFill>
              </a:rPr>
              <a:t>Request a suitable time</a:t>
            </a:r>
          </a:p>
        </p:txBody>
      </p:sp>
      <p:sp>
        <p:nvSpPr>
          <p:cNvPr id="16" name="">
            <a:extLst xmlns:a="http://schemas.openxmlformats.org/drawingml/2006/main">
              <a:ext uri="{FF2B5EF4-FFF2-40B4-BE49-F238E27FC236}">
                <a16:creationId xmlns:a16="http://schemas.microsoft.com/office/drawing/2014/main" id="{47A1CE73-906C-45C2-93BB-2EAE68ADD5BD}"/>
              </a:ext>
            </a:extLst>
          </p:cNvPr>
          <p:cNvSpPr>
            <a:spLocks xmlns:a="http://schemas.openxmlformats.org/drawingml/2006/main" noGrp="1"/>
          </p:cNvSpPr>
          <p:nvPr/>
        </p:nvSpPr>
        <p:spPr>
          <a:xfrm xmlns:a="http://schemas.openxmlformats.org/drawingml/2006/main">
            <a:off x="4429125"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PROVIDER</a:t>
            </a:r>
          </a:p>
        </p:txBody>
      </p:sp>
      <p:sp>
        <p:nvSpPr>
          <p:cNvPr id="17" name="">
            <a:extLst xmlns:a="http://schemas.openxmlformats.org/drawingml/2006/main">
              <a:ext uri="{FF2B5EF4-FFF2-40B4-BE49-F238E27FC236}">
                <a16:creationId xmlns:a16="http://schemas.microsoft.com/office/drawing/2014/main" id="{15309D7E-BF14-41D4-849A-303F9543E6DC}"/>
              </a:ext>
            </a:extLst>
          </p:cNvPr>
          <p:cNvSpPr>
            <a:spLocks xmlns:a="http://schemas.openxmlformats.org/drawingml/2006/main" noGrp="1"/>
          </p:cNvSpPr>
          <p:nvPr/>
        </p:nvSpPr>
        <p:spPr>
          <a:xfrm xmlns:a="http://schemas.openxmlformats.org/drawingml/2006/main">
            <a:off x="4429125"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Manage listings and availability</a:t>
            </a:r>
          </a:p>
          <a:p xmlns:a="http://schemas.openxmlformats.org/drawingml/2006/main">
            <a:pPr>
              <a:defRPr sz="1425" b="0">
                <a:solidFill>
                  <a:srgbClr val="15191D"/>
                </a:solidFill>
              </a:defRPr>
            </a:pPr>
            <a:r>
              <a:rPr sz="1425" b="0">
                <a:solidFill>
                  <a:srgbClr val="15191D"/>
                </a:solidFill>
              </a:rPr>
              <a:t>Accept and fulfil bookings</a:t>
            </a:r>
          </a:p>
        </p:txBody>
      </p:sp>
      <p:sp>
        <p:nvSpPr>
          <p:cNvPr id="18" name="">
            <a:extLst xmlns:a="http://schemas.openxmlformats.org/drawingml/2006/main">
              <a:ext uri="{FF2B5EF4-FFF2-40B4-BE49-F238E27FC236}">
                <a16:creationId xmlns:a16="http://schemas.microsoft.com/office/drawing/2014/main" id="{CD781C73-DDE5-4DFA-9CB0-070562B1F93B}"/>
              </a:ext>
            </a:extLst>
          </p:cNvPr>
          <p:cNvSpPr>
            <a:spLocks xmlns:a="http://schemas.openxmlformats.org/drawingml/2006/main" noGrp="1"/>
          </p:cNvSpPr>
          <p:nvPr/>
        </p:nvSpPr>
        <p:spPr>
          <a:xfrm xmlns:a="http://schemas.openxmlformats.org/drawingml/2006/main">
            <a:off x="8286750"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ADMIN</a:t>
            </a:r>
          </a:p>
        </p:txBody>
      </p:sp>
      <p:sp>
        <p:nvSpPr>
          <p:cNvPr id="19" name="">
            <a:extLst xmlns:a="http://schemas.openxmlformats.org/drawingml/2006/main">
              <a:ext uri="{FF2B5EF4-FFF2-40B4-BE49-F238E27FC236}">
                <a16:creationId xmlns:a16="http://schemas.microsoft.com/office/drawing/2014/main" id="{F4D6C808-9F28-437F-952F-F091B06C01CB}"/>
              </a:ext>
            </a:extLst>
          </p:cNvPr>
          <p:cNvSpPr>
            <a:spLocks xmlns:a="http://schemas.openxmlformats.org/drawingml/2006/main" noGrp="1"/>
          </p:cNvSpPr>
          <p:nvPr/>
        </p:nvSpPr>
        <p:spPr>
          <a:xfrm xmlns:a="http://schemas.openxmlformats.org/drawingml/2006/main">
            <a:off x="8286750"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Review providers</a:t>
            </a:r>
          </a:p>
          <a:p xmlns:a="http://schemas.openxmlformats.org/drawingml/2006/main">
            <a:pPr>
              <a:defRPr sz="1425" b="0">
                <a:solidFill>
                  <a:srgbClr val="15191D"/>
                </a:solidFill>
              </a:defRPr>
            </a:pPr>
            <a:r>
              <a:rPr sz="1425" b="0">
                <a:solidFill>
                  <a:srgbClr val="15191D"/>
                </a:solidFill>
              </a:rPr>
              <a:t>Manage policies and disputes</a:t>
            </a:r>
          </a:p>
        </p:txBody>
      </p:sp>
    </p:spTree>
    <p:extLst>
      <p:ext uri="{BB962C8B-B14F-4D97-AF65-F5344CB8AC3E}">
        <p14:creationId xmlns:p14="http://schemas.microsoft.com/office/powerpoint/2010/main" val="5881257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9" name="">
            <a:extLst xmlns:a="http://schemas.openxmlformats.org/drawingml/2006/main">
              <a:ext uri="{FF2B5EF4-FFF2-40B4-BE49-F238E27FC236}">
                <a16:creationId xmlns:a16="http://schemas.microsoft.com/office/drawing/2014/main" id="{2079AA54-7164-463C-B72C-5C7859CD9736}"/>
              </a:ext>
            </a:extLst>
          </p:cNvPr>
          <p:cNvPicPr>
            <a:picLocks xmlns:a="http://schemas.openxmlformats.org/drawingml/2006/main" noChangeAspect="1"/>
          </p:cNvPicPr>
          <p:nvPr/>
        </p:nvPicPr>
        <p:blipFill>
          <a:blip xmlns:r="http://schemas.openxmlformats.org/officeDocument/2006/relationships" xmlns:a="http://schemas.openxmlformats.org/drawingml/2006/main" r:embed="Rb9da751d3c424a78"/>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D08852-B128-450F-9C45-82DEBE2C0B7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8F75C9D9-51B9-4487-A862-3BA6C9638051}"/>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Agenda &amp; Project Overview</a:t>
            </a:r>
          </a:p>
        </p:txBody>
      </p:sp>
      <p:sp>
        <p:nvSpPr>
          <p:cNvPr id="4" name="">
            <a:extLst xmlns:a="http://schemas.openxmlformats.org/drawingml/2006/main">
              <a:ext uri="{FF2B5EF4-FFF2-40B4-BE49-F238E27FC236}">
                <a16:creationId xmlns:a16="http://schemas.microsoft.com/office/drawing/2014/main" id="{A0549C21-8777-454E-B080-6855081B63C7}"/>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106F7BCA-4C0B-4CC4-A9A1-9E7C2E0F3E29}"/>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61253B75-6E10-4B04-96DE-13C7506A13BA}"/>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7" name="">
            <a:extLst xmlns:a="http://schemas.openxmlformats.org/drawingml/2006/main">
              <a:ext uri="{FF2B5EF4-FFF2-40B4-BE49-F238E27FC236}">
                <a16:creationId xmlns:a16="http://schemas.microsoft.com/office/drawing/2014/main" id="{5A09CDCD-6CA7-4604-A444-3E880FF7F70C}"/>
              </a:ext>
            </a:extLst>
          </p:cNvPr>
          <p:cNvSpPr>
            <a:spLocks xmlns:a="http://schemas.openxmlformats.org/drawingml/2006/main" noGrp="1"/>
          </p:cNvSpPr>
          <p:nvPr/>
        </p:nvSpPr>
        <p:spPr>
          <a:xfrm xmlns:a="http://schemas.openxmlformats.org/drawingml/2006/main">
            <a:off x="571500" y="1552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5191D"/>
                </a:solidFill>
              </a:defRPr>
            </a:defPPr>
          </a:lstStyle>
          <a:p xmlns:a="http://schemas.openxmlformats.org/drawingml/2006/main">
            <a:pPr>
              <a:defRPr sz="2175" b="1">
                <a:solidFill>
                  <a:srgbClr val="15191D"/>
                </a:solidFill>
              </a:defRPr>
            </a:pPr>
            <a:r>
              <a:rPr sz="2175" b="1">
                <a:solidFill>
                  <a:srgbClr val="15191D"/>
                </a:solidFill>
              </a:rPr>
              <a:t>Nearby connects customers with local providers through exact six-digit pincode discovery.</a:t>
            </a:r>
          </a:p>
        </p:txBody>
      </p:sp>
      <p:sp>
        <p:nvSpPr>
          <p:cNvPr id="8" name="">
            <a:extLst xmlns:a="http://schemas.openxmlformats.org/drawingml/2006/main">
              <a:ext uri="{FF2B5EF4-FFF2-40B4-BE49-F238E27FC236}">
                <a16:creationId xmlns:a16="http://schemas.microsoft.com/office/drawing/2014/main" id="{A1BE8310-A4D8-4D28-8896-AC6C930CF99B}"/>
              </a:ext>
            </a:extLst>
          </p:cNvPr>
          <p:cNvSpPr>
            <a:spLocks xmlns:a="http://schemas.openxmlformats.org/drawingml/2006/main" noGrp="1"/>
          </p:cNvSpPr>
          <p:nvPr/>
        </p:nvSpPr>
        <p:spPr>
          <a:xfrm xmlns:a="http://schemas.openxmlformats.org/drawingml/2006/main">
            <a:off x="5715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1</a:t>
            </a:r>
          </a:p>
        </p:txBody>
      </p:sp>
      <p:sp>
        <p:nvSpPr>
          <p:cNvPr id="9" name="">
            <a:extLst xmlns:a="http://schemas.openxmlformats.org/drawingml/2006/main">
              <a:ext uri="{FF2B5EF4-FFF2-40B4-BE49-F238E27FC236}">
                <a16:creationId xmlns:a16="http://schemas.microsoft.com/office/drawing/2014/main" id="{6A1075A1-7F5B-4C51-A441-DF5E1B15E64A}"/>
              </a:ext>
            </a:extLst>
          </p:cNvPr>
          <p:cNvSpPr>
            <a:spLocks xmlns:a="http://schemas.openxmlformats.org/drawingml/2006/main" noGrp="1"/>
          </p:cNvSpPr>
          <p:nvPr/>
        </p:nvSpPr>
        <p:spPr>
          <a:xfrm xmlns:a="http://schemas.openxmlformats.org/drawingml/2006/main">
            <a:off x="5715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The need</a:t>
            </a:r>
          </a:p>
        </p:txBody>
      </p:sp>
      <p:cxnSp>
        <p:nvCxnSpPr>
          <p:cNvPr id="10" name="">
            <a:extLst xmlns:a="http://schemas.openxmlformats.org/drawingml/2006/main">
              <a:ext uri="{FF2B5EF4-FFF2-40B4-BE49-F238E27FC236}">
                <a16:creationId xmlns:a16="http://schemas.microsoft.com/office/drawing/2014/main" id="{58FEECE4-BBB7-436A-8C49-AC69112ADB63}"/>
              </a:ext>
            </a:extLst>
          </p:cNvPr>
          <p:cNvCxnSpPr/>
          <p:nvPr/>
        </p:nvCxnSpPr>
        <p:spPr>
          <a:xfrm xmlns:a="http://schemas.openxmlformats.org/drawingml/2006/main">
            <a:off x="1266825" y="2876550"/>
            <a:ext cx="199072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11" name="">
            <a:extLst xmlns:a="http://schemas.openxmlformats.org/drawingml/2006/main">
              <a:ext uri="{FF2B5EF4-FFF2-40B4-BE49-F238E27FC236}">
                <a16:creationId xmlns:a16="http://schemas.microsoft.com/office/drawing/2014/main" id="{E02E7993-2935-488E-AFEC-2576C8F18107}"/>
              </a:ext>
            </a:extLst>
          </p:cNvPr>
          <p:cNvSpPr>
            <a:spLocks xmlns:a="http://schemas.openxmlformats.org/drawingml/2006/main" noGrp="1"/>
          </p:cNvSpPr>
          <p:nvPr/>
        </p:nvSpPr>
        <p:spPr>
          <a:xfrm xmlns:a="http://schemas.openxmlformats.org/drawingml/2006/main">
            <a:off x="5715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12" name="">
            <a:extLst xmlns:a="http://schemas.openxmlformats.org/drawingml/2006/main">
              <a:ext uri="{FF2B5EF4-FFF2-40B4-BE49-F238E27FC236}">
                <a16:creationId xmlns:a16="http://schemas.microsoft.com/office/drawing/2014/main" id="{7FACBB46-09FF-4ED5-A11E-3EC25B3741E3}"/>
              </a:ext>
            </a:extLst>
          </p:cNvPr>
          <p:cNvSpPr>
            <a:spLocks xmlns:a="http://schemas.openxmlformats.org/drawingml/2006/main" noGrp="1"/>
          </p:cNvSpPr>
          <p:nvPr/>
        </p:nvSpPr>
        <p:spPr>
          <a:xfrm xmlns:a="http://schemas.openxmlformats.org/drawingml/2006/main">
            <a:off x="9810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Problem &amp; Proposed System</a:t>
            </a:r>
          </a:p>
        </p:txBody>
      </p:sp>
      <p:sp>
        <p:nvSpPr>
          <p:cNvPr id="13" name="">
            <a:extLst xmlns:a="http://schemas.openxmlformats.org/drawingml/2006/main">
              <a:ext uri="{FF2B5EF4-FFF2-40B4-BE49-F238E27FC236}">
                <a16:creationId xmlns:a16="http://schemas.microsoft.com/office/drawing/2014/main" id="{68B95BFC-CF07-446F-8F78-775E9D7518AF}"/>
              </a:ext>
            </a:extLst>
          </p:cNvPr>
          <p:cNvSpPr>
            <a:spLocks xmlns:a="http://schemas.openxmlformats.org/drawingml/2006/main" noGrp="1"/>
          </p:cNvSpPr>
          <p:nvPr/>
        </p:nvSpPr>
        <p:spPr>
          <a:xfrm xmlns:a="http://schemas.openxmlformats.org/drawingml/2006/main">
            <a:off x="5715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14" name="">
            <a:extLst xmlns:a="http://schemas.openxmlformats.org/drawingml/2006/main">
              <a:ext uri="{FF2B5EF4-FFF2-40B4-BE49-F238E27FC236}">
                <a16:creationId xmlns:a16="http://schemas.microsoft.com/office/drawing/2014/main" id="{56FD691D-F15F-4245-BAA5-95616E7F8685}"/>
              </a:ext>
            </a:extLst>
          </p:cNvPr>
          <p:cNvSpPr>
            <a:spLocks xmlns:a="http://schemas.openxmlformats.org/drawingml/2006/main" noGrp="1"/>
          </p:cNvSpPr>
          <p:nvPr/>
        </p:nvSpPr>
        <p:spPr>
          <a:xfrm xmlns:a="http://schemas.openxmlformats.org/drawingml/2006/main">
            <a:off x="9810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System Requirements</a:t>
            </a:r>
          </a:p>
        </p:txBody>
      </p:sp>
      <p:sp>
        <p:nvSpPr>
          <p:cNvPr id="15" name="">
            <a:extLst xmlns:a="http://schemas.openxmlformats.org/drawingml/2006/main">
              <a:ext uri="{FF2B5EF4-FFF2-40B4-BE49-F238E27FC236}">
                <a16:creationId xmlns:a16="http://schemas.microsoft.com/office/drawing/2014/main" id="{1E1F9E1B-18EB-4778-A545-E9C7E7A9D1FF}"/>
              </a:ext>
            </a:extLst>
          </p:cNvPr>
          <p:cNvSpPr>
            <a:spLocks xmlns:a="http://schemas.openxmlformats.org/drawingml/2006/main" noGrp="1"/>
          </p:cNvSpPr>
          <p:nvPr/>
        </p:nvSpPr>
        <p:spPr>
          <a:xfrm xmlns:a="http://schemas.openxmlformats.org/drawingml/2006/main">
            <a:off x="34290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2</a:t>
            </a:r>
          </a:p>
        </p:txBody>
      </p:sp>
      <p:sp>
        <p:nvSpPr>
          <p:cNvPr id="16" name="">
            <a:extLst xmlns:a="http://schemas.openxmlformats.org/drawingml/2006/main">
              <a:ext uri="{FF2B5EF4-FFF2-40B4-BE49-F238E27FC236}">
                <a16:creationId xmlns:a16="http://schemas.microsoft.com/office/drawing/2014/main" id="{3A38676E-DD0A-4336-92E9-EF151E7EC5AE}"/>
              </a:ext>
            </a:extLst>
          </p:cNvPr>
          <p:cNvSpPr>
            <a:spLocks xmlns:a="http://schemas.openxmlformats.org/drawingml/2006/main" noGrp="1"/>
          </p:cNvSpPr>
          <p:nvPr/>
        </p:nvSpPr>
        <p:spPr>
          <a:xfrm xmlns:a="http://schemas.openxmlformats.org/drawingml/2006/main">
            <a:off x="34290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System design</a:t>
            </a:r>
          </a:p>
        </p:txBody>
      </p:sp>
      <p:cxnSp>
        <p:nvCxnSpPr>
          <p:cNvPr id="17" name="">
            <a:extLst xmlns:a="http://schemas.openxmlformats.org/drawingml/2006/main">
              <a:ext uri="{FF2B5EF4-FFF2-40B4-BE49-F238E27FC236}">
                <a16:creationId xmlns:a16="http://schemas.microsoft.com/office/drawing/2014/main" id="{50513971-C720-478D-90BA-370220ACDFC9}"/>
              </a:ext>
            </a:extLst>
          </p:cNvPr>
          <p:cNvCxnSpPr/>
          <p:nvPr/>
        </p:nvCxnSpPr>
        <p:spPr>
          <a:xfrm xmlns:a="http://schemas.openxmlformats.org/drawingml/2006/main">
            <a:off x="4124325" y="2876550"/>
            <a:ext cx="199072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18" name="">
            <a:extLst xmlns:a="http://schemas.openxmlformats.org/drawingml/2006/main">
              <a:ext uri="{FF2B5EF4-FFF2-40B4-BE49-F238E27FC236}">
                <a16:creationId xmlns:a16="http://schemas.microsoft.com/office/drawing/2014/main" id="{3FBB6354-E8EB-4D7D-BC5C-8653CBC71CCC}"/>
              </a:ext>
            </a:extLst>
          </p:cNvPr>
          <p:cNvSpPr>
            <a:spLocks xmlns:a="http://schemas.openxmlformats.org/drawingml/2006/main" noGrp="1"/>
          </p:cNvSpPr>
          <p:nvPr/>
        </p:nvSpPr>
        <p:spPr>
          <a:xfrm xmlns:a="http://schemas.openxmlformats.org/drawingml/2006/main">
            <a:off x="34290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19" name="">
            <a:extLst xmlns:a="http://schemas.openxmlformats.org/drawingml/2006/main">
              <a:ext uri="{FF2B5EF4-FFF2-40B4-BE49-F238E27FC236}">
                <a16:creationId xmlns:a16="http://schemas.microsoft.com/office/drawing/2014/main" id="{10A22B7D-AE00-41F5-8D28-014823E9D2CC}"/>
              </a:ext>
            </a:extLst>
          </p:cNvPr>
          <p:cNvSpPr>
            <a:spLocks xmlns:a="http://schemas.openxmlformats.org/drawingml/2006/main" noGrp="1"/>
          </p:cNvSpPr>
          <p:nvPr/>
        </p:nvSpPr>
        <p:spPr>
          <a:xfrm xmlns:a="http://schemas.openxmlformats.org/drawingml/2006/main">
            <a:off x="38385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Architecture &amp; Technology</a:t>
            </a:r>
          </a:p>
        </p:txBody>
      </p:sp>
      <p:sp>
        <p:nvSpPr>
          <p:cNvPr id="20" name="">
            <a:extLst xmlns:a="http://schemas.openxmlformats.org/drawingml/2006/main">
              <a:ext uri="{FF2B5EF4-FFF2-40B4-BE49-F238E27FC236}">
                <a16:creationId xmlns:a16="http://schemas.microsoft.com/office/drawing/2014/main" id="{63D48C70-AA43-4D23-9ABC-D81BDF05EE67}"/>
              </a:ext>
            </a:extLst>
          </p:cNvPr>
          <p:cNvSpPr>
            <a:spLocks xmlns:a="http://schemas.openxmlformats.org/drawingml/2006/main" noGrp="1"/>
          </p:cNvSpPr>
          <p:nvPr/>
        </p:nvSpPr>
        <p:spPr>
          <a:xfrm xmlns:a="http://schemas.openxmlformats.org/drawingml/2006/main">
            <a:off x="34290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21" name="">
            <a:extLst xmlns:a="http://schemas.openxmlformats.org/drawingml/2006/main">
              <a:ext uri="{FF2B5EF4-FFF2-40B4-BE49-F238E27FC236}">
                <a16:creationId xmlns:a16="http://schemas.microsoft.com/office/drawing/2014/main" id="{09EC2A3E-BD29-48F1-B734-0A9605A7424F}"/>
              </a:ext>
            </a:extLst>
          </p:cNvPr>
          <p:cNvSpPr>
            <a:spLocks xmlns:a="http://schemas.openxmlformats.org/drawingml/2006/main" noGrp="1"/>
          </p:cNvSpPr>
          <p:nvPr/>
        </p:nvSpPr>
        <p:spPr>
          <a:xfrm xmlns:a="http://schemas.openxmlformats.org/drawingml/2006/main">
            <a:off x="38385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Customer, Provider &amp; Admin</a:t>
            </a:r>
          </a:p>
        </p:txBody>
      </p:sp>
      <p:sp>
        <p:nvSpPr>
          <p:cNvPr id="22" name="">
            <a:extLst xmlns:a="http://schemas.openxmlformats.org/drawingml/2006/main">
              <a:ext uri="{FF2B5EF4-FFF2-40B4-BE49-F238E27FC236}">
                <a16:creationId xmlns:a16="http://schemas.microsoft.com/office/drawing/2014/main" id="{8F9B484C-692C-4E57-BB47-4DE172A1E026}"/>
              </a:ext>
            </a:extLst>
          </p:cNvPr>
          <p:cNvSpPr>
            <a:spLocks xmlns:a="http://schemas.openxmlformats.org/drawingml/2006/main" noGrp="1"/>
          </p:cNvSpPr>
          <p:nvPr/>
        </p:nvSpPr>
        <p:spPr>
          <a:xfrm xmlns:a="http://schemas.openxmlformats.org/drawingml/2006/main">
            <a:off x="3429000" y="50387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23" name="">
            <a:extLst xmlns:a="http://schemas.openxmlformats.org/drawingml/2006/main">
              <a:ext uri="{FF2B5EF4-FFF2-40B4-BE49-F238E27FC236}">
                <a16:creationId xmlns:a16="http://schemas.microsoft.com/office/drawing/2014/main" id="{7EF8DF52-F735-4DB1-B544-DC9A341952B1}"/>
              </a:ext>
            </a:extLst>
          </p:cNvPr>
          <p:cNvSpPr>
            <a:spLocks xmlns:a="http://schemas.openxmlformats.org/drawingml/2006/main" noGrp="1"/>
          </p:cNvSpPr>
          <p:nvPr/>
        </p:nvSpPr>
        <p:spPr>
          <a:xfrm xmlns:a="http://schemas.openxmlformats.org/drawingml/2006/main">
            <a:off x="3838575" y="503872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Database Relationships</a:t>
            </a:r>
          </a:p>
        </p:txBody>
      </p:sp>
      <p:sp>
        <p:nvSpPr>
          <p:cNvPr id="24" name="">
            <a:extLst xmlns:a="http://schemas.openxmlformats.org/drawingml/2006/main">
              <a:ext uri="{FF2B5EF4-FFF2-40B4-BE49-F238E27FC236}">
                <a16:creationId xmlns:a16="http://schemas.microsoft.com/office/drawing/2014/main" id="{030CAD48-943C-43F4-9886-6A60B67CE81D}"/>
              </a:ext>
            </a:extLst>
          </p:cNvPr>
          <p:cNvSpPr>
            <a:spLocks xmlns:a="http://schemas.openxmlformats.org/drawingml/2006/main" noGrp="1"/>
          </p:cNvSpPr>
          <p:nvPr/>
        </p:nvSpPr>
        <p:spPr>
          <a:xfrm xmlns:a="http://schemas.openxmlformats.org/drawingml/2006/main">
            <a:off x="62865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3</a:t>
            </a:r>
          </a:p>
        </p:txBody>
      </p:sp>
      <p:sp>
        <p:nvSpPr>
          <p:cNvPr id="25" name="">
            <a:extLst xmlns:a="http://schemas.openxmlformats.org/drawingml/2006/main">
              <a:ext uri="{FF2B5EF4-FFF2-40B4-BE49-F238E27FC236}">
                <a16:creationId xmlns:a16="http://schemas.microsoft.com/office/drawing/2014/main" id="{6F3AA412-48C3-4F87-B556-0840BD2C5200}"/>
              </a:ext>
            </a:extLst>
          </p:cNvPr>
          <p:cNvSpPr>
            <a:spLocks xmlns:a="http://schemas.openxmlformats.org/drawingml/2006/main" noGrp="1"/>
          </p:cNvSpPr>
          <p:nvPr/>
        </p:nvSpPr>
        <p:spPr>
          <a:xfrm xmlns:a="http://schemas.openxmlformats.org/drawingml/2006/main">
            <a:off x="62865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Build the experience</a:t>
            </a:r>
          </a:p>
        </p:txBody>
      </p:sp>
      <p:cxnSp>
        <p:nvCxnSpPr>
          <p:cNvPr id="26" name="">
            <a:extLst xmlns:a="http://schemas.openxmlformats.org/drawingml/2006/main">
              <a:ext uri="{FF2B5EF4-FFF2-40B4-BE49-F238E27FC236}">
                <a16:creationId xmlns:a16="http://schemas.microsoft.com/office/drawing/2014/main" id="{EDB612B6-FA6A-4490-B8A7-657FB808CC81}"/>
              </a:ext>
            </a:extLst>
          </p:cNvPr>
          <p:cNvCxnSpPr/>
          <p:nvPr/>
        </p:nvCxnSpPr>
        <p:spPr>
          <a:xfrm xmlns:a="http://schemas.openxmlformats.org/drawingml/2006/main">
            <a:off x="6981825" y="2876550"/>
            <a:ext cx="199072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27" name="">
            <a:extLst xmlns:a="http://schemas.openxmlformats.org/drawingml/2006/main">
              <a:ext uri="{FF2B5EF4-FFF2-40B4-BE49-F238E27FC236}">
                <a16:creationId xmlns:a16="http://schemas.microsoft.com/office/drawing/2014/main" id="{D70D45FF-8786-4EC8-A34F-8F9F122C6816}"/>
              </a:ext>
            </a:extLst>
          </p:cNvPr>
          <p:cNvSpPr>
            <a:spLocks xmlns:a="http://schemas.openxmlformats.org/drawingml/2006/main" noGrp="1"/>
          </p:cNvSpPr>
          <p:nvPr/>
        </p:nvSpPr>
        <p:spPr>
          <a:xfrm xmlns:a="http://schemas.openxmlformats.org/drawingml/2006/main">
            <a:off x="62865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28" name="">
            <a:extLst xmlns:a="http://schemas.openxmlformats.org/drawingml/2006/main">
              <a:ext uri="{FF2B5EF4-FFF2-40B4-BE49-F238E27FC236}">
                <a16:creationId xmlns:a16="http://schemas.microsoft.com/office/drawing/2014/main" id="{A4BEDDE5-5780-4174-8BB4-9445ACA6F45B}"/>
              </a:ext>
            </a:extLst>
          </p:cNvPr>
          <p:cNvSpPr>
            <a:spLocks xmlns:a="http://schemas.openxmlformats.org/drawingml/2006/main" noGrp="1"/>
          </p:cNvSpPr>
          <p:nvPr/>
        </p:nvSpPr>
        <p:spPr>
          <a:xfrm xmlns:a="http://schemas.openxmlformats.org/drawingml/2006/main">
            <a:off x="66960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Modules &amp; Workspaces</a:t>
            </a:r>
          </a:p>
        </p:txBody>
      </p:sp>
      <p:sp>
        <p:nvSpPr>
          <p:cNvPr id="29" name="">
            <a:extLst xmlns:a="http://schemas.openxmlformats.org/drawingml/2006/main">
              <a:ext uri="{FF2B5EF4-FFF2-40B4-BE49-F238E27FC236}">
                <a16:creationId xmlns:a16="http://schemas.microsoft.com/office/drawing/2014/main" id="{D088A95D-0C32-4C4B-8B5B-08719B0E9648}"/>
              </a:ext>
            </a:extLst>
          </p:cNvPr>
          <p:cNvSpPr>
            <a:spLocks xmlns:a="http://schemas.openxmlformats.org/drawingml/2006/main" noGrp="1"/>
          </p:cNvSpPr>
          <p:nvPr/>
        </p:nvSpPr>
        <p:spPr>
          <a:xfrm xmlns:a="http://schemas.openxmlformats.org/drawingml/2006/main">
            <a:off x="62865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07</a:t>
            </a:r>
          </a:p>
        </p:txBody>
      </p:sp>
      <p:sp>
        <p:nvSpPr>
          <p:cNvPr id="30" name="">
            <a:extLst xmlns:a="http://schemas.openxmlformats.org/drawingml/2006/main">
              <a:ext uri="{FF2B5EF4-FFF2-40B4-BE49-F238E27FC236}">
                <a16:creationId xmlns:a16="http://schemas.microsoft.com/office/drawing/2014/main" id="{8103AE1E-6725-488F-9E5C-6A4F4C4CD22C}"/>
              </a:ext>
            </a:extLst>
          </p:cNvPr>
          <p:cNvSpPr>
            <a:spLocks xmlns:a="http://schemas.openxmlformats.org/drawingml/2006/main" noGrp="1"/>
          </p:cNvSpPr>
          <p:nvPr/>
        </p:nvSpPr>
        <p:spPr>
          <a:xfrm xmlns:a="http://schemas.openxmlformats.org/drawingml/2006/main">
            <a:off x="66960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Frontend &amp; Backend</a:t>
            </a:r>
          </a:p>
        </p:txBody>
      </p:sp>
      <p:sp>
        <p:nvSpPr>
          <p:cNvPr id="31" name="">
            <a:extLst xmlns:a="http://schemas.openxmlformats.org/drawingml/2006/main">
              <a:ext uri="{FF2B5EF4-FFF2-40B4-BE49-F238E27FC236}">
                <a16:creationId xmlns:a16="http://schemas.microsoft.com/office/drawing/2014/main" id="{856DB901-B8FD-450E-850A-26F6CBB74D64}"/>
              </a:ext>
            </a:extLst>
          </p:cNvPr>
          <p:cNvSpPr>
            <a:spLocks xmlns:a="http://schemas.openxmlformats.org/drawingml/2006/main" noGrp="1"/>
          </p:cNvSpPr>
          <p:nvPr/>
        </p:nvSpPr>
        <p:spPr>
          <a:xfrm xmlns:a="http://schemas.openxmlformats.org/drawingml/2006/main">
            <a:off x="6286500" y="50387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08</a:t>
            </a:r>
          </a:p>
        </p:txBody>
      </p:sp>
      <p:sp>
        <p:nvSpPr>
          <p:cNvPr id="32" name="">
            <a:extLst xmlns:a="http://schemas.openxmlformats.org/drawingml/2006/main">
              <a:ext uri="{FF2B5EF4-FFF2-40B4-BE49-F238E27FC236}">
                <a16:creationId xmlns:a16="http://schemas.microsoft.com/office/drawing/2014/main" id="{AFCA211B-5A6C-4185-9A23-81DFB9BE9742}"/>
              </a:ext>
            </a:extLst>
          </p:cNvPr>
          <p:cNvSpPr>
            <a:spLocks xmlns:a="http://schemas.openxmlformats.org/drawingml/2006/main" noGrp="1"/>
          </p:cNvSpPr>
          <p:nvPr/>
        </p:nvSpPr>
        <p:spPr>
          <a:xfrm xmlns:a="http://schemas.openxmlformats.org/drawingml/2006/main">
            <a:off x="6696075" y="503872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APIs &amp; Booking Workflow</a:t>
            </a:r>
          </a:p>
        </p:txBody>
      </p:sp>
      <p:sp>
        <p:nvSpPr>
          <p:cNvPr id="33" name="">
            <a:extLst xmlns:a="http://schemas.openxmlformats.org/drawingml/2006/main">
              <a:ext uri="{FF2B5EF4-FFF2-40B4-BE49-F238E27FC236}">
                <a16:creationId xmlns:a16="http://schemas.microsoft.com/office/drawing/2014/main" id="{567C6F65-2A06-47D7-BE16-DCD15569A92A}"/>
              </a:ext>
            </a:extLst>
          </p:cNvPr>
          <p:cNvSpPr>
            <a:spLocks xmlns:a="http://schemas.openxmlformats.org/drawingml/2006/main" noGrp="1"/>
          </p:cNvSpPr>
          <p:nvPr/>
        </p:nvSpPr>
        <p:spPr>
          <a:xfrm xmlns:a="http://schemas.openxmlformats.org/drawingml/2006/main">
            <a:off x="91440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4</a:t>
            </a:r>
          </a:p>
        </p:txBody>
      </p:sp>
      <p:sp>
        <p:nvSpPr>
          <p:cNvPr id="34" name="">
            <a:extLst xmlns:a="http://schemas.openxmlformats.org/drawingml/2006/main">
              <a:ext uri="{FF2B5EF4-FFF2-40B4-BE49-F238E27FC236}">
                <a16:creationId xmlns:a16="http://schemas.microsoft.com/office/drawing/2014/main" id="{2ED49983-B84F-471B-BC70-91FF6044C515}"/>
              </a:ext>
            </a:extLst>
          </p:cNvPr>
          <p:cNvSpPr>
            <a:spLocks xmlns:a="http://schemas.openxmlformats.org/drawingml/2006/main" noGrp="1"/>
          </p:cNvSpPr>
          <p:nvPr/>
        </p:nvSpPr>
        <p:spPr>
          <a:xfrm xmlns:a="http://schemas.openxmlformats.org/drawingml/2006/main">
            <a:off x="91440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Launch &amp; future</a:t>
            </a:r>
          </a:p>
        </p:txBody>
      </p:sp>
      <p:sp>
        <p:nvSpPr>
          <p:cNvPr id="35" name="">
            <a:extLst xmlns:a="http://schemas.openxmlformats.org/drawingml/2006/main">
              <a:ext uri="{FF2B5EF4-FFF2-40B4-BE49-F238E27FC236}">
                <a16:creationId xmlns:a16="http://schemas.microsoft.com/office/drawing/2014/main" id="{2530B2D9-9EEA-4140-8690-35EE2C10988E}"/>
              </a:ext>
            </a:extLst>
          </p:cNvPr>
          <p:cNvSpPr>
            <a:spLocks xmlns:a="http://schemas.openxmlformats.org/drawingml/2006/main" noGrp="1"/>
          </p:cNvSpPr>
          <p:nvPr/>
        </p:nvSpPr>
        <p:spPr>
          <a:xfrm xmlns:a="http://schemas.openxmlformats.org/drawingml/2006/main">
            <a:off x="91440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09</a:t>
            </a:r>
          </a:p>
        </p:txBody>
      </p:sp>
      <p:sp>
        <p:nvSpPr>
          <p:cNvPr id="36" name="">
            <a:extLst xmlns:a="http://schemas.openxmlformats.org/drawingml/2006/main">
              <a:ext uri="{FF2B5EF4-FFF2-40B4-BE49-F238E27FC236}">
                <a16:creationId xmlns:a16="http://schemas.microsoft.com/office/drawing/2014/main" id="{205C6C51-1DF7-4691-B278-1053F29292B2}"/>
              </a:ext>
            </a:extLst>
          </p:cNvPr>
          <p:cNvSpPr>
            <a:spLocks xmlns:a="http://schemas.openxmlformats.org/drawingml/2006/main" noGrp="1"/>
          </p:cNvSpPr>
          <p:nvPr/>
        </p:nvSpPr>
        <p:spPr>
          <a:xfrm xmlns:a="http://schemas.openxmlformats.org/drawingml/2006/main">
            <a:off x="95535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Challenges &amp; Limitations</a:t>
            </a:r>
          </a:p>
        </p:txBody>
      </p:sp>
      <p:sp>
        <p:nvSpPr>
          <p:cNvPr id="37" name="">
            <a:extLst xmlns:a="http://schemas.openxmlformats.org/drawingml/2006/main">
              <a:ext uri="{FF2B5EF4-FFF2-40B4-BE49-F238E27FC236}">
                <a16:creationId xmlns:a16="http://schemas.microsoft.com/office/drawing/2014/main" id="{E8BB1763-16D5-43A4-943E-F298EF353B02}"/>
              </a:ext>
            </a:extLst>
          </p:cNvPr>
          <p:cNvSpPr>
            <a:spLocks xmlns:a="http://schemas.openxmlformats.org/drawingml/2006/main" noGrp="1"/>
          </p:cNvSpPr>
          <p:nvPr/>
        </p:nvSpPr>
        <p:spPr>
          <a:xfrm xmlns:a="http://schemas.openxmlformats.org/drawingml/2006/main">
            <a:off x="91440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10</a:t>
            </a:r>
          </a:p>
        </p:txBody>
      </p:sp>
      <p:sp>
        <p:nvSpPr>
          <p:cNvPr id="38" name="">
            <a:extLst xmlns:a="http://schemas.openxmlformats.org/drawingml/2006/main">
              <a:ext uri="{FF2B5EF4-FFF2-40B4-BE49-F238E27FC236}">
                <a16:creationId xmlns:a16="http://schemas.microsoft.com/office/drawing/2014/main" id="{D1542A68-9AEE-438D-B1A4-99B55E0389A1}"/>
              </a:ext>
            </a:extLst>
          </p:cNvPr>
          <p:cNvSpPr>
            <a:spLocks xmlns:a="http://schemas.openxmlformats.org/drawingml/2006/main" noGrp="1"/>
          </p:cNvSpPr>
          <p:nvPr/>
        </p:nvSpPr>
        <p:spPr>
          <a:xfrm xmlns:a="http://schemas.openxmlformats.org/drawingml/2006/main">
            <a:off x="95535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Conclusion &amp; Future Scope</a:t>
            </a:r>
          </a:p>
        </p:txBody>
      </p:sp>
    </p:spTree>
    <p:extLst>
      <p:ext uri="{BB962C8B-B14F-4D97-AF65-F5344CB8AC3E}">
        <p14:creationId xmlns:p14="http://schemas.microsoft.com/office/powerpoint/2010/main" val="5970080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7AEF2EEB-492B-42CF-9876-10B780852B0B}"/>
              </a:ext>
            </a:extLst>
          </p:cNvPr>
          <p:cNvPicPr>
            <a:picLocks xmlns:a="http://schemas.openxmlformats.org/drawingml/2006/main" noChangeAspect="1"/>
          </p:cNvPicPr>
          <p:nvPr/>
        </p:nvPicPr>
        <p:blipFill>
          <a:blip xmlns:r="http://schemas.openxmlformats.org/officeDocument/2006/relationships" xmlns:a="http://schemas.openxmlformats.org/drawingml/2006/main" r:embed="Rf47ae9b281e64c1a"/>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5E1692-94B9-4355-AE68-7985D08802B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608B3999-714C-4F54-A44F-550F70DE2549}"/>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Problem &amp; Existing vs Proposed System</a:t>
            </a:r>
          </a:p>
        </p:txBody>
      </p:sp>
      <p:sp>
        <p:nvSpPr>
          <p:cNvPr id="4" name="">
            <a:extLst xmlns:a="http://schemas.openxmlformats.org/drawingml/2006/main">
              <a:ext uri="{FF2B5EF4-FFF2-40B4-BE49-F238E27FC236}">
                <a16:creationId xmlns:a16="http://schemas.microsoft.com/office/drawing/2014/main" id="{5062C64B-3E44-46EB-AC35-92E306D4E1EE}"/>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5DA149C9-8871-4C3B-B5AF-04E7C693CD88}"/>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71C6F93A-771C-4EC9-A16C-82B997E4BCB4}"/>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7" name="">
            <a:extLst xmlns:a="http://schemas.openxmlformats.org/drawingml/2006/main">
              <a:ext uri="{FF2B5EF4-FFF2-40B4-BE49-F238E27FC236}">
                <a16:creationId xmlns:a16="http://schemas.microsoft.com/office/drawing/2014/main" id="{6E3E3DEB-53C1-4A38-919E-CE65908743B2}"/>
              </a:ext>
            </a:extLst>
          </p:cNvPr>
          <p:cNvSpPr>
            <a:spLocks xmlns:a="http://schemas.openxmlformats.org/drawingml/2006/main" noGrp="1"/>
          </p:cNvSpPr>
          <p:nvPr/>
        </p:nvSpPr>
        <p:spPr>
          <a:xfrm xmlns:a="http://schemas.openxmlformats.org/drawingml/2006/main">
            <a:off x="571500" y="162877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Fragmented Service Process</a:t>
            </a:r>
          </a:p>
        </p:txBody>
      </p:sp>
      <p:sp>
        <p:nvSpPr>
          <p:cNvPr id="8" name="">
            <a:extLst xmlns:a="http://schemas.openxmlformats.org/drawingml/2006/main">
              <a:ext uri="{FF2B5EF4-FFF2-40B4-BE49-F238E27FC236}">
                <a16:creationId xmlns:a16="http://schemas.microsoft.com/office/drawing/2014/main" id="{6490FD08-6477-4276-AD72-6452FFD0F383}"/>
              </a:ext>
            </a:extLst>
          </p:cNvPr>
          <p:cNvSpPr>
            <a:spLocks xmlns:a="http://schemas.openxmlformats.org/drawingml/2006/main" noGrp="1"/>
          </p:cNvSpPr>
          <p:nvPr/>
        </p:nvSpPr>
        <p:spPr>
          <a:xfrm xmlns:a="http://schemas.openxmlformats.org/drawingml/2006/main">
            <a:off x="57150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1</a:t>
            </a:r>
          </a:p>
        </p:txBody>
      </p:sp>
      <p:sp>
        <p:nvSpPr>
          <p:cNvPr id="9" name="">
            <a:extLst xmlns:a="http://schemas.openxmlformats.org/drawingml/2006/main">
              <a:ext uri="{FF2B5EF4-FFF2-40B4-BE49-F238E27FC236}">
                <a16:creationId xmlns:a16="http://schemas.microsoft.com/office/drawing/2014/main" id="{BCC2E75E-3865-4766-99B6-31B8D9EC8EE7}"/>
              </a:ext>
            </a:extLst>
          </p:cNvPr>
          <p:cNvSpPr>
            <a:spLocks xmlns:a="http://schemas.openxmlformats.org/drawingml/2006/main" noGrp="1"/>
          </p:cNvSpPr>
          <p:nvPr/>
        </p:nvSpPr>
        <p:spPr>
          <a:xfrm xmlns:a="http://schemas.openxmlformats.org/drawingml/2006/main">
            <a:off x="57150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Search across listings and contacts</a:t>
            </a:r>
          </a:p>
        </p:txBody>
      </p:sp>
      <p:sp>
        <p:nvSpPr>
          <p:cNvPr id="10" name="">
            <a:extLst xmlns:a="http://schemas.openxmlformats.org/drawingml/2006/main">
              <a:ext uri="{FF2B5EF4-FFF2-40B4-BE49-F238E27FC236}">
                <a16:creationId xmlns:a16="http://schemas.microsoft.com/office/drawing/2014/main" id="{12176875-FAEB-421F-8C92-D52E5E5E9990}"/>
              </a:ext>
            </a:extLst>
          </p:cNvPr>
          <p:cNvSpPr>
            <a:spLocks xmlns:a="http://schemas.openxmlformats.org/drawingml/2006/main" noGrp="1"/>
          </p:cNvSpPr>
          <p:nvPr/>
        </p:nvSpPr>
        <p:spPr>
          <a:xfrm xmlns:a="http://schemas.openxmlformats.org/drawingml/2006/main">
            <a:off x="1333500" y="2390775"/>
            <a:ext cx="1143000" cy="0"/>
          </a:xfrm>
          <a:prstGeom xmlns:a="http://schemas.openxmlformats.org/drawingml/2006/main" prst="line">
            <a:avLst/>
          </a:prstGeom>
          <a:ln xmlns:a="http://schemas.openxmlformats.org/drawingml/2006/main" w="19050">
            <a:solidFill>
              <a:srgbClr val="CFD2D8"/>
            </a:solidFill>
          </a:ln>
        </p:spPr>
      </p:sp>
      <p:sp>
        <p:nvSpPr>
          <p:cNvPr id="11" name="">
            <a:extLst xmlns:a="http://schemas.openxmlformats.org/drawingml/2006/main">
              <a:ext uri="{FF2B5EF4-FFF2-40B4-BE49-F238E27FC236}">
                <a16:creationId xmlns:a16="http://schemas.microsoft.com/office/drawing/2014/main" id="{2EE4F732-13E4-42D7-A0AF-953EDFEC91AF}"/>
              </a:ext>
            </a:extLst>
          </p:cNvPr>
          <p:cNvSpPr>
            <a:spLocks xmlns:a="http://schemas.openxmlformats.org/drawingml/2006/main" noGrp="1"/>
          </p:cNvSpPr>
          <p:nvPr/>
        </p:nvSpPr>
        <p:spPr>
          <a:xfrm xmlns:a="http://schemas.openxmlformats.org/drawingml/2006/main">
            <a:off x="2828925"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2</a:t>
            </a:r>
          </a:p>
        </p:txBody>
      </p:sp>
      <p:sp>
        <p:nvSpPr>
          <p:cNvPr id="12" name="">
            <a:extLst xmlns:a="http://schemas.openxmlformats.org/drawingml/2006/main">
              <a:ext uri="{FF2B5EF4-FFF2-40B4-BE49-F238E27FC236}">
                <a16:creationId xmlns:a16="http://schemas.microsoft.com/office/drawing/2014/main" id="{2153570E-564E-4915-A5FF-F69826788A27}"/>
              </a:ext>
            </a:extLst>
          </p:cNvPr>
          <p:cNvSpPr>
            <a:spLocks xmlns:a="http://schemas.openxmlformats.org/drawingml/2006/main" noGrp="1"/>
          </p:cNvSpPr>
          <p:nvPr/>
        </p:nvSpPr>
        <p:spPr>
          <a:xfrm xmlns:a="http://schemas.openxmlformats.org/drawingml/2006/main">
            <a:off x="2828925"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Confirm coverage through calls</a:t>
            </a:r>
          </a:p>
        </p:txBody>
      </p:sp>
      <p:sp>
        <p:nvSpPr>
          <p:cNvPr id="13" name="">
            <a:extLst xmlns:a="http://schemas.openxmlformats.org/drawingml/2006/main">
              <a:ext uri="{FF2B5EF4-FFF2-40B4-BE49-F238E27FC236}">
                <a16:creationId xmlns:a16="http://schemas.microsoft.com/office/drawing/2014/main" id="{BF2E60D0-6C00-4EDF-9611-5F7ADDF2C14F}"/>
              </a:ext>
            </a:extLst>
          </p:cNvPr>
          <p:cNvSpPr>
            <a:spLocks xmlns:a="http://schemas.openxmlformats.org/drawingml/2006/main" noGrp="1"/>
          </p:cNvSpPr>
          <p:nvPr/>
        </p:nvSpPr>
        <p:spPr>
          <a:xfrm xmlns:a="http://schemas.openxmlformats.org/drawingml/2006/main">
            <a:off x="3590925" y="2390775"/>
            <a:ext cx="1143000" cy="0"/>
          </a:xfrm>
          <a:prstGeom xmlns:a="http://schemas.openxmlformats.org/drawingml/2006/main" prst="line">
            <a:avLst/>
          </a:prstGeom>
          <a:ln xmlns:a="http://schemas.openxmlformats.org/drawingml/2006/main" w="19050">
            <a:solidFill>
              <a:srgbClr val="CFD2D8"/>
            </a:solidFill>
          </a:ln>
        </p:spPr>
      </p:sp>
      <p:sp>
        <p:nvSpPr>
          <p:cNvPr id="14" name="">
            <a:extLst xmlns:a="http://schemas.openxmlformats.org/drawingml/2006/main">
              <a:ext uri="{FF2B5EF4-FFF2-40B4-BE49-F238E27FC236}">
                <a16:creationId xmlns:a16="http://schemas.microsoft.com/office/drawing/2014/main" id="{76CBB463-24CF-4DE9-90D3-A36833F1655D}"/>
              </a:ext>
            </a:extLst>
          </p:cNvPr>
          <p:cNvSpPr>
            <a:spLocks xmlns:a="http://schemas.openxmlformats.org/drawingml/2006/main" noGrp="1"/>
          </p:cNvSpPr>
          <p:nvPr/>
        </p:nvSpPr>
        <p:spPr>
          <a:xfrm xmlns:a="http://schemas.openxmlformats.org/drawingml/2006/main">
            <a:off x="508635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3</a:t>
            </a:r>
          </a:p>
        </p:txBody>
      </p:sp>
      <p:sp>
        <p:nvSpPr>
          <p:cNvPr id="15" name="">
            <a:extLst xmlns:a="http://schemas.openxmlformats.org/drawingml/2006/main">
              <a:ext uri="{FF2B5EF4-FFF2-40B4-BE49-F238E27FC236}">
                <a16:creationId xmlns:a16="http://schemas.microsoft.com/office/drawing/2014/main" id="{EF7313FF-0B5E-465E-924D-64DF63AC576F}"/>
              </a:ext>
            </a:extLst>
          </p:cNvPr>
          <p:cNvSpPr>
            <a:spLocks xmlns:a="http://schemas.openxmlformats.org/drawingml/2006/main" noGrp="1"/>
          </p:cNvSpPr>
          <p:nvPr/>
        </p:nvSpPr>
        <p:spPr>
          <a:xfrm xmlns:a="http://schemas.openxmlformats.org/drawingml/2006/main">
            <a:off x="508635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Arrange time through separate chats</a:t>
            </a:r>
          </a:p>
        </p:txBody>
      </p:sp>
      <p:sp>
        <p:nvSpPr>
          <p:cNvPr id="16" name="">
            <a:extLst xmlns:a="http://schemas.openxmlformats.org/drawingml/2006/main">
              <a:ext uri="{FF2B5EF4-FFF2-40B4-BE49-F238E27FC236}">
                <a16:creationId xmlns:a16="http://schemas.microsoft.com/office/drawing/2014/main" id="{0010F319-1CC5-4081-9867-A688E0C6BFC3}"/>
              </a:ext>
            </a:extLst>
          </p:cNvPr>
          <p:cNvSpPr>
            <a:spLocks xmlns:a="http://schemas.openxmlformats.org/drawingml/2006/main" noGrp="1"/>
          </p:cNvSpPr>
          <p:nvPr/>
        </p:nvSpPr>
        <p:spPr>
          <a:xfrm xmlns:a="http://schemas.openxmlformats.org/drawingml/2006/main">
            <a:off x="5848350" y="2390775"/>
            <a:ext cx="1143000" cy="0"/>
          </a:xfrm>
          <a:prstGeom xmlns:a="http://schemas.openxmlformats.org/drawingml/2006/main" prst="line">
            <a:avLst/>
          </a:prstGeom>
          <a:ln xmlns:a="http://schemas.openxmlformats.org/drawingml/2006/main" w="19050">
            <a:solidFill>
              <a:srgbClr val="CFD2D8"/>
            </a:solidFill>
          </a:ln>
        </p:spPr>
      </p:sp>
      <p:sp>
        <p:nvSpPr>
          <p:cNvPr id="17" name="">
            <a:extLst xmlns:a="http://schemas.openxmlformats.org/drawingml/2006/main">
              <a:ext uri="{FF2B5EF4-FFF2-40B4-BE49-F238E27FC236}">
                <a16:creationId xmlns:a16="http://schemas.microsoft.com/office/drawing/2014/main" id="{B7AB583C-12F2-47F6-BD5F-6DF3D47354A1}"/>
              </a:ext>
            </a:extLst>
          </p:cNvPr>
          <p:cNvSpPr>
            <a:spLocks xmlns:a="http://schemas.openxmlformats.org/drawingml/2006/main" noGrp="1"/>
          </p:cNvSpPr>
          <p:nvPr/>
        </p:nvSpPr>
        <p:spPr>
          <a:xfrm xmlns:a="http://schemas.openxmlformats.org/drawingml/2006/main">
            <a:off x="7343775"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4</a:t>
            </a:r>
          </a:p>
        </p:txBody>
      </p:sp>
      <p:sp>
        <p:nvSpPr>
          <p:cNvPr id="18" name="">
            <a:extLst xmlns:a="http://schemas.openxmlformats.org/drawingml/2006/main">
              <a:ext uri="{FF2B5EF4-FFF2-40B4-BE49-F238E27FC236}">
                <a16:creationId xmlns:a16="http://schemas.microsoft.com/office/drawing/2014/main" id="{33EEFA9F-038F-4657-885F-D9089DD72424}"/>
              </a:ext>
            </a:extLst>
          </p:cNvPr>
          <p:cNvSpPr>
            <a:spLocks xmlns:a="http://schemas.openxmlformats.org/drawingml/2006/main" noGrp="1"/>
          </p:cNvSpPr>
          <p:nvPr/>
        </p:nvSpPr>
        <p:spPr>
          <a:xfrm xmlns:a="http://schemas.openxmlformats.org/drawingml/2006/main">
            <a:off x="7343775"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Track booking and payment separately</a:t>
            </a:r>
          </a:p>
        </p:txBody>
      </p:sp>
      <p:sp>
        <p:nvSpPr>
          <p:cNvPr id="19" name="">
            <a:extLst xmlns:a="http://schemas.openxmlformats.org/drawingml/2006/main">
              <a:ext uri="{FF2B5EF4-FFF2-40B4-BE49-F238E27FC236}">
                <a16:creationId xmlns:a16="http://schemas.microsoft.com/office/drawing/2014/main" id="{B2C9DA2F-21DA-4A6B-A76B-50511DBFF42E}"/>
              </a:ext>
            </a:extLst>
          </p:cNvPr>
          <p:cNvSpPr>
            <a:spLocks xmlns:a="http://schemas.openxmlformats.org/drawingml/2006/main" noGrp="1"/>
          </p:cNvSpPr>
          <p:nvPr/>
        </p:nvSpPr>
        <p:spPr>
          <a:xfrm xmlns:a="http://schemas.openxmlformats.org/drawingml/2006/main">
            <a:off x="8105775" y="2390775"/>
            <a:ext cx="1143000" cy="0"/>
          </a:xfrm>
          <a:prstGeom xmlns:a="http://schemas.openxmlformats.org/drawingml/2006/main" prst="line">
            <a:avLst/>
          </a:prstGeom>
          <a:ln xmlns:a="http://schemas.openxmlformats.org/drawingml/2006/main" w="19050">
            <a:solidFill>
              <a:srgbClr val="CFD2D8"/>
            </a:solidFill>
          </a:ln>
        </p:spPr>
      </p:sp>
      <p:sp>
        <p:nvSpPr>
          <p:cNvPr id="20" name="">
            <a:extLst xmlns:a="http://schemas.openxmlformats.org/drawingml/2006/main">
              <a:ext uri="{FF2B5EF4-FFF2-40B4-BE49-F238E27FC236}">
                <a16:creationId xmlns:a16="http://schemas.microsoft.com/office/drawing/2014/main" id="{45540737-9E78-48BA-9837-60715CA7B5B1}"/>
              </a:ext>
            </a:extLst>
          </p:cNvPr>
          <p:cNvSpPr>
            <a:spLocks xmlns:a="http://schemas.openxmlformats.org/drawingml/2006/main" noGrp="1"/>
          </p:cNvSpPr>
          <p:nvPr/>
        </p:nvSpPr>
        <p:spPr>
          <a:xfrm xmlns:a="http://schemas.openxmlformats.org/drawingml/2006/main">
            <a:off x="960120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5</a:t>
            </a:r>
          </a:p>
        </p:txBody>
      </p:sp>
      <p:sp>
        <p:nvSpPr>
          <p:cNvPr id="21" name="">
            <a:extLst xmlns:a="http://schemas.openxmlformats.org/drawingml/2006/main">
              <a:ext uri="{FF2B5EF4-FFF2-40B4-BE49-F238E27FC236}">
                <a16:creationId xmlns:a16="http://schemas.microsoft.com/office/drawing/2014/main" id="{6EB01482-37A2-43C6-9238-996732F7CC22}"/>
              </a:ext>
            </a:extLst>
          </p:cNvPr>
          <p:cNvSpPr>
            <a:spLocks xmlns:a="http://schemas.openxmlformats.org/drawingml/2006/main" noGrp="1"/>
          </p:cNvSpPr>
          <p:nvPr/>
        </p:nvSpPr>
        <p:spPr>
          <a:xfrm xmlns:a="http://schemas.openxmlformats.org/drawingml/2006/main">
            <a:off x="960120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Resolve issues through informal follow-up</a:t>
            </a:r>
          </a:p>
        </p:txBody>
      </p:sp>
      <p:sp>
        <p:nvSpPr>
          <p:cNvPr id="22" name="">
            <a:extLst xmlns:a="http://schemas.openxmlformats.org/drawingml/2006/main">
              <a:ext uri="{FF2B5EF4-FFF2-40B4-BE49-F238E27FC236}">
                <a16:creationId xmlns:a16="http://schemas.microsoft.com/office/drawing/2014/main" id="{3BA23B23-87AC-4C30-9CF6-163C7D9CBB46}"/>
              </a:ext>
            </a:extLst>
          </p:cNvPr>
          <p:cNvSpPr>
            <a:spLocks xmlns:a="http://schemas.openxmlformats.org/drawingml/2006/main" noGrp="1"/>
          </p:cNvSpPr>
          <p:nvPr/>
        </p:nvSpPr>
        <p:spPr>
          <a:xfrm xmlns:a="http://schemas.openxmlformats.org/drawingml/2006/main">
            <a:off x="400050" y="4048125"/>
            <a:ext cx="11410950" cy="2047875"/>
          </a:xfrm>
          <a:prstGeom xmlns:a="http://schemas.openxmlformats.org/drawingml/2006/main" prst="rect">
            <a:avLst/>
          </a:prstGeom>
          <a:solidFill xmlns:a="http://schemas.openxmlformats.org/drawingml/2006/main">
            <a:srgbClr val="FFF7CD"/>
          </a:solidFill>
          <a:ln xmlns:a="http://schemas.openxmlformats.org/drawingml/2006/main" w="9525">
            <a:solidFill>
              <a:srgbClr val="FFF7CD"/>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3" name="">
            <a:extLst xmlns:a="http://schemas.openxmlformats.org/drawingml/2006/main">
              <a:ext uri="{FF2B5EF4-FFF2-40B4-BE49-F238E27FC236}">
                <a16:creationId xmlns:a16="http://schemas.microsoft.com/office/drawing/2014/main" id="{3A3ABD09-E108-4395-8B01-6342DDE6D137}"/>
              </a:ext>
            </a:extLst>
          </p:cNvPr>
          <p:cNvSpPr>
            <a:spLocks xmlns:a="http://schemas.openxmlformats.org/drawingml/2006/main" noGrp="1"/>
          </p:cNvSpPr>
          <p:nvPr/>
        </p:nvSpPr>
        <p:spPr>
          <a:xfrm xmlns:a="http://schemas.openxmlformats.org/drawingml/2006/main">
            <a:off x="571500" y="42291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Nearby Platform</a:t>
            </a:r>
          </a:p>
        </p:txBody>
      </p:sp>
      <p:sp>
        <p:nvSpPr>
          <p:cNvPr id="24" name="">
            <a:extLst xmlns:a="http://schemas.openxmlformats.org/drawingml/2006/main">
              <a:ext uri="{FF2B5EF4-FFF2-40B4-BE49-F238E27FC236}">
                <a16:creationId xmlns:a16="http://schemas.microsoft.com/office/drawing/2014/main" id="{03D8846C-6C8C-41C5-ABE1-FA3940523A66}"/>
              </a:ext>
            </a:extLst>
          </p:cNvPr>
          <p:cNvSpPr>
            <a:spLocks xmlns:a="http://schemas.openxmlformats.org/drawingml/2006/main" noGrp="1"/>
          </p:cNvSpPr>
          <p:nvPr/>
        </p:nvSpPr>
        <p:spPr>
          <a:xfrm xmlns:a="http://schemas.openxmlformats.org/drawingml/2006/main">
            <a:off x="57150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Discover services by exact pincode</a:t>
            </a:r>
          </a:p>
        </p:txBody>
      </p:sp>
      <p:cxnSp>
        <p:nvCxnSpPr>
          <p:cNvPr id="25" name="">
            <a:extLst xmlns:a="http://schemas.openxmlformats.org/drawingml/2006/main">
              <a:ext uri="{FF2B5EF4-FFF2-40B4-BE49-F238E27FC236}">
                <a16:creationId xmlns:a16="http://schemas.microsoft.com/office/drawing/2014/main" id="{CFD091BC-249A-4286-841B-2FADE3DCA55B}"/>
              </a:ext>
            </a:extLst>
          </p:cNvPr>
          <p:cNvCxnSpPr/>
          <p:nvPr/>
        </p:nvCxnSpPr>
        <p:spPr>
          <a:xfrm xmlns:a="http://schemas.openxmlformats.org/drawingml/2006/main">
            <a:off x="2600325" y="4610100"/>
            <a:ext cx="18097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26" name="">
            <a:extLst xmlns:a="http://schemas.openxmlformats.org/drawingml/2006/main">
              <a:ext uri="{FF2B5EF4-FFF2-40B4-BE49-F238E27FC236}">
                <a16:creationId xmlns:a16="http://schemas.microsoft.com/office/drawing/2014/main" id="{E4645C6B-FCDA-438A-852F-83FCFE766CA6}"/>
              </a:ext>
            </a:extLst>
          </p:cNvPr>
          <p:cNvSpPr>
            <a:spLocks xmlns:a="http://schemas.openxmlformats.org/drawingml/2006/main" noGrp="1"/>
          </p:cNvSpPr>
          <p:nvPr/>
        </p:nvSpPr>
        <p:spPr>
          <a:xfrm xmlns:a="http://schemas.openxmlformats.org/drawingml/2006/main">
            <a:off x="2828925"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Check published service areas</a:t>
            </a:r>
          </a:p>
        </p:txBody>
      </p:sp>
      <p:cxnSp>
        <p:nvCxnSpPr>
          <p:cNvPr id="27" name="">
            <a:extLst xmlns:a="http://schemas.openxmlformats.org/drawingml/2006/main">
              <a:ext uri="{FF2B5EF4-FFF2-40B4-BE49-F238E27FC236}">
                <a16:creationId xmlns:a16="http://schemas.microsoft.com/office/drawing/2014/main" id="{67A6E3A4-F78B-4772-90E3-A5574FA435E5}"/>
              </a:ext>
            </a:extLst>
          </p:cNvPr>
          <p:cNvCxnSpPr/>
          <p:nvPr/>
        </p:nvCxnSpPr>
        <p:spPr>
          <a:xfrm xmlns:a="http://schemas.openxmlformats.org/drawingml/2006/main">
            <a:off x="4857750" y="4610100"/>
            <a:ext cx="18097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28" name="">
            <a:extLst xmlns:a="http://schemas.openxmlformats.org/drawingml/2006/main">
              <a:ext uri="{FF2B5EF4-FFF2-40B4-BE49-F238E27FC236}">
                <a16:creationId xmlns:a16="http://schemas.microsoft.com/office/drawing/2014/main" id="{53322EBB-E384-4A18-86C6-C711DC79A027}"/>
              </a:ext>
            </a:extLst>
          </p:cNvPr>
          <p:cNvSpPr>
            <a:spLocks xmlns:a="http://schemas.openxmlformats.org/drawingml/2006/main" noGrp="1"/>
          </p:cNvSpPr>
          <p:nvPr/>
        </p:nvSpPr>
        <p:spPr>
          <a:xfrm xmlns:a="http://schemas.openxmlformats.org/drawingml/2006/main">
            <a:off x="508635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Request a published availability slot</a:t>
            </a:r>
          </a:p>
        </p:txBody>
      </p:sp>
      <p:cxnSp>
        <p:nvCxnSpPr>
          <p:cNvPr id="29" name="">
            <a:extLst xmlns:a="http://schemas.openxmlformats.org/drawingml/2006/main">
              <a:ext uri="{FF2B5EF4-FFF2-40B4-BE49-F238E27FC236}">
                <a16:creationId xmlns:a16="http://schemas.microsoft.com/office/drawing/2014/main" id="{78C32C32-DE51-4314-B21F-B84F81E3F285}"/>
              </a:ext>
            </a:extLst>
          </p:cNvPr>
          <p:cNvCxnSpPr/>
          <p:nvPr/>
        </p:nvCxnSpPr>
        <p:spPr>
          <a:xfrm xmlns:a="http://schemas.openxmlformats.org/drawingml/2006/main">
            <a:off x="7115175" y="4610100"/>
            <a:ext cx="18097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30" name="">
            <a:extLst xmlns:a="http://schemas.openxmlformats.org/drawingml/2006/main">
              <a:ext uri="{FF2B5EF4-FFF2-40B4-BE49-F238E27FC236}">
                <a16:creationId xmlns:a16="http://schemas.microsoft.com/office/drawing/2014/main" id="{FCF6A572-ACDE-4531-B9F3-E724FA1C22F1}"/>
              </a:ext>
            </a:extLst>
          </p:cNvPr>
          <p:cNvSpPr>
            <a:spLocks xmlns:a="http://schemas.openxmlformats.org/drawingml/2006/main" noGrp="1"/>
          </p:cNvSpPr>
          <p:nvPr/>
        </p:nvSpPr>
        <p:spPr>
          <a:xfrm xmlns:a="http://schemas.openxmlformats.org/drawingml/2006/main">
            <a:off x="7343775"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Manage booking and INR checkout together</a:t>
            </a:r>
          </a:p>
        </p:txBody>
      </p:sp>
      <p:cxnSp>
        <p:nvCxnSpPr>
          <p:cNvPr id="31" name="">
            <a:extLst xmlns:a="http://schemas.openxmlformats.org/drawingml/2006/main">
              <a:ext uri="{FF2B5EF4-FFF2-40B4-BE49-F238E27FC236}">
                <a16:creationId xmlns:a16="http://schemas.microsoft.com/office/drawing/2014/main" id="{041D5D47-84D2-4A26-92C6-071778D052ED}"/>
              </a:ext>
            </a:extLst>
          </p:cNvPr>
          <p:cNvCxnSpPr/>
          <p:nvPr/>
        </p:nvCxnSpPr>
        <p:spPr>
          <a:xfrm xmlns:a="http://schemas.openxmlformats.org/drawingml/2006/main">
            <a:off x="9372600" y="4610100"/>
            <a:ext cx="18097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32" name="">
            <a:extLst xmlns:a="http://schemas.openxmlformats.org/drawingml/2006/main">
              <a:ext uri="{FF2B5EF4-FFF2-40B4-BE49-F238E27FC236}">
                <a16:creationId xmlns:a16="http://schemas.microsoft.com/office/drawing/2014/main" id="{89573956-3BD4-444F-8FDF-132DA0668659}"/>
              </a:ext>
            </a:extLst>
          </p:cNvPr>
          <p:cNvSpPr>
            <a:spLocks xmlns:a="http://schemas.openxmlformats.org/drawingml/2006/main" noGrp="1"/>
          </p:cNvSpPr>
          <p:nvPr/>
        </p:nvSpPr>
        <p:spPr>
          <a:xfrm xmlns:a="http://schemas.openxmlformats.org/drawingml/2006/main">
            <a:off x="960120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Use booking-linked chat, reviews and disputes</a:t>
            </a:r>
          </a:p>
        </p:txBody>
      </p:sp>
    </p:spTree>
    <p:extLst>
      <p:ext uri="{BB962C8B-B14F-4D97-AF65-F5344CB8AC3E}">
        <p14:creationId xmlns:p14="http://schemas.microsoft.com/office/powerpoint/2010/main" val="6205988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11374425-F819-4622-A439-6418BB70E954}"/>
              </a:ext>
            </a:extLst>
          </p:cNvPr>
          <p:cNvPicPr>
            <a:picLocks xmlns:a="http://schemas.openxmlformats.org/drawingml/2006/main" noChangeAspect="1"/>
          </p:cNvPicPr>
          <p:nvPr/>
        </p:nvPicPr>
        <p:blipFill>
          <a:blip xmlns:r="http://schemas.openxmlformats.org/officeDocument/2006/relationships" xmlns:a="http://schemas.openxmlformats.org/drawingml/2006/main" r:embed="R3568ad11e1634bf7"/>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9FCCD92-873A-4620-BD42-321530DFD03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67203F1E-9210-41CD-BB7F-6FC7A4800252}"/>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Functional &amp; Non-Functional Requirements</a:t>
            </a:r>
          </a:p>
        </p:txBody>
      </p:sp>
      <p:sp>
        <p:nvSpPr>
          <p:cNvPr id="4" name="">
            <a:extLst xmlns:a="http://schemas.openxmlformats.org/drawingml/2006/main">
              <a:ext uri="{FF2B5EF4-FFF2-40B4-BE49-F238E27FC236}">
                <a16:creationId xmlns:a16="http://schemas.microsoft.com/office/drawing/2014/main" id="{93CAA62C-4CFF-471D-AF96-2013420108B4}"/>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BD32C3FB-5A9A-4526-8E72-D444AB0978CB}"/>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2BB6EBD2-9A3E-453B-AF0F-5F364392D714}"/>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7" name="">
            <a:extLst xmlns:a="http://schemas.openxmlformats.org/drawingml/2006/main">
              <a:ext uri="{FF2B5EF4-FFF2-40B4-BE49-F238E27FC236}">
                <a16:creationId xmlns:a16="http://schemas.microsoft.com/office/drawing/2014/main" id="{3C85A7B2-8013-49F0-8016-4797C6EA85F3}"/>
              </a:ext>
            </a:extLst>
          </p:cNvPr>
          <p:cNvSpPr>
            <a:spLocks xmlns:a="http://schemas.openxmlformats.org/drawingml/2006/main" noGrp="1"/>
          </p:cNvSpPr>
          <p:nvPr/>
        </p:nvSpPr>
        <p:spPr>
          <a:xfrm xmlns:a="http://schemas.openxmlformats.org/drawingml/2006/main">
            <a:off x="571500" y="1571625"/>
            <a:ext cx="685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Functional Requirements</a:t>
            </a:r>
          </a:p>
        </p:txBody>
      </p:sp>
      <p:sp>
        <p:nvSpPr>
          <p:cNvPr id="8" name="">
            <a:extLst xmlns:a="http://schemas.openxmlformats.org/drawingml/2006/main">
              <a:ext uri="{FF2B5EF4-FFF2-40B4-BE49-F238E27FC236}">
                <a16:creationId xmlns:a16="http://schemas.microsoft.com/office/drawing/2014/main" id="{74BB999D-E70E-4063-A1E3-68BCA83FB6A7}"/>
              </a:ext>
            </a:extLst>
          </p:cNvPr>
          <p:cNvSpPr>
            <a:spLocks xmlns:a="http://schemas.openxmlformats.org/drawingml/2006/main" noGrp="1"/>
          </p:cNvSpPr>
          <p:nvPr/>
        </p:nvSpPr>
        <p:spPr>
          <a:xfrm xmlns:a="http://schemas.openxmlformats.org/drawingml/2006/main">
            <a:off x="5715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1</a:t>
            </a:r>
          </a:p>
        </p:txBody>
      </p:sp>
      <p:sp>
        <p:nvSpPr>
          <p:cNvPr id="9" name="">
            <a:extLst xmlns:a="http://schemas.openxmlformats.org/drawingml/2006/main">
              <a:ext uri="{FF2B5EF4-FFF2-40B4-BE49-F238E27FC236}">
                <a16:creationId xmlns:a16="http://schemas.microsoft.com/office/drawing/2014/main" id="{CE39F4AA-BBAE-4744-B240-379E846AEF4F}"/>
              </a:ext>
            </a:extLst>
          </p:cNvPr>
          <p:cNvSpPr>
            <a:spLocks xmlns:a="http://schemas.openxmlformats.org/drawingml/2006/main" noGrp="1"/>
          </p:cNvSpPr>
          <p:nvPr/>
        </p:nvSpPr>
        <p:spPr>
          <a:xfrm xmlns:a="http://schemas.openxmlformats.org/drawingml/2006/main">
            <a:off x="10287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Login for customer, provider and admin roles</a:t>
            </a:r>
          </a:p>
        </p:txBody>
      </p:sp>
      <p:sp>
        <p:nvSpPr>
          <p:cNvPr id="10" name="">
            <a:extLst xmlns:a="http://schemas.openxmlformats.org/drawingml/2006/main">
              <a:ext uri="{FF2B5EF4-FFF2-40B4-BE49-F238E27FC236}">
                <a16:creationId xmlns:a16="http://schemas.microsoft.com/office/drawing/2014/main" id="{43DA0FC0-E1E7-44E8-B9AF-642B59A49641}"/>
              </a:ext>
            </a:extLst>
          </p:cNvPr>
          <p:cNvSpPr>
            <a:spLocks xmlns:a="http://schemas.openxmlformats.org/drawingml/2006/main" noGrp="1"/>
          </p:cNvSpPr>
          <p:nvPr/>
        </p:nvSpPr>
        <p:spPr>
          <a:xfrm xmlns:a="http://schemas.openxmlformats.org/drawingml/2006/main">
            <a:off x="34290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2</a:t>
            </a:r>
          </a:p>
        </p:txBody>
      </p:sp>
      <p:sp>
        <p:nvSpPr>
          <p:cNvPr id="11" name="">
            <a:extLst xmlns:a="http://schemas.openxmlformats.org/drawingml/2006/main">
              <a:ext uri="{FF2B5EF4-FFF2-40B4-BE49-F238E27FC236}">
                <a16:creationId xmlns:a16="http://schemas.microsoft.com/office/drawing/2014/main" id="{4820CD3A-FF3C-49F3-9701-235361F64CB0}"/>
              </a:ext>
            </a:extLst>
          </p:cNvPr>
          <p:cNvSpPr>
            <a:spLocks xmlns:a="http://schemas.openxmlformats.org/drawingml/2006/main" noGrp="1"/>
          </p:cNvSpPr>
          <p:nvPr/>
        </p:nvSpPr>
        <p:spPr>
          <a:xfrm xmlns:a="http://schemas.openxmlformats.org/drawingml/2006/main">
            <a:off x="38862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Search services by six-digit pincode</a:t>
            </a:r>
          </a:p>
        </p:txBody>
      </p:sp>
      <p:sp>
        <p:nvSpPr>
          <p:cNvPr id="12" name="">
            <a:extLst xmlns:a="http://schemas.openxmlformats.org/drawingml/2006/main">
              <a:ext uri="{FF2B5EF4-FFF2-40B4-BE49-F238E27FC236}">
                <a16:creationId xmlns:a16="http://schemas.microsoft.com/office/drawing/2014/main" id="{0DFF56AB-E596-4A5C-ADC5-244422C3C1FB}"/>
              </a:ext>
            </a:extLst>
          </p:cNvPr>
          <p:cNvSpPr>
            <a:spLocks xmlns:a="http://schemas.openxmlformats.org/drawingml/2006/main" noGrp="1"/>
          </p:cNvSpPr>
          <p:nvPr/>
        </p:nvSpPr>
        <p:spPr>
          <a:xfrm xmlns:a="http://schemas.openxmlformats.org/drawingml/2006/main">
            <a:off x="62865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3</a:t>
            </a:r>
          </a:p>
        </p:txBody>
      </p:sp>
      <p:sp>
        <p:nvSpPr>
          <p:cNvPr id="13" name="">
            <a:extLst xmlns:a="http://schemas.openxmlformats.org/drawingml/2006/main">
              <a:ext uri="{FF2B5EF4-FFF2-40B4-BE49-F238E27FC236}">
                <a16:creationId xmlns:a16="http://schemas.microsoft.com/office/drawing/2014/main" id="{43AFBEF5-F9F1-44AF-9C48-F716048EE157}"/>
              </a:ext>
            </a:extLst>
          </p:cNvPr>
          <p:cNvSpPr>
            <a:spLocks xmlns:a="http://schemas.openxmlformats.org/drawingml/2006/main" noGrp="1"/>
          </p:cNvSpPr>
          <p:nvPr/>
        </p:nvSpPr>
        <p:spPr>
          <a:xfrm xmlns:a="http://schemas.openxmlformats.org/drawingml/2006/main">
            <a:off x="67437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Manage provider profiles and service listings</a:t>
            </a:r>
          </a:p>
        </p:txBody>
      </p:sp>
      <p:sp>
        <p:nvSpPr>
          <p:cNvPr id="14" name="">
            <a:extLst xmlns:a="http://schemas.openxmlformats.org/drawingml/2006/main">
              <a:ext uri="{FF2B5EF4-FFF2-40B4-BE49-F238E27FC236}">
                <a16:creationId xmlns:a16="http://schemas.microsoft.com/office/drawing/2014/main" id="{B94BF6EB-0529-43D5-8706-070E48607CE2}"/>
              </a:ext>
            </a:extLst>
          </p:cNvPr>
          <p:cNvSpPr>
            <a:spLocks xmlns:a="http://schemas.openxmlformats.org/drawingml/2006/main" noGrp="1"/>
          </p:cNvSpPr>
          <p:nvPr/>
        </p:nvSpPr>
        <p:spPr>
          <a:xfrm xmlns:a="http://schemas.openxmlformats.org/drawingml/2006/main">
            <a:off x="91440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4</a:t>
            </a:r>
          </a:p>
        </p:txBody>
      </p:sp>
      <p:sp>
        <p:nvSpPr>
          <p:cNvPr id="15" name="">
            <a:extLst xmlns:a="http://schemas.openxmlformats.org/drawingml/2006/main">
              <a:ext uri="{FF2B5EF4-FFF2-40B4-BE49-F238E27FC236}">
                <a16:creationId xmlns:a16="http://schemas.microsoft.com/office/drawing/2014/main" id="{27653906-4BA1-4430-A23F-FF1844F0DADB}"/>
              </a:ext>
            </a:extLst>
          </p:cNvPr>
          <p:cNvSpPr>
            <a:spLocks xmlns:a="http://schemas.openxmlformats.org/drawingml/2006/main" noGrp="1"/>
          </p:cNvSpPr>
          <p:nvPr/>
        </p:nvSpPr>
        <p:spPr>
          <a:xfrm xmlns:a="http://schemas.openxmlformats.org/drawingml/2006/main">
            <a:off x="96012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Publish availability and request bookings</a:t>
            </a:r>
          </a:p>
        </p:txBody>
      </p:sp>
      <p:sp>
        <p:nvSpPr>
          <p:cNvPr id="16" name="">
            <a:extLst xmlns:a="http://schemas.openxmlformats.org/drawingml/2006/main">
              <a:ext uri="{FF2B5EF4-FFF2-40B4-BE49-F238E27FC236}">
                <a16:creationId xmlns:a16="http://schemas.microsoft.com/office/drawing/2014/main" id="{F0D1CB29-A9BC-4ED4-A956-6710818FBB9D}"/>
              </a:ext>
            </a:extLst>
          </p:cNvPr>
          <p:cNvSpPr>
            <a:spLocks xmlns:a="http://schemas.openxmlformats.org/drawingml/2006/main" noGrp="1"/>
          </p:cNvSpPr>
          <p:nvPr/>
        </p:nvSpPr>
        <p:spPr>
          <a:xfrm xmlns:a="http://schemas.openxmlformats.org/drawingml/2006/main">
            <a:off x="5715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5</a:t>
            </a:r>
          </a:p>
        </p:txBody>
      </p:sp>
      <p:sp>
        <p:nvSpPr>
          <p:cNvPr id="17" name="">
            <a:extLst xmlns:a="http://schemas.openxmlformats.org/drawingml/2006/main">
              <a:ext uri="{FF2B5EF4-FFF2-40B4-BE49-F238E27FC236}">
                <a16:creationId xmlns:a16="http://schemas.microsoft.com/office/drawing/2014/main" id="{72C52534-C69E-46BB-9848-EE528DE33354}"/>
              </a:ext>
            </a:extLst>
          </p:cNvPr>
          <p:cNvSpPr>
            <a:spLocks xmlns:a="http://schemas.openxmlformats.org/drawingml/2006/main" noGrp="1"/>
          </p:cNvSpPr>
          <p:nvPr/>
        </p:nvSpPr>
        <p:spPr>
          <a:xfrm xmlns:a="http://schemas.openxmlformats.org/drawingml/2006/main">
            <a:off x="10287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Accept requests before customer checkout</a:t>
            </a:r>
          </a:p>
        </p:txBody>
      </p:sp>
      <p:sp>
        <p:nvSpPr>
          <p:cNvPr id="18" name="">
            <a:extLst xmlns:a="http://schemas.openxmlformats.org/drawingml/2006/main">
              <a:ext uri="{FF2B5EF4-FFF2-40B4-BE49-F238E27FC236}">
                <a16:creationId xmlns:a16="http://schemas.microsoft.com/office/drawing/2014/main" id="{B7BE3BE1-8222-48D9-B703-18C6A3B997BF}"/>
              </a:ext>
            </a:extLst>
          </p:cNvPr>
          <p:cNvSpPr>
            <a:spLocks xmlns:a="http://schemas.openxmlformats.org/drawingml/2006/main" noGrp="1"/>
          </p:cNvSpPr>
          <p:nvPr/>
        </p:nvSpPr>
        <p:spPr>
          <a:xfrm xmlns:a="http://schemas.openxmlformats.org/drawingml/2006/main">
            <a:off x="34290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6</a:t>
            </a:r>
          </a:p>
        </p:txBody>
      </p:sp>
      <p:sp>
        <p:nvSpPr>
          <p:cNvPr id="19" name="">
            <a:extLst xmlns:a="http://schemas.openxmlformats.org/drawingml/2006/main">
              <a:ext uri="{FF2B5EF4-FFF2-40B4-BE49-F238E27FC236}">
                <a16:creationId xmlns:a16="http://schemas.microsoft.com/office/drawing/2014/main" id="{09F4125A-8115-4668-9F47-08428735EEA3}"/>
              </a:ext>
            </a:extLst>
          </p:cNvPr>
          <p:cNvSpPr>
            <a:spLocks xmlns:a="http://schemas.openxmlformats.org/drawingml/2006/main" noGrp="1"/>
          </p:cNvSpPr>
          <p:nvPr/>
        </p:nvSpPr>
        <p:spPr>
          <a:xfrm xmlns:a="http://schemas.openxmlformats.org/drawingml/2006/main">
            <a:off x="38862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Exchange booking-linked messages</a:t>
            </a:r>
          </a:p>
        </p:txBody>
      </p:sp>
      <p:sp>
        <p:nvSpPr>
          <p:cNvPr id="20" name="">
            <a:extLst xmlns:a="http://schemas.openxmlformats.org/drawingml/2006/main">
              <a:ext uri="{FF2B5EF4-FFF2-40B4-BE49-F238E27FC236}">
                <a16:creationId xmlns:a16="http://schemas.microsoft.com/office/drawing/2014/main" id="{F4F13557-3DC2-4121-8D4F-0815EC0A3247}"/>
              </a:ext>
            </a:extLst>
          </p:cNvPr>
          <p:cNvSpPr>
            <a:spLocks xmlns:a="http://schemas.openxmlformats.org/drawingml/2006/main" noGrp="1"/>
          </p:cNvSpPr>
          <p:nvPr/>
        </p:nvSpPr>
        <p:spPr>
          <a:xfrm xmlns:a="http://schemas.openxmlformats.org/drawingml/2006/main">
            <a:off x="62865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7</a:t>
            </a:r>
          </a:p>
        </p:txBody>
      </p:sp>
      <p:sp>
        <p:nvSpPr>
          <p:cNvPr id="21" name="">
            <a:extLst xmlns:a="http://schemas.openxmlformats.org/drawingml/2006/main">
              <a:ext uri="{FF2B5EF4-FFF2-40B4-BE49-F238E27FC236}">
                <a16:creationId xmlns:a16="http://schemas.microsoft.com/office/drawing/2014/main" id="{4249AA1B-4222-43B9-91D1-529B2F3A8BE1}"/>
              </a:ext>
            </a:extLst>
          </p:cNvPr>
          <p:cNvSpPr>
            <a:spLocks xmlns:a="http://schemas.openxmlformats.org/drawingml/2006/main" noGrp="1"/>
          </p:cNvSpPr>
          <p:nvPr/>
        </p:nvSpPr>
        <p:spPr>
          <a:xfrm xmlns:a="http://schemas.openxmlformats.org/drawingml/2006/main">
            <a:off x="67437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Submit reviews and raise disputes</a:t>
            </a:r>
          </a:p>
        </p:txBody>
      </p:sp>
      <p:sp>
        <p:nvSpPr>
          <p:cNvPr id="22" name="">
            <a:extLst xmlns:a="http://schemas.openxmlformats.org/drawingml/2006/main">
              <a:ext uri="{FF2B5EF4-FFF2-40B4-BE49-F238E27FC236}">
                <a16:creationId xmlns:a16="http://schemas.microsoft.com/office/drawing/2014/main" id="{709FEB08-76CC-42E0-B023-E3C6B626581E}"/>
              </a:ext>
            </a:extLst>
          </p:cNvPr>
          <p:cNvSpPr>
            <a:spLocks xmlns:a="http://schemas.openxmlformats.org/drawingml/2006/main" noGrp="1"/>
          </p:cNvSpPr>
          <p:nvPr/>
        </p:nvSpPr>
        <p:spPr>
          <a:xfrm xmlns:a="http://schemas.openxmlformats.org/drawingml/2006/main">
            <a:off x="571500" y="4095750"/>
            <a:ext cx="11049000" cy="0"/>
          </a:xfrm>
          <a:prstGeom xmlns:a="http://schemas.openxmlformats.org/drawingml/2006/main" prst="line">
            <a:avLst/>
          </a:prstGeom>
          <a:ln xmlns:a="http://schemas.openxmlformats.org/drawingml/2006/main" w="38100">
            <a:solidFill>
              <a:srgbClr val="FFDA35"/>
            </a:solidFill>
          </a:ln>
        </p:spPr>
      </p:sp>
      <p:sp>
        <p:nvSpPr>
          <p:cNvPr id="23" name="">
            <a:extLst xmlns:a="http://schemas.openxmlformats.org/drawingml/2006/main">
              <a:ext uri="{FF2B5EF4-FFF2-40B4-BE49-F238E27FC236}">
                <a16:creationId xmlns:a16="http://schemas.microsoft.com/office/drawing/2014/main" id="{D79D76FC-4BB5-42B5-9D26-20F867AE2598}"/>
              </a:ext>
            </a:extLst>
          </p:cNvPr>
          <p:cNvSpPr>
            <a:spLocks xmlns:a="http://schemas.openxmlformats.org/drawingml/2006/main" noGrp="1"/>
          </p:cNvSpPr>
          <p:nvPr/>
        </p:nvSpPr>
        <p:spPr>
          <a:xfrm xmlns:a="http://schemas.openxmlformats.org/drawingml/2006/main">
            <a:off x="571500" y="4286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Non-Functional Requirements</a:t>
            </a:r>
          </a:p>
        </p:txBody>
      </p:sp>
      <p:sp>
        <p:nvSpPr>
          <p:cNvPr id="24" name="">
            <a:extLst xmlns:a="http://schemas.openxmlformats.org/drawingml/2006/main">
              <a:ext uri="{FF2B5EF4-FFF2-40B4-BE49-F238E27FC236}">
                <a16:creationId xmlns:a16="http://schemas.microsoft.com/office/drawing/2014/main" id="{3114CCE3-9D8D-433D-A36D-1F50257D6472}"/>
              </a:ext>
            </a:extLst>
          </p:cNvPr>
          <p:cNvSpPr>
            <a:spLocks xmlns:a="http://schemas.openxmlformats.org/drawingml/2006/main" noGrp="1"/>
          </p:cNvSpPr>
          <p:nvPr/>
        </p:nvSpPr>
        <p:spPr>
          <a:xfrm xmlns:a="http://schemas.openxmlformats.org/drawingml/2006/main">
            <a:off x="57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Security</a:t>
            </a:r>
          </a:p>
        </p:txBody>
      </p:sp>
      <p:sp>
        <p:nvSpPr>
          <p:cNvPr id="25" name="">
            <a:extLst xmlns:a="http://schemas.openxmlformats.org/drawingml/2006/main">
              <a:ext uri="{FF2B5EF4-FFF2-40B4-BE49-F238E27FC236}">
                <a16:creationId xmlns:a16="http://schemas.microsoft.com/office/drawing/2014/main" id="{0D428CCC-0AAA-457D-B6EE-4AFFD2A9BAC6}"/>
              </a:ext>
            </a:extLst>
          </p:cNvPr>
          <p:cNvSpPr>
            <a:spLocks xmlns:a="http://schemas.openxmlformats.org/drawingml/2006/main" noGrp="1"/>
          </p:cNvSpPr>
          <p:nvPr/>
        </p:nvSpPr>
        <p:spPr>
          <a:xfrm xmlns:a="http://schemas.openxmlformats.org/drawingml/2006/main">
            <a:off x="57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JWT, hashed passwords and role checks</a:t>
            </a:r>
          </a:p>
        </p:txBody>
      </p:sp>
      <p:sp>
        <p:nvSpPr>
          <p:cNvPr id="26" name="">
            <a:extLst xmlns:a="http://schemas.openxmlformats.org/drawingml/2006/main">
              <a:ext uri="{FF2B5EF4-FFF2-40B4-BE49-F238E27FC236}">
                <a16:creationId xmlns:a16="http://schemas.microsoft.com/office/drawing/2014/main" id="{51EE6E66-683C-4ED7-82F2-77885EAA0591}"/>
              </a:ext>
            </a:extLst>
          </p:cNvPr>
          <p:cNvSpPr>
            <a:spLocks xmlns:a="http://schemas.openxmlformats.org/drawingml/2006/main" noGrp="1"/>
          </p:cNvSpPr>
          <p:nvPr/>
        </p:nvSpPr>
        <p:spPr>
          <a:xfrm xmlns:a="http://schemas.openxmlformats.org/drawingml/2006/main">
            <a:off x="438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Usability</a:t>
            </a:r>
          </a:p>
        </p:txBody>
      </p:sp>
      <p:sp>
        <p:nvSpPr>
          <p:cNvPr id="27" name="">
            <a:extLst xmlns:a="http://schemas.openxmlformats.org/drawingml/2006/main">
              <a:ext uri="{FF2B5EF4-FFF2-40B4-BE49-F238E27FC236}">
                <a16:creationId xmlns:a16="http://schemas.microsoft.com/office/drawing/2014/main" id="{DF1201A9-0E2E-4C21-9E93-5AC7E2E8F16A}"/>
              </a:ext>
            </a:extLst>
          </p:cNvPr>
          <p:cNvSpPr>
            <a:spLocks xmlns:a="http://schemas.openxmlformats.org/drawingml/2006/main" noGrp="1"/>
          </p:cNvSpPr>
          <p:nvPr/>
        </p:nvSpPr>
        <p:spPr>
          <a:xfrm xmlns:a="http://schemas.openxmlformats.org/drawingml/2006/main">
            <a:off x="438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Responsive pages and role-based navigation</a:t>
            </a:r>
          </a:p>
        </p:txBody>
      </p:sp>
      <p:sp>
        <p:nvSpPr>
          <p:cNvPr id="28" name="">
            <a:extLst xmlns:a="http://schemas.openxmlformats.org/drawingml/2006/main">
              <a:ext uri="{FF2B5EF4-FFF2-40B4-BE49-F238E27FC236}">
                <a16:creationId xmlns:a16="http://schemas.microsoft.com/office/drawing/2014/main" id="{86457281-6335-4C79-98D5-50A3907C5755}"/>
              </a:ext>
            </a:extLst>
          </p:cNvPr>
          <p:cNvSpPr>
            <a:spLocks xmlns:a="http://schemas.openxmlformats.org/drawingml/2006/main" noGrp="1"/>
          </p:cNvSpPr>
          <p:nvPr/>
        </p:nvSpPr>
        <p:spPr>
          <a:xfrm xmlns:a="http://schemas.openxmlformats.org/drawingml/2006/main">
            <a:off x="819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Integrity</a:t>
            </a:r>
          </a:p>
        </p:txBody>
      </p:sp>
      <p:sp>
        <p:nvSpPr>
          <p:cNvPr id="29" name="">
            <a:extLst xmlns:a="http://schemas.openxmlformats.org/drawingml/2006/main">
              <a:ext uri="{FF2B5EF4-FFF2-40B4-BE49-F238E27FC236}">
                <a16:creationId xmlns:a16="http://schemas.microsoft.com/office/drawing/2014/main" id="{2EA31422-FE58-4586-AA56-28CA657C799F}"/>
              </a:ext>
            </a:extLst>
          </p:cNvPr>
          <p:cNvSpPr>
            <a:spLocks xmlns:a="http://schemas.openxmlformats.org/drawingml/2006/main" noGrp="1"/>
          </p:cNvSpPr>
          <p:nvPr/>
        </p:nvSpPr>
        <p:spPr>
          <a:xfrm xmlns:a="http://schemas.openxmlformats.org/drawingml/2006/main">
            <a:off x="819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Validated fields and unique booking records</a:t>
            </a:r>
          </a:p>
        </p:txBody>
      </p:sp>
      <p:sp>
        <p:nvSpPr>
          <p:cNvPr id="30" name="">
            <a:extLst xmlns:a="http://schemas.openxmlformats.org/drawingml/2006/main">
              <a:ext uri="{FF2B5EF4-FFF2-40B4-BE49-F238E27FC236}">
                <a16:creationId xmlns:a16="http://schemas.microsoft.com/office/drawing/2014/main" id="{1E3B94C3-ED0D-4F0A-AD35-F66AA0E80794}"/>
              </a:ext>
            </a:extLst>
          </p:cNvPr>
          <p:cNvSpPr>
            <a:spLocks xmlns:a="http://schemas.openxmlformats.org/drawingml/2006/main" noGrp="1"/>
          </p:cNvSpPr>
          <p:nvPr/>
        </p:nvSpPr>
        <p:spPr>
          <a:xfrm xmlns:a="http://schemas.openxmlformats.org/drawingml/2006/main">
            <a:off x="57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Performance</a:t>
            </a:r>
          </a:p>
        </p:txBody>
      </p:sp>
      <p:sp>
        <p:nvSpPr>
          <p:cNvPr id="31" name="">
            <a:extLst xmlns:a="http://schemas.openxmlformats.org/drawingml/2006/main">
              <a:ext uri="{FF2B5EF4-FFF2-40B4-BE49-F238E27FC236}">
                <a16:creationId xmlns:a16="http://schemas.microsoft.com/office/drawing/2014/main" id="{A2913F47-392D-4202-94DE-CA6A810C9A53}"/>
              </a:ext>
            </a:extLst>
          </p:cNvPr>
          <p:cNvSpPr>
            <a:spLocks xmlns:a="http://schemas.openxmlformats.org/drawingml/2006/main" noGrp="1"/>
          </p:cNvSpPr>
          <p:nvPr/>
        </p:nvSpPr>
        <p:spPr>
          <a:xfrm xmlns:a="http://schemas.openxmlformats.org/drawingml/2006/main">
            <a:off x="57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Indexed searches and paginated results</a:t>
            </a:r>
          </a:p>
        </p:txBody>
      </p:sp>
      <p:sp>
        <p:nvSpPr>
          <p:cNvPr id="32" name="">
            <a:extLst xmlns:a="http://schemas.openxmlformats.org/drawingml/2006/main">
              <a:ext uri="{FF2B5EF4-FFF2-40B4-BE49-F238E27FC236}">
                <a16:creationId xmlns:a16="http://schemas.microsoft.com/office/drawing/2014/main" id="{E80638DB-BBC4-49D0-BE43-567631EEA96F}"/>
              </a:ext>
            </a:extLst>
          </p:cNvPr>
          <p:cNvSpPr>
            <a:spLocks xmlns:a="http://schemas.openxmlformats.org/drawingml/2006/main" noGrp="1"/>
          </p:cNvSpPr>
          <p:nvPr/>
        </p:nvSpPr>
        <p:spPr>
          <a:xfrm xmlns:a="http://schemas.openxmlformats.org/drawingml/2006/main">
            <a:off x="438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Maintainability</a:t>
            </a:r>
          </a:p>
        </p:txBody>
      </p:sp>
      <p:sp>
        <p:nvSpPr>
          <p:cNvPr id="33" name="">
            <a:extLst xmlns:a="http://schemas.openxmlformats.org/drawingml/2006/main">
              <a:ext uri="{FF2B5EF4-FFF2-40B4-BE49-F238E27FC236}">
                <a16:creationId xmlns:a16="http://schemas.microsoft.com/office/drawing/2014/main" id="{1B8684BB-001C-4EE8-B97D-F21218FC01C8}"/>
              </a:ext>
            </a:extLst>
          </p:cNvPr>
          <p:cNvSpPr>
            <a:spLocks xmlns:a="http://schemas.openxmlformats.org/drawingml/2006/main" noGrp="1"/>
          </p:cNvSpPr>
          <p:nvPr/>
        </p:nvSpPr>
        <p:spPr>
          <a:xfrm xmlns:a="http://schemas.openxmlformats.org/drawingml/2006/main">
            <a:off x="438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Modular API routes and Mongoose models</a:t>
            </a:r>
          </a:p>
        </p:txBody>
      </p:sp>
      <p:sp>
        <p:nvSpPr>
          <p:cNvPr id="34" name="">
            <a:extLst xmlns:a="http://schemas.openxmlformats.org/drawingml/2006/main">
              <a:ext uri="{FF2B5EF4-FFF2-40B4-BE49-F238E27FC236}">
                <a16:creationId xmlns:a16="http://schemas.microsoft.com/office/drawing/2014/main" id="{9B01133F-7245-4740-8810-FD66731FF823}"/>
              </a:ext>
            </a:extLst>
          </p:cNvPr>
          <p:cNvSpPr>
            <a:spLocks xmlns:a="http://schemas.openxmlformats.org/drawingml/2006/main" noGrp="1"/>
          </p:cNvSpPr>
          <p:nvPr/>
        </p:nvSpPr>
        <p:spPr>
          <a:xfrm xmlns:a="http://schemas.openxmlformats.org/drawingml/2006/main">
            <a:off x="819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Reliability</a:t>
            </a:r>
          </a:p>
        </p:txBody>
      </p:sp>
      <p:sp>
        <p:nvSpPr>
          <p:cNvPr id="35" name="">
            <a:extLst xmlns:a="http://schemas.openxmlformats.org/drawingml/2006/main">
              <a:ext uri="{FF2B5EF4-FFF2-40B4-BE49-F238E27FC236}">
                <a16:creationId xmlns:a16="http://schemas.microsoft.com/office/drawing/2014/main" id="{DEB39E96-AD33-496B-9DC3-33ABC1E94EFC}"/>
              </a:ext>
            </a:extLst>
          </p:cNvPr>
          <p:cNvSpPr>
            <a:spLocks xmlns:a="http://schemas.openxmlformats.org/drawingml/2006/main" noGrp="1"/>
          </p:cNvSpPr>
          <p:nvPr/>
        </p:nvSpPr>
        <p:spPr>
          <a:xfrm xmlns:a="http://schemas.openxmlformats.org/drawingml/2006/main">
            <a:off x="819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Database health checks and signed webhooks</a:t>
            </a:r>
          </a:p>
        </p:txBody>
      </p:sp>
    </p:spTree>
    <p:extLst>
      <p:ext uri="{BB962C8B-B14F-4D97-AF65-F5344CB8AC3E}">
        <p14:creationId xmlns:p14="http://schemas.microsoft.com/office/powerpoint/2010/main" val="9126902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8BDA1CC1-5767-4FE3-8D0E-C099FD266106}"/>
              </a:ext>
            </a:extLst>
          </p:cNvPr>
          <p:cNvPicPr>
            <a:picLocks xmlns:a="http://schemas.openxmlformats.org/drawingml/2006/main" noChangeAspect="1"/>
          </p:cNvPicPr>
          <p:nvPr/>
        </p:nvPicPr>
        <p:blipFill>
          <a:blip xmlns:r="http://schemas.openxmlformats.org/officeDocument/2006/relationships" xmlns:a="http://schemas.openxmlformats.org/drawingml/2006/main" r:embed="R47954b699bb746cf"/>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8E9E835-405D-423E-BD7A-0879DDFAE15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33DFE973-F15C-4FDA-9BCA-9D165A124DDD}"/>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System Architecture &amp; Technology Stack</a:t>
            </a:r>
          </a:p>
        </p:txBody>
      </p:sp>
      <p:sp>
        <p:nvSpPr>
          <p:cNvPr id="4" name="">
            <a:extLst xmlns:a="http://schemas.openxmlformats.org/drawingml/2006/main">
              <a:ext uri="{FF2B5EF4-FFF2-40B4-BE49-F238E27FC236}">
                <a16:creationId xmlns:a16="http://schemas.microsoft.com/office/drawing/2014/main" id="{379E29FB-EA4B-419A-BB86-B6CB8EB5E11A}"/>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344E993A-726C-401E-A779-4CE636AC490E}"/>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64BA2BE6-B1B9-48ED-9F92-15EBE9BF963B}"/>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7" name="">
            <a:extLst xmlns:a="http://schemas.openxmlformats.org/drawingml/2006/main">
              <a:ext uri="{FF2B5EF4-FFF2-40B4-BE49-F238E27FC236}">
                <a16:creationId xmlns:a16="http://schemas.microsoft.com/office/drawing/2014/main" id="{A362FA0C-9137-48AF-8AAB-781C05031199}"/>
              </a:ext>
            </a:extLst>
          </p:cNvPr>
          <p:cNvSpPr>
            <a:spLocks xmlns:a="http://schemas.openxmlformats.org/drawingml/2006/main" noGrp="1"/>
          </p:cNvSpPr>
          <p:nvPr/>
        </p:nvSpPr>
        <p:spPr>
          <a:xfrm xmlns:a="http://schemas.openxmlformats.org/drawingml/2006/main">
            <a:off x="571500"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Presentation Tier</a:t>
            </a:r>
          </a:p>
          <a:p xmlns:a="http://schemas.openxmlformats.org/drawingml/2006/main">
            <a:pPr algn="ctr">
              <a:defRPr sz="1725" b="1">
                <a:solidFill>
                  <a:srgbClr val="15191D"/>
                </a:solidFill>
              </a:defRPr>
            </a:pPr>
            <a:r>
              <a:rPr sz="1725" b="1">
                <a:solidFill>
                  <a:srgbClr val="15191D"/>
                </a:solidFill>
              </a:rPr>
              <a:t>React + Vite + Tailwind CSS</a:t>
            </a:r>
          </a:p>
        </p:txBody>
      </p:sp>
      <p:sp>
        <p:nvSpPr>
          <p:cNvPr id="8" name="">
            <a:extLst xmlns:a="http://schemas.openxmlformats.org/drawingml/2006/main">
              <a:ext uri="{FF2B5EF4-FFF2-40B4-BE49-F238E27FC236}">
                <a16:creationId xmlns:a16="http://schemas.microsoft.com/office/drawing/2014/main" id="{148CE8C4-9E16-441C-9382-B301695922FB}"/>
              </a:ext>
            </a:extLst>
          </p:cNvPr>
          <p:cNvSpPr>
            <a:spLocks xmlns:a="http://schemas.openxmlformats.org/drawingml/2006/main" noGrp="1"/>
          </p:cNvSpPr>
          <p:nvPr/>
        </p:nvSpPr>
        <p:spPr>
          <a:xfrm xmlns:a="http://schemas.openxmlformats.org/drawingml/2006/main">
            <a:off x="4543425"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Application Tier</a:t>
            </a:r>
          </a:p>
          <a:p xmlns:a="http://schemas.openxmlformats.org/drawingml/2006/main">
            <a:pPr algn="ctr">
              <a:defRPr sz="1725" b="1">
                <a:solidFill>
                  <a:srgbClr val="15191D"/>
                </a:solidFill>
              </a:defRPr>
            </a:pPr>
            <a:r>
              <a:rPr sz="1725" b="1">
                <a:solidFill>
                  <a:srgbClr val="15191D"/>
                </a:solidFill>
              </a:rPr>
              <a:t>Node.js + Express</a:t>
            </a:r>
          </a:p>
          <a:p xmlns:a="http://schemas.openxmlformats.org/drawingml/2006/main">
            <a:pPr algn="ctr">
              <a:defRPr sz="1725" b="1">
                <a:solidFill>
                  <a:srgbClr val="15191D"/>
                </a:solidFill>
              </a:defRPr>
            </a:pPr>
            <a:r>
              <a:rPr sz="1725" b="1">
                <a:solidFill>
                  <a:srgbClr val="15191D"/>
                </a:solidFill>
              </a:rPr>
              <a:t>JWT + REST APIs</a:t>
            </a:r>
          </a:p>
        </p:txBody>
      </p:sp>
      <p:sp>
        <p:nvSpPr>
          <p:cNvPr id="9" name="">
            <a:extLst xmlns:a="http://schemas.openxmlformats.org/drawingml/2006/main">
              <a:ext uri="{FF2B5EF4-FFF2-40B4-BE49-F238E27FC236}">
                <a16:creationId xmlns:a16="http://schemas.microsoft.com/office/drawing/2014/main" id="{8100DDE8-5D4C-4649-9AA4-C9CD2AA527D7}"/>
              </a:ext>
            </a:extLst>
          </p:cNvPr>
          <p:cNvSpPr>
            <a:spLocks xmlns:a="http://schemas.openxmlformats.org/drawingml/2006/main" noGrp="1"/>
          </p:cNvSpPr>
          <p:nvPr/>
        </p:nvSpPr>
        <p:spPr>
          <a:xfrm xmlns:a="http://schemas.openxmlformats.org/drawingml/2006/main">
            <a:off x="8524875"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Data Tier</a:t>
            </a:r>
          </a:p>
          <a:p xmlns:a="http://schemas.openxmlformats.org/drawingml/2006/main">
            <a:pPr algn="ctr">
              <a:defRPr sz="1725" b="1">
                <a:solidFill>
                  <a:srgbClr val="15191D"/>
                </a:solidFill>
              </a:defRPr>
            </a:pPr>
            <a:r>
              <a:rPr sz="1725" b="1">
                <a:solidFill>
                  <a:srgbClr val="15191D"/>
                </a:solidFill>
              </a:rPr>
              <a:t>MongoDB + Mongoose</a:t>
            </a:r>
          </a:p>
          <a:p xmlns:a="http://schemas.openxmlformats.org/drawingml/2006/main">
            <a:pPr algn="ctr">
              <a:defRPr sz="1725" b="1">
                <a:solidFill>
                  <a:srgbClr val="15191D"/>
                </a:solidFill>
              </a:defRPr>
            </a:pPr>
            <a:r>
              <a:rPr sz="1725" b="1">
                <a:solidFill>
                  <a:srgbClr val="15191D"/>
                </a:solidFill>
              </a:rPr>
              <a:t>Referenced collections</a:t>
            </a:r>
          </a:p>
        </p:txBody>
      </p:sp>
      <p:sp>
        <p:nvSpPr>
          <p:cNvPr id="10" name="">
            <a:extLst xmlns:a="http://schemas.openxmlformats.org/drawingml/2006/main">
              <a:ext uri="{FF2B5EF4-FFF2-40B4-BE49-F238E27FC236}">
                <a16:creationId xmlns:a16="http://schemas.microsoft.com/office/drawing/2014/main" id="{34D99A88-614E-4C16-B400-34239D3F7ADA}"/>
              </a:ext>
            </a:extLst>
          </p:cNvPr>
          <p:cNvSpPr>
            <a:spLocks xmlns:a="http://schemas.openxmlformats.org/drawingml/2006/main" noGrp="1"/>
          </p:cNvSpPr>
          <p:nvPr/>
        </p:nvSpPr>
        <p:spPr>
          <a:xfrm xmlns:a="http://schemas.openxmlformats.org/drawingml/2006/main">
            <a:off x="3667125" y="2543175"/>
            <a:ext cx="876300" cy="0"/>
          </a:xfrm>
          <a:prstGeom xmlns:a="http://schemas.openxmlformats.org/drawingml/2006/main" prst="line">
            <a:avLst/>
          </a:prstGeom>
          <a:ln xmlns:a="http://schemas.openxmlformats.org/drawingml/2006/main" w="28575">
            <a:solidFill>
              <a:srgbClr val="1557FF"/>
            </a:solidFill>
          </a:ln>
        </p:spPr>
      </p:sp>
      <p:sp>
        <p:nvSpPr>
          <p:cNvPr id="11" name="">
            <a:extLst xmlns:a="http://schemas.openxmlformats.org/drawingml/2006/main">
              <a:ext uri="{FF2B5EF4-FFF2-40B4-BE49-F238E27FC236}">
                <a16:creationId xmlns:a16="http://schemas.microsoft.com/office/drawing/2014/main" id="{F5CAD3E0-DE65-471E-A22A-8D4D60728404}"/>
              </a:ext>
            </a:extLst>
          </p:cNvPr>
          <p:cNvSpPr>
            <a:spLocks xmlns:a="http://schemas.openxmlformats.org/drawingml/2006/main" noGrp="1"/>
          </p:cNvSpPr>
          <p:nvPr/>
        </p:nvSpPr>
        <p:spPr>
          <a:xfrm xmlns:a="http://schemas.openxmlformats.org/drawingml/2006/main">
            <a:off x="7639050" y="2543175"/>
            <a:ext cx="885825" cy="0"/>
          </a:xfrm>
          <a:prstGeom xmlns:a="http://schemas.openxmlformats.org/drawingml/2006/main" prst="line">
            <a:avLst/>
          </a:prstGeom>
          <a:ln xmlns:a="http://schemas.openxmlformats.org/drawingml/2006/main" w="28575">
            <a:solidFill>
              <a:srgbClr val="1557FF"/>
            </a:solidFill>
          </a:ln>
        </p:spPr>
      </p:sp>
      <p:sp>
        <p:nvSpPr>
          <p:cNvPr id="12" name="">
            <a:extLst xmlns:a="http://schemas.openxmlformats.org/drawingml/2006/main">
              <a:ext uri="{FF2B5EF4-FFF2-40B4-BE49-F238E27FC236}">
                <a16:creationId xmlns:a16="http://schemas.microsoft.com/office/drawing/2014/main" id="{E07A7BF8-AD01-4D7D-919D-F82B18C4E532}"/>
              </a:ext>
            </a:extLst>
          </p:cNvPr>
          <p:cNvSpPr>
            <a:spLocks xmlns:a="http://schemas.openxmlformats.org/drawingml/2006/main" noGrp="1"/>
          </p:cNvSpPr>
          <p:nvPr/>
        </p:nvSpPr>
        <p:spPr>
          <a:xfrm xmlns:a="http://schemas.openxmlformats.org/drawingml/2006/main">
            <a:off x="3724275" y="2124075"/>
            <a:ext cx="80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557FF"/>
                </a:solidFill>
              </a:defRPr>
            </a:defPPr>
          </a:lstStyle>
          <a:p xmlns:a="http://schemas.openxmlformats.org/drawingml/2006/main">
            <a:pPr>
              <a:defRPr sz="1200" b="0">
                <a:solidFill>
                  <a:srgbClr val="1557FF"/>
                </a:solidFill>
              </a:defRPr>
            </a:pPr>
            <a:r>
              <a:rPr sz="1200" b="0">
                <a:solidFill>
                  <a:srgbClr val="1557FF"/>
                </a:solidFill>
              </a:rPr>
              <a:t>HTTPS / JSON</a:t>
            </a:r>
          </a:p>
        </p:txBody>
      </p:sp>
      <p:sp>
        <p:nvSpPr>
          <p:cNvPr id="13" name="">
            <a:extLst xmlns:a="http://schemas.openxmlformats.org/drawingml/2006/main">
              <a:ext uri="{FF2B5EF4-FFF2-40B4-BE49-F238E27FC236}">
                <a16:creationId xmlns:a16="http://schemas.microsoft.com/office/drawing/2014/main" id="{AFC714FC-9009-44E8-95D3-15605B4D2CA9}"/>
              </a:ext>
            </a:extLst>
          </p:cNvPr>
          <p:cNvSpPr>
            <a:spLocks xmlns:a="http://schemas.openxmlformats.org/drawingml/2006/main" noGrp="1"/>
          </p:cNvSpPr>
          <p:nvPr/>
        </p:nvSpPr>
        <p:spPr>
          <a:xfrm xmlns:a="http://schemas.openxmlformats.org/drawingml/2006/main">
            <a:off x="7762875" y="2124075"/>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1557FF"/>
                </a:solidFill>
              </a:defRPr>
            </a:defPPr>
          </a:lstStyle>
          <a:p xmlns:a="http://schemas.openxmlformats.org/drawingml/2006/main">
            <a:pPr>
              <a:defRPr sz="1275" b="0">
                <a:solidFill>
                  <a:srgbClr val="1557FF"/>
                </a:solidFill>
              </a:defRPr>
            </a:pPr>
            <a:r>
              <a:rPr sz="1275" b="0">
                <a:solidFill>
                  <a:srgbClr val="1557FF"/>
                </a:solidFill>
              </a:rPr>
              <a:t>Queries</a:t>
            </a:r>
          </a:p>
        </p:txBody>
      </p:sp>
      <p:sp>
        <p:nvSpPr>
          <p:cNvPr id="14" name="">
            <a:extLst xmlns:a="http://schemas.openxmlformats.org/drawingml/2006/main">
              <a:ext uri="{FF2B5EF4-FFF2-40B4-BE49-F238E27FC236}">
                <a16:creationId xmlns:a16="http://schemas.microsoft.com/office/drawing/2014/main" id="{26EC12E5-3BB1-42AA-9E58-CDC94C4B83E4}"/>
              </a:ext>
            </a:extLst>
          </p:cNvPr>
          <p:cNvSpPr>
            <a:spLocks xmlns:a="http://schemas.openxmlformats.org/drawingml/2006/main" noGrp="1"/>
          </p:cNvSpPr>
          <p:nvPr/>
        </p:nvSpPr>
        <p:spPr>
          <a:xfrm xmlns:a="http://schemas.openxmlformats.org/drawingml/2006/main">
            <a:off x="6096000" y="3143250"/>
            <a:ext cx="0" cy="714375"/>
          </a:xfrm>
          <a:prstGeom xmlns:a="http://schemas.openxmlformats.org/drawingml/2006/main" prst="line">
            <a:avLst/>
          </a:prstGeom>
          <a:ln xmlns:a="http://schemas.openxmlformats.org/drawingml/2006/main" w="19050">
            <a:solidFill>
              <a:srgbClr val="1557FF"/>
            </a:solidFill>
          </a:ln>
        </p:spPr>
      </p:sp>
      <p:sp>
        <p:nvSpPr>
          <p:cNvPr id="15" name="">
            <a:extLst xmlns:a="http://schemas.openxmlformats.org/drawingml/2006/main">
              <a:ext uri="{FF2B5EF4-FFF2-40B4-BE49-F238E27FC236}">
                <a16:creationId xmlns:a16="http://schemas.microsoft.com/office/drawing/2014/main" id="{EF0B6BDA-F4F7-42ED-A9A5-51B72EC09B5E}"/>
              </a:ext>
            </a:extLst>
          </p:cNvPr>
          <p:cNvSpPr>
            <a:spLocks xmlns:a="http://schemas.openxmlformats.org/drawingml/2006/main" noGrp="1"/>
          </p:cNvSpPr>
          <p:nvPr/>
        </p:nvSpPr>
        <p:spPr>
          <a:xfrm xmlns:a="http://schemas.openxmlformats.org/drawingml/2006/main">
            <a:off x="2114550" y="3857625"/>
            <a:ext cx="7953375" cy="0"/>
          </a:xfrm>
          <a:prstGeom xmlns:a="http://schemas.openxmlformats.org/drawingml/2006/main" prst="line">
            <a:avLst/>
          </a:prstGeom>
          <a:ln xmlns:a="http://schemas.openxmlformats.org/drawingml/2006/main" w="19050">
            <a:solidFill>
              <a:srgbClr val="1557FF"/>
            </a:solidFill>
          </a:ln>
        </p:spPr>
      </p:sp>
      <p:sp>
        <p:nvSpPr>
          <p:cNvPr id="16" name="">
            <a:extLst xmlns:a="http://schemas.openxmlformats.org/drawingml/2006/main">
              <a:ext uri="{FF2B5EF4-FFF2-40B4-BE49-F238E27FC236}">
                <a16:creationId xmlns:a16="http://schemas.microsoft.com/office/drawing/2014/main" id="{1FC845F4-37BF-4A7F-AEC2-9637E88B29D8}"/>
              </a:ext>
            </a:extLst>
          </p:cNvPr>
          <p:cNvSpPr>
            <a:spLocks xmlns:a="http://schemas.openxmlformats.org/drawingml/2006/main" noGrp="1"/>
          </p:cNvSpPr>
          <p:nvPr/>
        </p:nvSpPr>
        <p:spPr>
          <a:xfrm xmlns:a="http://schemas.openxmlformats.org/drawingml/2006/main">
            <a:off x="2114550" y="3857625"/>
            <a:ext cx="0" cy="304800"/>
          </a:xfrm>
          <a:prstGeom xmlns:a="http://schemas.openxmlformats.org/drawingml/2006/main" prst="line">
            <a:avLst/>
          </a:prstGeom>
          <a:ln xmlns:a="http://schemas.openxmlformats.org/drawingml/2006/main" w="19050">
            <a:solidFill>
              <a:srgbClr val="1557FF"/>
            </a:solidFill>
          </a:ln>
        </p:spPr>
      </p:sp>
      <p:sp>
        <p:nvSpPr>
          <p:cNvPr id="17" name="">
            <a:extLst xmlns:a="http://schemas.openxmlformats.org/drawingml/2006/main">
              <a:ext uri="{FF2B5EF4-FFF2-40B4-BE49-F238E27FC236}">
                <a16:creationId xmlns:a16="http://schemas.microsoft.com/office/drawing/2014/main" id="{625A463F-1035-4E97-9EFB-A63C56F26EE4}"/>
              </a:ext>
            </a:extLst>
          </p:cNvPr>
          <p:cNvSpPr>
            <a:spLocks xmlns:a="http://schemas.openxmlformats.org/drawingml/2006/main" noGrp="1"/>
          </p:cNvSpPr>
          <p:nvPr/>
        </p:nvSpPr>
        <p:spPr>
          <a:xfrm xmlns:a="http://schemas.openxmlformats.org/drawingml/2006/main">
            <a:off x="571500"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Socket.IO</a:t>
            </a:r>
          </a:p>
          <a:p xmlns:a="http://schemas.openxmlformats.org/drawingml/2006/main">
            <a:pPr algn="ctr">
              <a:defRPr sz="1725" b="1">
                <a:solidFill>
                  <a:srgbClr val="15191D"/>
                </a:solidFill>
              </a:defRPr>
            </a:pPr>
            <a:r>
              <a:rPr sz="1725" b="1">
                <a:solidFill>
                  <a:srgbClr val="15191D"/>
                </a:solidFill>
              </a:rPr>
              <a:t>Booking-linked live chat</a:t>
            </a:r>
          </a:p>
        </p:txBody>
      </p:sp>
      <p:sp>
        <p:nvSpPr>
          <p:cNvPr id="18" name="">
            <a:extLst xmlns:a="http://schemas.openxmlformats.org/drawingml/2006/main">
              <a:ext uri="{FF2B5EF4-FFF2-40B4-BE49-F238E27FC236}">
                <a16:creationId xmlns:a16="http://schemas.microsoft.com/office/drawing/2014/main" id="{87CF2224-1DC0-4135-A6EA-7477E5DCFE21}"/>
              </a:ext>
            </a:extLst>
          </p:cNvPr>
          <p:cNvSpPr>
            <a:spLocks xmlns:a="http://schemas.openxmlformats.org/drawingml/2006/main" noGrp="1"/>
          </p:cNvSpPr>
          <p:nvPr/>
        </p:nvSpPr>
        <p:spPr>
          <a:xfrm xmlns:a="http://schemas.openxmlformats.org/drawingml/2006/main">
            <a:off x="6086475" y="3857625"/>
            <a:ext cx="0" cy="30480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99292D18-DB61-4742-80AC-884A27890BFA}"/>
              </a:ext>
            </a:extLst>
          </p:cNvPr>
          <p:cNvSpPr>
            <a:spLocks xmlns:a="http://schemas.openxmlformats.org/drawingml/2006/main" noGrp="1"/>
          </p:cNvSpPr>
          <p:nvPr/>
        </p:nvSpPr>
        <p:spPr>
          <a:xfrm xmlns:a="http://schemas.openxmlformats.org/drawingml/2006/main">
            <a:off x="4543425"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Razorpay Checkout + Route</a:t>
            </a:r>
          </a:p>
          <a:p xmlns:a="http://schemas.openxmlformats.org/drawingml/2006/main">
            <a:pPr algn="ctr">
              <a:defRPr sz="1725" b="1">
                <a:solidFill>
                  <a:srgbClr val="15191D"/>
                </a:solidFill>
              </a:defRPr>
            </a:pPr>
            <a:r>
              <a:rPr sz="1725" b="1">
                <a:solidFill>
                  <a:srgbClr val="15191D"/>
                </a:solidFill>
              </a:rPr>
              <a:t>Payments and provider transfers</a:t>
            </a:r>
          </a:p>
        </p:txBody>
      </p:sp>
      <p:sp>
        <p:nvSpPr>
          <p:cNvPr id="20" name="">
            <a:extLst xmlns:a="http://schemas.openxmlformats.org/drawingml/2006/main">
              <a:ext uri="{FF2B5EF4-FFF2-40B4-BE49-F238E27FC236}">
                <a16:creationId xmlns:a16="http://schemas.microsoft.com/office/drawing/2014/main" id="{C93C0CB6-6002-4F07-A6AA-77020E6B9B96}"/>
              </a:ext>
            </a:extLst>
          </p:cNvPr>
          <p:cNvSpPr>
            <a:spLocks xmlns:a="http://schemas.openxmlformats.org/drawingml/2006/main" noGrp="1"/>
          </p:cNvSpPr>
          <p:nvPr/>
        </p:nvSpPr>
        <p:spPr>
          <a:xfrm xmlns:a="http://schemas.openxmlformats.org/drawingml/2006/main">
            <a:off x="10058400" y="3857625"/>
            <a:ext cx="0" cy="30480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C9CA27AF-4F34-415B-BEBD-D88E78AEC790}"/>
              </a:ext>
            </a:extLst>
          </p:cNvPr>
          <p:cNvSpPr>
            <a:spLocks xmlns:a="http://schemas.openxmlformats.org/drawingml/2006/main" noGrp="1"/>
          </p:cNvSpPr>
          <p:nvPr/>
        </p:nvSpPr>
        <p:spPr>
          <a:xfrm xmlns:a="http://schemas.openxmlformats.org/drawingml/2006/main">
            <a:off x="8515350"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KYC vendor + Email</a:t>
            </a:r>
          </a:p>
          <a:p xmlns:a="http://schemas.openxmlformats.org/drawingml/2006/main">
            <a:pPr algn="ctr">
              <a:defRPr sz="1725" b="1">
                <a:solidFill>
                  <a:srgbClr val="15191D"/>
                </a:solidFill>
              </a:defRPr>
            </a:pPr>
            <a:r>
              <a:rPr sz="1725" b="1">
                <a:solidFill>
                  <a:srgbClr val="15191D"/>
                </a:solidFill>
              </a:rPr>
              <a:t>External service adapters</a:t>
            </a:r>
          </a:p>
        </p:txBody>
      </p:sp>
      <p:sp>
        <p:nvSpPr>
          <p:cNvPr id="22" name="">
            <a:extLst xmlns:a="http://schemas.openxmlformats.org/drawingml/2006/main">
              <a:ext uri="{FF2B5EF4-FFF2-40B4-BE49-F238E27FC236}">
                <a16:creationId xmlns:a16="http://schemas.microsoft.com/office/drawing/2014/main" id="{634D8BE9-D0B5-468C-AC9A-D3A332E08D07}"/>
              </a:ext>
            </a:extLst>
          </p:cNvPr>
          <p:cNvSpPr>
            <a:spLocks xmlns:a="http://schemas.openxmlformats.org/drawingml/2006/main" noGrp="1"/>
          </p:cNvSpPr>
          <p:nvPr/>
        </p:nvSpPr>
        <p:spPr>
          <a:xfrm xmlns:a="http://schemas.openxmlformats.org/drawingml/2006/main">
            <a:off x="571500" y="561975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3565E"/>
                </a:solidFill>
              </a:defRPr>
            </a:defPPr>
          </a:lstStyle>
          <a:p xmlns:a="http://schemas.openxmlformats.org/drawingml/2006/main">
            <a:pPr>
              <a:defRPr sz="1800" b="0">
                <a:solidFill>
                  <a:srgbClr val="53565E"/>
                </a:solidFill>
              </a:defRPr>
            </a:pPr>
            <a:r>
              <a:rPr sz="1800" b="0">
                <a:solidFill>
                  <a:srgbClr val="53565E"/>
                </a:solidFill>
              </a:rPr>
              <a:t>Production payments and KYC require configured external accounts and vendor approval.</a:t>
            </a:r>
          </a:p>
        </p:txBody>
      </p:sp>
    </p:spTree>
    <p:extLst>
      <p:ext uri="{BB962C8B-B14F-4D97-AF65-F5344CB8AC3E}">
        <p14:creationId xmlns:p14="http://schemas.microsoft.com/office/powerpoint/2010/main" val="15055261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9F628E20-3DB1-4BCB-97B1-32EC88629F9E}"/>
              </a:ext>
            </a:extLst>
          </p:cNvPr>
          <p:cNvPicPr>
            <a:picLocks xmlns:a="http://schemas.openxmlformats.org/drawingml/2006/main" noChangeAspect="1"/>
          </p:cNvPicPr>
          <p:nvPr/>
        </p:nvPicPr>
        <p:blipFill>
          <a:blip xmlns:r="http://schemas.openxmlformats.org/officeDocument/2006/relationships" xmlns:a="http://schemas.openxmlformats.org/drawingml/2006/main" r:embed="R01535099dcc74f10"/>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9F52A38-E46E-4DA0-BA56-87CDB29C652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A1D63396-75F2-4A33-8A47-FB352441A095}"/>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Use Cases: Customer, Provider &amp; Admin</a:t>
            </a:r>
          </a:p>
        </p:txBody>
      </p:sp>
      <p:sp>
        <p:nvSpPr>
          <p:cNvPr id="4" name="">
            <a:extLst xmlns:a="http://schemas.openxmlformats.org/drawingml/2006/main">
              <a:ext uri="{FF2B5EF4-FFF2-40B4-BE49-F238E27FC236}">
                <a16:creationId xmlns:a16="http://schemas.microsoft.com/office/drawing/2014/main" id="{3EC2EBB2-1086-41AA-AB5F-210C64A09F62}"/>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BFE6F82F-A276-4D9F-B2E5-EAFD0494BCBE}"/>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14F3AF18-8727-4ED0-8579-2C26FAA63C51}"/>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7" name="">
            <a:extLst xmlns:a="http://schemas.openxmlformats.org/drawingml/2006/main">
              <a:ext uri="{FF2B5EF4-FFF2-40B4-BE49-F238E27FC236}">
                <a16:creationId xmlns:a16="http://schemas.microsoft.com/office/drawing/2014/main" id="{13AC86A9-701B-4A0D-962B-7979BD04B59B}"/>
              </a:ext>
            </a:extLst>
          </p:cNvPr>
          <p:cNvSpPr>
            <a:spLocks xmlns:a="http://schemas.openxmlformats.org/drawingml/2006/main" noGrp="1"/>
          </p:cNvSpPr>
          <p:nvPr/>
        </p:nvSpPr>
        <p:spPr>
          <a:xfrm xmlns:a="http://schemas.openxmlformats.org/drawingml/2006/main">
            <a:off x="571500" y="1733550"/>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Customer</a:t>
            </a:r>
          </a:p>
        </p:txBody>
      </p:sp>
      <p:sp>
        <p:nvSpPr>
          <p:cNvPr id="8" name="">
            <a:extLst xmlns:a="http://schemas.openxmlformats.org/drawingml/2006/main">
              <a:ext uri="{FF2B5EF4-FFF2-40B4-BE49-F238E27FC236}">
                <a16:creationId xmlns:a16="http://schemas.microsoft.com/office/drawing/2014/main" id="{5BAF6984-0362-4039-8927-7AC5CD477416}"/>
              </a:ext>
            </a:extLst>
          </p:cNvPr>
          <p:cNvSpPr>
            <a:spLocks xmlns:a="http://schemas.openxmlformats.org/drawingml/2006/main" noGrp="1"/>
          </p:cNvSpPr>
          <p:nvPr/>
        </p:nvSpPr>
        <p:spPr>
          <a:xfrm xmlns:a="http://schemas.openxmlformats.org/drawingml/2006/main">
            <a:off x="304800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Discover services</a:t>
            </a:r>
          </a:p>
        </p:txBody>
      </p:sp>
      <p:cxnSp>
        <p:nvCxnSpPr>
          <p:cNvPr id="9" name="">
            <a:extLst xmlns:a="http://schemas.openxmlformats.org/drawingml/2006/main">
              <a:ext uri="{FF2B5EF4-FFF2-40B4-BE49-F238E27FC236}">
                <a16:creationId xmlns:a16="http://schemas.microsoft.com/office/drawing/2014/main" id="{9497ED50-BBCA-467B-88AC-4A0B9419BB19}"/>
              </a:ext>
            </a:extLst>
          </p:cNvPr>
          <p:cNvCxnSpPr/>
          <p:nvPr/>
        </p:nvCxnSpPr>
        <p:spPr>
          <a:xfrm xmlns:a="http://schemas.openxmlformats.org/drawingml/2006/main">
            <a:off x="5695950" y="2228850"/>
            <a:ext cx="27622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10" name="">
            <a:extLst xmlns:a="http://schemas.openxmlformats.org/drawingml/2006/main">
              <a:ext uri="{FF2B5EF4-FFF2-40B4-BE49-F238E27FC236}">
                <a16:creationId xmlns:a16="http://schemas.microsoft.com/office/drawing/2014/main" id="{F8011007-EBCE-42D4-B450-12D755D14989}"/>
              </a:ext>
            </a:extLst>
          </p:cNvPr>
          <p:cNvSpPr>
            <a:spLocks xmlns:a="http://schemas.openxmlformats.org/drawingml/2006/main" noGrp="1"/>
          </p:cNvSpPr>
          <p:nvPr/>
        </p:nvSpPr>
        <p:spPr>
          <a:xfrm xmlns:a="http://schemas.openxmlformats.org/drawingml/2006/main">
            <a:off x="600075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Request and pay for bookings</a:t>
            </a:r>
          </a:p>
        </p:txBody>
      </p:sp>
      <p:cxnSp>
        <p:nvCxnSpPr>
          <p:cNvPr id="11" name="">
            <a:extLst xmlns:a="http://schemas.openxmlformats.org/drawingml/2006/main">
              <a:ext uri="{FF2B5EF4-FFF2-40B4-BE49-F238E27FC236}">
                <a16:creationId xmlns:a16="http://schemas.microsoft.com/office/drawing/2014/main" id="{6DE708E6-C7EE-4EAF-AE71-AB1F9033FE65}"/>
              </a:ext>
            </a:extLst>
          </p:cNvPr>
          <p:cNvCxnSpPr/>
          <p:nvPr/>
        </p:nvCxnSpPr>
        <p:spPr>
          <a:xfrm xmlns:a="http://schemas.openxmlformats.org/drawingml/2006/main">
            <a:off x="8648700" y="2228850"/>
            <a:ext cx="27622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12" name="">
            <a:extLst xmlns:a="http://schemas.openxmlformats.org/drawingml/2006/main">
              <a:ext uri="{FF2B5EF4-FFF2-40B4-BE49-F238E27FC236}">
                <a16:creationId xmlns:a16="http://schemas.microsoft.com/office/drawing/2014/main" id="{70F650AB-8EC2-48E9-AEA7-E9DA04161B92}"/>
              </a:ext>
            </a:extLst>
          </p:cNvPr>
          <p:cNvSpPr>
            <a:spLocks xmlns:a="http://schemas.openxmlformats.org/drawingml/2006/main" noGrp="1"/>
          </p:cNvSpPr>
          <p:nvPr/>
        </p:nvSpPr>
        <p:spPr>
          <a:xfrm xmlns:a="http://schemas.openxmlformats.org/drawingml/2006/main">
            <a:off x="895350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Chat, review and raise disputes</a:t>
            </a:r>
          </a:p>
        </p:txBody>
      </p:sp>
      <p:sp>
        <p:nvSpPr>
          <p:cNvPr id="13" name="">
            <a:extLst xmlns:a="http://schemas.openxmlformats.org/drawingml/2006/main">
              <a:ext uri="{FF2B5EF4-FFF2-40B4-BE49-F238E27FC236}">
                <a16:creationId xmlns:a16="http://schemas.microsoft.com/office/drawing/2014/main" id="{3C9CB37D-D5F5-4D36-B629-5F79C7E1C3C6}"/>
              </a:ext>
            </a:extLst>
          </p:cNvPr>
          <p:cNvSpPr>
            <a:spLocks xmlns:a="http://schemas.openxmlformats.org/drawingml/2006/main" noGrp="1"/>
          </p:cNvSpPr>
          <p:nvPr/>
        </p:nvSpPr>
        <p:spPr>
          <a:xfrm xmlns:a="http://schemas.openxmlformats.org/drawingml/2006/main">
            <a:off x="571500" y="3190875"/>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Provider</a:t>
            </a:r>
          </a:p>
        </p:txBody>
      </p:sp>
      <p:sp>
        <p:nvSpPr>
          <p:cNvPr id="14" name="">
            <a:extLst xmlns:a="http://schemas.openxmlformats.org/drawingml/2006/main">
              <a:ext uri="{FF2B5EF4-FFF2-40B4-BE49-F238E27FC236}">
                <a16:creationId xmlns:a16="http://schemas.microsoft.com/office/drawing/2014/main" id="{3B3731E3-1339-4513-89E3-4DCD7BFDDCEF}"/>
              </a:ext>
            </a:extLst>
          </p:cNvPr>
          <p:cNvSpPr>
            <a:spLocks xmlns:a="http://schemas.openxmlformats.org/drawingml/2006/main" noGrp="1"/>
          </p:cNvSpPr>
          <p:nvPr/>
        </p:nvSpPr>
        <p:spPr>
          <a:xfrm xmlns:a="http://schemas.openxmlformats.org/drawingml/2006/main">
            <a:off x="304800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Maintain profile and listings</a:t>
            </a:r>
          </a:p>
        </p:txBody>
      </p:sp>
      <p:cxnSp>
        <p:nvCxnSpPr>
          <p:cNvPr id="15" name="">
            <a:extLst xmlns:a="http://schemas.openxmlformats.org/drawingml/2006/main">
              <a:ext uri="{FF2B5EF4-FFF2-40B4-BE49-F238E27FC236}">
                <a16:creationId xmlns:a16="http://schemas.microsoft.com/office/drawing/2014/main" id="{E871FE86-4101-4C18-9B25-C7BAB0DB3CCD}"/>
              </a:ext>
            </a:extLst>
          </p:cNvPr>
          <p:cNvCxnSpPr/>
          <p:nvPr/>
        </p:nvCxnSpPr>
        <p:spPr>
          <a:xfrm xmlns:a="http://schemas.openxmlformats.org/drawingml/2006/main">
            <a:off x="5695950" y="3686175"/>
            <a:ext cx="27622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16" name="">
            <a:extLst xmlns:a="http://schemas.openxmlformats.org/drawingml/2006/main">
              <a:ext uri="{FF2B5EF4-FFF2-40B4-BE49-F238E27FC236}">
                <a16:creationId xmlns:a16="http://schemas.microsoft.com/office/drawing/2014/main" id="{901AE887-A3EA-4BB3-94DF-9880FC1733C9}"/>
              </a:ext>
            </a:extLst>
          </p:cNvPr>
          <p:cNvSpPr>
            <a:spLocks xmlns:a="http://schemas.openxmlformats.org/drawingml/2006/main" noGrp="1"/>
          </p:cNvSpPr>
          <p:nvPr/>
        </p:nvSpPr>
        <p:spPr>
          <a:xfrm xmlns:a="http://schemas.openxmlformats.org/drawingml/2006/main">
            <a:off x="600075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Publish availability</a:t>
            </a:r>
          </a:p>
        </p:txBody>
      </p:sp>
      <p:cxnSp>
        <p:nvCxnSpPr>
          <p:cNvPr id="17" name="">
            <a:extLst xmlns:a="http://schemas.openxmlformats.org/drawingml/2006/main">
              <a:ext uri="{FF2B5EF4-FFF2-40B4-BE49-F238E27FC236}">
                <a16:creationId xmlns:a16="http://schemas.microsoft.com/office/drawing/2014/main" id="{DC6AAFE8-C2BB-4468-8055-56F86659F669}"/>
              </a:ext>
            </a:extLst>
          </p:cNvPr>
          <p:cNvCxnSpPr/>
          <p:nvPr/>
        </p:nvCxnSpPr>
        <p:spPr>
          <a:xfrm xmlns:a="http://schemas.openxmlformats.org/drawingml/2006/main">
            <a:off x="8648700" y="3686175"/>
            <a:ext cx="27622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18" name="">
            <a:extLst xmlns:a="http://schemas.openxmlformats.org/drawingml/2006/main">
              <a:ext uri="{FF2B5EF4-FFF2-40B4-BE49-F238E27FC236}">
                <a16:creationId xmlns:a16="http://schemas.microsoft.com/office/drawing/2014/main" id="{DBF8D881-5AF1-460A-9A8E-19A581AE16EF}"/>
              </a:ext>
            </a:extLst>
          </p:cNvPr>
          <p:cNvSpPr>
            <a:spLocks xmlns:a="http://schemas.openxmlformats.org/drawingml/2006/main" noGrp="1"/>
          </p:cNvSpPr>
          <p:nvPr/>
        </p:nvSpPr>
        <p:spPr>
          <a:xfrm xmlns:a="http://schemas.openxmlformats.org/drawingml/2006/main">
            <a:off x="895350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Accept and complete bookings</a:t>
            </a:r>
          </a:p>
        </p:txBody>
      </p:sp>
      <p:sp>
        <p:nvSpPr>
          <p:cNvPr id="19" name="">
            <a:extLst xmlns:a="http://schemas.openxmlformats.org/drawingml/2006/main">
              <a:ext uri="{FF2B5EF4-FFF2-40B4-BE49-F238E27FC236}">
                <a16:creationId xmlns:a16="http://schemas.microsoft.com/office/drawing/2014/main" id="{A1E6D975-B746-4122-A5FF-11E88988EAFE}"/>
              </a:ext>
            </a:extLst>
          </p:cNvPr>
          <p:cNvSpPr>
            <a:spLocks xmlns:a="http://schemas.openxmlformats.org/drawingml/2006/main" noGrp="1"/>
          </p:cNvSpPr>
          <p:nvPr/>
        </p:nvSpPr>
        <p:spPr>
          <a:xfrm xmlns:a="http://schemas.openxmlformats.org/drawingml/2006/main">
            <a:off x="571500" y="4648200"/>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Admin</a:t>
            </a:r>
          </a:p>
        </p:txBody>
      </p:sp>
      <p:sp>
        <p:nvSpPr>
          <p:cNvPr id="20" name="">
            <a:extLst xmlns:a="http://schemas.openxmlformats.org/drawingml/2006/main">
              <a:ext uri="{FF2B5EF4-FFF2-40B4-BE49-F238E27FC236}">
                <a16:creationId xmlns:a16="http://schemas.microsoft.com/office/drawing/2014/main" id="{F75E83AD-DC63-4965-B49F-7F040CA7190F}"/>
              </a:ext>
            </a:extLst>
          </p:cNvPr>
          <p:cNvSpPr>
            <a:spLocks xmlns:a="http://schemas.openxmlformats.org/drawingml/2006/main" noGrp="1"/>
          </p:cNvSpPr>
          <p:nvPr/>
        </p:nvSpPr>
        <p:spPr>
          <a:xfrm xmlns:a="http://schemas.openxmlformats.org/drawingml/2006/main">
            <a:off x="304800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Review provider status</a:t>
            </a:r>
          </a:p>
        </p:txBody>
      </p:sp>
      <p:cxnSp>
        <p:nvCxnSpPr>
          <p:cNvPr id="21" name="">
            <a:extLst xmlns:a="http://schemas.openxmlformats.org/drawingml/2006/main">
              <a:ext uri="{FF2B5EF4-FFF2-40B4-BE49-F238E27FC236}">
                <a16:creationId xmlns:a16="http://schemas.microsoft.com/office/drawing/2014/main" id="{F7367DD5-47D9-4C0D-A98C-9A54257CF639}"/>
              </a:ext>
            </a:extLst>
          </p:cNvPr>
          <p:cNvCxnSpPr/>
          <p:nvPr/>
        </p:nvCxnSpPr>
        <p:spPr>
          <a:xfrm xmlns:a="http://schemas.openxmlformats.org/drawingml/2006/main">
            <a:off x="5695950" y="5143500"/>
            <a:ext cx="27622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22" name="">
            <a:extLst xmlns:a="http://schemas.openxmlformats.org/drawingml/2006/main">
              <a:ext uri="{FF2B5EF4-FFF2-40B4-BE49-F238E27FC236}">
                <a16:creationId xmlns:a16="http://schemas.microsoft.com/office/drawing/2014/main" id="{CAC9C2B1-CD23-43FA-B0C5-1FB133A826A3}"/>
              </a:ext>
            </a:extLst>
          </p:cNvPr>
          <p:cNvSpPr>
            <a:spLocks xmlns:a="http://schemas.openxmlformats.org/drawingml/2006/main" noGrp="1"/>
          </p:cNvSpPr>
          <p:nvPr/>
        </p:nvSpPr>
        <p:spPr>
          <a:xfrm xmlns:a="http://schemas.openxmlformats.org/drawingml/2006/main">
            <a:off x="600075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Configure marketplace policies</a:t>
            </a:r>
          </a:p>
        </p:txBody>
      </p:sp>
      <p:cxnSp>
        <p:nvCxnSpPr>
          <p:cNvPr id="23" name="">
            <a:extLst xmlns:a="http://schemas.openxmlformats.org/drawingml/2006/main">
              <a:ext uri="{FF2B5EF4-FFF2-40B4-BE49-F238E27FC236}">
                <a16:creationId xmlns:a16="http://schemas.microsoft.com/office/drawing/2014/main" id="{C89643BD-080B-4A2A-A5B1-187C402A68BD}"/>
              </a:ext>
            </a:extLst>
          </p:cNvPr>
          <p:cNvCxnSpPr/>
          <p:nvPr/>
        </p:nvCxnSpPr>
        <p:spPr>
          <a:xfrm xmlns:a="http://schemas.openxmlformats.org/drawingml/2006/main">
            <a:off x="8648700" y="5143500"/>
            <a:ext cx="27622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24" name="">
            <a:extLst xmlns:a="http://schemas.openxmlformats.org/drawingml/2006/main">
              <a:ext uri="{FF2B5EF4-FFF2-40B4-BE49-F238E27FC236}">
                <a16:creationId xmlns:a16="http://schemas.microsoft.com/office/drawing/2014/main" id="{E0A9FBF8-1A2F-4904-B1F2-D8AFF21C3A49}"/>
              </a:ext>
            </a:extLst>
          </p:cNvPr>
          <p:cNvSpPr>
            <a:spLocks xmlns:a="http://schemas.openxmlformats.org/drawingml/2006/main" noGrp="1"/>
          </p:cNvSpPr>
          <p:nvPr/>
        </p:nvSpPr>
        <p:spPr>
          <a:xfrm xmlns:a="http://schemas.openxmlformats.org/drawingml/2006/main">
            <a:off x="895350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Resolve disputes and refunds</a:t>
            </a:r>
          </a:p>
        </p:txBody>
      </p:sp>
      <p:sp>
        <p:nvSpPr>
          <p:cNvPr id="25" name="">
            <a:extLst xmlns:a="http://schemas.openxmlformats.org/drawingml/2006/main">
              <a:ext uri="{FF2B5EF4-FFF2-40B4-BE49-F238E27FC236}">
                <a16:creationId xmlns:a16="http://schemas.microsoft.com/office/drawing/2014/main" id="{1E478A6B-0B64-4C3B-B08C-FF5DE2682BEC}"/>
              </a:ext>
            </a:extLst>
          </p:cNvPr>
          <p:cNvSpPr>
            <a:spLocks xmlns:a="http://schemas.openxmlformats.org/drawingml/2006/main" noGrp="1"/>
          </p:cNvSpPr>
          <p:nvPr/>
        </p:nvSpPr>
        <p:spPr>
          <a:xfrm xmlns:a="http://schemas.openxmlformats.org/drawingml/2006/main">
            <a:off x="571500" y="61722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Each role has a distinct set of permitted actions.</a:t>
            </a:r>
          </a:p>
        </p:txBody>
      </p:sp>
    </p:spTree>
    <p:extLst>
      <p:ext uri="{BB962C8B-B14F-4D97-AF65-F5344CB8AC3E}">
        <p14:creationId xmlns:p14="http://schemas.microsoft.com/office/powerpoint/2010/main" val="13487217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62EF184B-A15D-423F-95DB-54F5C57A7C6A}"/>
              </a:ext>
            </a:extLst>
          </p:cNvPr>
          <p:cNvPicPr>
            <a:picLocks xmlns:a="http://schemas.openxmlformats.org/drawingml/2006/main" noChangeAspect="1"/>
          </p:cNvPicPr>
          <p:nvPr/>
        </p:nvPicPr>
        <p:blipFill>
          <a:blip xmlns:r="http://schemas.openxmlformats.org/officeDocument/2006/relationships" xmlns:a="http://schemas.openxmlformats.org/drawingml/2006/main" r:embed="R74d1782abfc941b7"/>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35F1BC8-752C-40E6-B233-61E6A7664ED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646D628A-DDFE-4250-8C15-5788CDAC8F17}"/>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Database Design &amp; Key Relationships</a:t>
            </a:r>
          </a:p>
        </p:txBody>
      </p:sp>
      <p:sp>
        <p:nvSpPr>
          <p:cNvPr id="4" name="">
            <a:extLst xmlns:a="http://schemas.openxmlformats.org/drawingml/2006/main">
              <a:ext uri="{FF2B5EF4-FFF2-40B4-BE49-F238E27FC236}">
                <a16:creationId xmlns:a16="http://schemas.microsoft.com/office/drawing/2014/main" id="{FA844E99-1C8B-4D00-B103-A0A48D8CE9FB}"/>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C98B370D-CCF4-4784-9057-75435C436148}"/>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0E83CE1A-3297-4C94-9013-9A7C25F021CE}"/>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07</a:t>
            </a:r>
          </a:p>
        </p:txBody>
      </p:sp>
      <p:sp>
        <p:nvSpPr>
          <p:cNvPr id="7" name="">
            <a:extLst xmlns:a="http://schemas.openxmlformats.org/drawingml/2006/main">
              <a:ext uri="{FF2B5EF4-FFF2-40B4-BE49-F238E27FC236}">
                <a16:creationId xmlns:a16="http://schemas.microsoft.com/office/drawing/2014/main" id="{7631CBBE-4E63-4BA4-AAA8-7FC8BABA61F7}"/>
              </a:ext>
            </a:extLst>
          </p:cNvPr>
          <p:cNvSpPr>
            <a:spLocks xmlns:a="http://schemas.openxmlformats.org/drawingml/2006/main" noGrp="1"/>
          </p:cNvSpPr>
          <p:nvPr/>
        </p:nvSpPr>
        <p:spPr>
          <a:xfrm xmlns:a="http://schemas.openxmlformats.org/drawingml/2006/main">
            <a:off x="571500" y="1600200"/>
            <a:ext cx="266700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User</a:t>
            </a:r>
          </a:p>
          <a:p xmlns:a="http://schemas.openxmlformats.org/drawingml/2006/main">
            <a:pPr algn="ctr">
              <a:defRPr sz="1725" b="1">
                <a:solidFill>
                  <a:srgbClr val="15191D"/>
                </a:solidFill>
              </a:defRPr>
            </a:pPr>
            <a:r>
              <a:rPr sz="1725" b="1">
                <a:solidFill>
                  <a:srgbClr val="15191D"/>
                </a:solidFill>
              </a:rPr>
              <a:t>name, email, role</a:t>
            </a:r>
          </a:p>
        </p:txBody>
      </p:sp>
      <p:sp>
        <p:nvSpPr>
          <p:cNvPr id="8" name="">
            <a:extLst xmlns:a="http://schemas.openxmlformats.org/drawingml/2006/main">
              <a:ext uri="{FF2B5EF4-FFF2-40B4-BE49-F238E27FC236}">
                <a16:creationId xmlns:a16="http://schemas.microsoft.com/office/drawing/2014/main" id="{F2C1A1F2-7E02-4B4D-92AB-07A55B307949}"/>
              </a:ext>
            </a:extLst>
          </p:cNvPr>
          <p:cNvSpPr>
            <a:spLocks xmlns:a="http://schemas.openxmlformats.org/drawingml/2006/main" noGrp="1"/>
          </p:cNvSpPr>
          <p:nvPr/>
        </p:nvSpPr>
        <p:spPr>
          <a:xfrm xmlns:a="http://schemas.openxmlformats.org/drawingml/2006/main">
            <a:off x="4619625" y="1600200"/>
            <a:ext cx="295275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ProviderProfile</a:t>
            </a:r>
          </a:p>
          <a:p xmlns:a="http://schemas.openxmlformats.org/drawingml/2006/main">
            <a:pPr algn="ctr">
              <a:defRPr sz="1725" b="1">
                <a:solidFill>
                  <a:srgbClr val="15191D"/>
                </a:solidFill>
              </a:defRPr>
            </a:pPr>
            <a:r>
              <a:rPr sz="1725" b="1">
                <a:solidFill>
                  <a:srgbClr val="15191D"/>
                </a:solidFill>
              </a:rPr>
              <a:t>user, servicePincodes</a:t>
            </a:r>
          </a:p>
        </p:txBody>
      </p:sp>
      <p:sp>
        <p:nvSpPr>
          <p:cNvPr id="9" name="">
            <a:extLst xmlns:a="http://schemas.openxmlformats.org/drawingml/2006/main">
              <a:ext uri="{FF2B5EF4-FFF2-40B4-BE49-F238E27FC236}">
                <a16:creationId xmlns:a16="http://schemas.microsoft.com/office/drawing/2014/main" id="{52CAA980-9AF3-4903-8A40-D9327D177D07}"/>
              </a:ext>
            </a:extLst>
          </p:cNvPr>
          <p:cNvSpPr>
            <a:spLocks xmlns:a="http://schemas.openxmlformats.org/drawingml/2006/main" noGrp="1"/>
          </p:cNvSpPr>
          <p:nvPr/>
        </p:nvSpPr>
        <p:spPr>
          <a:xfrm xmlns:a="http://schemas.openxmlformats.org/drawingml/2006/main">
            <a:off x="8953500" y="1600200"/>
            <a:ext cx="266700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Service</a:t>
            </a:r>
          </a:p>
          <a:p xmlns:a="http://schemas.openxmlformats.org/drawingml/2006/main">
            <a:pPr algn="ctr">
              <a:defRPr sz="1725" b="1">
                <a:solidFill>
                  <a:srgbClr val="15191D"/>
                </a:solidFill>
              </a:defRPr>
            </a:pPr>
            <a:r>
              <a:rPr sz="1725" b="1">
                <a:solidFill>
                  <a:srgbClr val="15191D"/>
                </a:solidFill>
              </a:rPr>
              <a:t>provider, pricePaise</a:t>
            </a:r>
          </a:p>
        </p:txBody>
      </p:sp>
      <p:sp>
        <p:nvSpPr>
          <p:cNvPr id="10" name="">
            <a:extLst xmlns:a="http://schemas.openxmlformats.org/drawingml/2006/main">
              <a:ext uri="{FF2B5EF4-FFF2-40B4-BE49-F238E27FC236}">
                <a16:creationId xmlns:a16="http://schemas.microsoft.com/office/drawing/2014/main" id="{D3F6660F-D2BD-4C53-9D8F-8BE6F6E2E555}"/>
              </a:ext>
            </a:extLst>
          </p:cNvPr>
          <p:cNvSpPr>
            <a:spLocks xmlns:a="http://schemas.openxmlformats.org/drawingml/2006/main" noGrp="1"/>
          </p:cNvSpPr>
          <p:nvPr/>
        </p:nvSpPr>
        <p:spPr>
          <a:xfrm xmlns:a="http://schemas.openxmlformats.org/drawingml/2006/main">
            <a:off x="3238500" y="2009775"/>
            <a:ext cx="1381125" cy="0"/>
          </a:xfrm>
          <a:prstGeom xmlns:a="http://schemas.openxmlformats.org/drawingml/2006/main" prst="line">
            <a:avLst/>
          </a:prstGeom>
          <a:ln xmlns:a="http://schemas.openxmlformats.org/drawingml/2006/main" w="19050">
            <a:solidFill>
              <a:srgbClr val="1557FF"/>
            </a:solidFill>
          </a:ln>
        </p:spPr>
      </p:sp>
      <p:sp>
        <p:nvSpPr>
          <p:cNvPr id="11" name="">
            <a:extLst xmlns:a="http://schemas.openxmlformats.org/drawingml/2006/main">
              <a:ext uri="{FF2B5EF4-FFF2-40B4-BE49-F238E27FC236}">
                <a16:creationId xmlns:a16="http://schemas.microsoft.com/office/drawing/2014/main" id="{172BCFC7-BB4F-481E-A09F-07052E25AD11}"/>
              </a:ext>
            </a:extLst>
          </p:cNvPr>
          <p:cNvSpPr>
            <a:spLocks xmlns:a="http://schemas.openxmlformats.org/drawingml/2006/main" noGrp="1"/>
          </p:cNvSpPr>
          <p:nvPr/>
        </p:nvSpPr>
        <p:spPr>
          <a:xfrm xmlns:a="http://schemas.openxmlformats.org/drawingml/2006/main">
            <a:off x="7572375" y="2009775"/>
            <a:ext cx="1381125" cy="0"/>
          </a:xfrm>
          <a:prstGeom xmlns:a="http://schemas.openxmlformats.org/drawingml/2006/main" prst="line">
            <a:avLst/>
          </a:prstGeom>
          <a:ln xmlns:a="http://schemas.openxmlformats.org/drawingml/2006/main" w="19050">
            <a:solidFill>
              <a:srgbClr val="1557FF"/>
            </a:solidFill>
          </a:ln>
        </p:spPr>
      </p:sp>
      <p:sp>
        <p:nvSpPr>
          <p:cNvPr id="12" name="">
            <a:extLst xmlns:a="http://schemas.openxmlformats.org/drawingml/2006/main">
              <a:ext uri="{FF2B5EF4-FFF2-40B4-BE49-F238E27FC236}">
                <a16:creationId xmlns:a16="http://schemas.microsoft.com/office/drawing/2014/main" id="{5D8FA9AA-CD4D-403F-AB32-B179B5CECDCC}"/>
              </a:ext>
            </a:extLst>
          </p:cNvPr>
          <p:cNvSpPr>
            <a:spLocks xmlns:a="http://schemas.openxmlformats.org/drawingml/2006/main" noGrp="1"/>
          </p:cNvSpPr>
          <p:nvPr/>
        </p:nvSpPr>
        <p:spPr>
          <a:xfrm xmlns:a="http://schemas.openxmlformats.org/drawingml/2006/main">
            <a:off x="3429000" y="16573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557FF"/>
                </a:solidFill>
              </a:defRPr>
            </a:defPPr>
          </a:lstStyle>
          <a:p xmlns:a="http://schemas.openxmlformats.org/drawingml/2006/main">
            <a:pPr>
              <a:defRPr sz="1350" b="0">
                <a:solidFill>
                  <a:srgbClr val="1557FF"/>
                </a:solidFill>
              </a:defRPr>
            </a:pPr>
            <a:r>
              <a:rPr sz="1350" b="0">
                <a:solidFill>
                  <a:srgbClr val="1557FF"/>
                </a:solidFill>
              </a:rPr>
              <a:t>1 to 0..1</a:t>
            </a:r>
          </a:p>
        </p:txBody>
      </p:sp>
      <p:sp>
        <p:nvSpPr>
          <p:cNvPr id="13" name="">
            <a:extLst xmlns:a="http://schemas.openxmlformats.org/drawingml/2006/main">
              <a:ext uri="{FF2B5EF4-FFF2-40B4-BE49-F238E27FC236}">
                <a16:creationId xmlns:a16="http://schemas.microsoft.com/office/drawing/2014/main" id="{C1B175F5-E294-4206-86BE-02DD6137C60A}"/>
              </a:ext>
            </a:extLst>
          </p:cNvPr>
          <p:cNvSpPr>
            <a:spLocks xmlns:a="http://schemas.openxmlformats.org/drawingml/2006/main" noGrp="1"/>
          </p:cNvSpPr>
          <p:nvPr/>
        </p:nvSpPr>
        <p:spPr>
          <a:xfrm xmlns:a="http://schemas.openxmlformats.org/drawingml/2006/main">
            <a:off x="7762875" y="16573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557FF"/>
                </a:solidFill>
              </a:defRPr>
            </a:defPPr>
          </a:lstStyle>
          <a:p xmlns:a="http://schemas.openxmlformats.org/drawingml/2006/main">
            <a:pPr>
              <a:defRPr sz="1350" b="0">
                <a:solidFill>
                  <a:srgbClr val="1557FF"/>
                </a:solidFill>
              </a:defRPr>
            </a:pPr>
            <a:r>
              <a:rPr sz="1350" b="0">
                <a:solidFill>
                  <a:srgbClr val="1557FF"/>
                </a:solidFill>
              </a:rPr>
              <a:t>1 to many</a:t>
            </a:r>
          </a:p>
        </p:txBody>
      </p:sp>
      <p:sp>
        <p:nvSpPr>
          <p:cNvPr id="14" name="">
            <a:extLst xmlns:a="http://schemas.openxmlformats.org/drawingml/2006/main">
              <a:ext uri="{FF2B5EF4-FFF2-40B4-BE49-F238E27FC236}">
                <a16:creationId xmlns:a16="http://schemas.microsoft.com/office/drawing/2014/main" id="{3813FF0E-B325-4462-AC60-1DB65FFCB20D}"/>
              </a:ext>
            </a:extLst>
          </p:cNvPr>
          <p:cNvSpPr>
            <a:spLocks xmlns:a="http://schemas.openxmlformats.org/drawingml/2006/main" noGrp="1"/>
          </p:cNvSpPr>
          <p:nvPr/>
        </p:nvSpPr>
        <p:spPr>
          <a:xfrm xmlns:a="http://schemas.openxmlformats.org/drawingml/2006/main">
            <a:off x="4333875" y="3190875"/>
            <a:ext cx="3524250" cy="10477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Booking</a:t>
            </a:r>
          </a:p>
          <a:p xmlns:a="http://schemas.openxmlformats.org/drawingml/2006/main">
            <a:pPr algn="ctr">
              <a:defRPr sz="1800" b="1">
                <a:solidFill>
                  <a:srgbClr val="15191D"/>
                </a:solidFill>
              </a:defRPr>
            </a:pPr>
            <a:r>
              <a:rPr sz="1800" b="1">
                <a:solidFill>
                  <a:srgbClr val="15191D"/>
                </a:solidFill>
              </a:rPr>
              <a:t>customer, provider, service</a:t>
            </a:r>
          </a:p>
          <a:p xmlns:a="http://schemas.openxmlformats.org/drawingml/2006/main">
            <a:pPr algn="ctr">
              <a:defRPr sz="1800" b="1">
                <a:solidFill>
                  <a:srgbClr val="15191D"/>
                </a:solidFill>
              </a:defRPr>
            </a:pPr>
            <a:r>
              <a:rPr sz="1800" b="1">
                <a:solidFill>
                  <a:srgbClr val="15191D"/>
                </a:solidFill>
              </a:rPr>
              <a:t>scheduledAt, status</a:t>
            </a:r>
          </a:p>
        </p:txBody>
      </p:sp>
      <p:sp>
        <p:nvSpPr>
          <p:cNvPr id="15" name="">
            <a:extLst xmlns:a="http://schemas.openxmlformats.org/drawingml/2006/main">
              <a:ext uri="{FF2B5EF4-FFF2-40B4-BE49-F238E27FC236}">
                <a16:creationId xmlns:a16="http://schemas.microsoft.com/office/drawing/2014/main" id="{8AB8B582-4516-4765-9F24-7F4C150D2AE3}"/>
              </a:ext>
            </a:extLst>
          </p:cNvPr>
          <p:cNvSpPr>
            <a:spLocks xmlns:a="http://schemas.openxmlformats.org/drawingml/2006/main" noGrp="1"/>
          </p:cNvSpPr>
          <p:nvPr/>
        </p:nvSpPr>
        <p:spPr>
          <a:xfrm xmlns:a="http://schemas.openxmlformats.org/drawingml/2006/main">
            <a:off x="6096000" y="2438400"/>
            <a:ext cx="0" cy="752475"/>
          </a:xfrm>
          <a:prstGeom xmlns:a="http://schemas.openxmlformats.org/drawingml/2006/main" prst="line">
            <a:avLst/>
          </a:prstGeom>
          <a:ln xmlns:a="http://schemas.openxmlformats.org/drawingml/2006/main" w="19050">
            <a:solidFill>
              <a:srgbClr val="1557FF"/>
            </a:solidFill>
          </a:ln>
        </p:spPr>
      </p:sp>
      <p:sp>
        <p:nvSpPr>
          <p:cNvPr id="16" name="">
            <a:extLst xmlns:a="http://schemas.openxmlformats.org/drawingml/2006/main">
              <a:ext uri="{FF2B5EF4-FFF2-40B4-BE49-F238E27FC236}">
                <a16:creationId xmlns:a16="http://schemas.microsoft.com/office/drawing/2014/main" id="{0B4C8F9C-DB84-4B9C-B8B2-9F00E0525A41}"/>
              </a:ext>
            </a:extLst>
          </p:cNvPr>
          <p:cNvSpPr>
            <a:spLocks xmlns:a="http://schemas.openxmlformats.org/drawingml/2006/main" noGrp="1"/>
          </p:cNvSpPr>
          <p:nvPr/>
        </p:nvSpPr>
        <p:spPr>
          <a:xfrm xmlns:a="http://schemas.openxmlformats.org/drawingml/2006/main">
            <a:off x="1905000" y="2438400"/>
            <a:ext cx="0" cy="1276350"/>
          </a:xfrm>
          <a:prstGeom xmlns:a="http://schemas.openxmlformats.org/drawingml/2006/main" prst="line">
            <a:avLst/>
          </a:prstGeom>
          <a:ln xmlns:a="http://schemas.openxmlformats.org/drawingml/2006/main" w="19050">
            <a:solidFill>
              <a:srgbClr val="1557FF"/>
            </a:solidFill>
          </a:ln>
        </p:spPr>
      </p:sp>
      <p:sp>
        <p:nvSpPr>
          <p:cNvPr id="17" name="">
            <a:extLst xmlns:a="http://schemas.openxmlformats.org/drawingml/2006/main">
              <a:ext uri="{FF2B5EF4-FFF2-40B4-BE49-F238E27FC236}">
                <a16:creationId xmlns:a16="http://schemas.microsoft.com/office/drawing/2014/main" id="{733E2E03-B41A-4D39-90CB-2B3B34BB8BB5}"/>
              </a:ext>
            </a:extLst>
          </p:cNvPr>
          <p:cNvSpPr>
            <a:spLocks xmlns:a="http://schemas.openxmlformats.org/drawingml/2006/main" noGrp="1"/>
          </p:cNvSpPr>
          <p:nvPr/>
        </p:nvSpPr>
        <p:spPr>
          <a:xfrm xmlns:a="http://schemas.openxmlformats.org/drawingml/2006/main">
            <a:off x="1905000" y="3714750"/>
            <a:ext cx="2428875" cy="0"/>
          </a:xfrm>
          <a:prstGeom xmlns:a="http://schemas.openxmlformats.org/drawingml/2006/main" prst="line">
            <a:avLst/>
          </a:prstGeom>
          <a:ln xmlns:a="http://schemas.openxmlformats.org/drawingml/2006/main" w="19050">
            <a:solidFill>
              <a:srgbClr val="1557FF"/>
            </a:solidFill>
          </a:ln>
        </p:spPr>
      </p:sp>
      <p:sp>
        <p:nvSpPr>
          <p:cNvPr id="18" name="">
            <a:extLst xmlns:a="http://schemas.openxmlformats.org/drawingml/2006/main">
              <a:ext uri="{FF2B5EF4-FFF2-40B4-BE49-F238E27FC236}">
                <a16:creationId xmlns:a16="http://schemas.microsoft.com/office/drawing/2014/main" id="{9DE0A834-81A9-43F1-9723-394C89590186}"/>
              </a:ext>
            </a:extLst>
          </p:cNvPr>
          <p:cNvSpPr>
            <a:spLocks xmlns:a="http://schemas.openxmlformats.org/drawingml/2006/main" noGrp="1"/>
          </p:cNvSpPr>
          <p:nvPr/>
        </p:nvSpPr>
        <p:spPr>
          <a:xfrm xmlns:a="http://schemas.openxmlformats.org/drawingml/2006/main">
            <a:off x="10287000" y="2438400"/>
            <a:ext cx="0" cy="127635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116F0FF4-9E2A-4490-96E7-331668ADA48E}"/>
              </a:ext>
            </a:extLst>
          </p:cNvPr>
          <p:cNvSpPr>
            <a:spLocks xmlns:a="http://schemas.openxmlformats.org/drawingml/2006/main" noGrp="1"/>
          </p:cNvSpPr>
          <p:nvPr/>
        </p:nvSpPr>
        <p:spPr>
          <a:xfrm xmlns:a="http://schemas.openxmlformats.org/drawingml/2006/main">
            <a:off x="7858125" y="3714750"/>
            <a:ext cx="2428875" cy="0"/>
          </a:xfrm>
          <a:prstGeom xmlns:a="http://schemas.openxmlformats.org/drawingml/2006/main" prst="line">
            <a:avLst/>
          </a:prstGeom>
          <a:ln xmlns:a="http://schemas.openxmlformats.org/drawingml/2006/main" w="19050">
            <a:solidFill>
              <a:srgbClr val="1557FF"/>
            </a:solidFill>
          </a:ln>
        </p:spPr>
      </p:sp>
      <p:sp>
        <p:nvSpPr>
          <p:cNvPr id="20" name="">
            <a:extLst xmlns:a="http://schemas.openxmlformats.org/drawingml/2006/main">
              <a:ext uri="{FF2B5EF4-FFF2-40B4-BE49-F238E27FC236}">
                <a16:creationId xmlns:a16="http://schemas.microsoft.com/office/drawing/2014/main" id="{14D25ABE-B231-4016-A1B3-15C578615B79}"/>
              </a:ext>
            </a:extLst>
          </p:cNvPr>
          <p:cNvSpPr>
            <a:spLocks xmlns:a="http://schemas.openxmlformats.org/drawingml/2006/main" noGrp="1"/>
          </p:cNvSpPr>
          <p:nvPr/>
        </p:nvSpPr>
        <p:spPr>
          <a:xfrm xmlns:a="http://schemas.openxmlformats.org/drawingml/2006/main">
            <a:off x="6096000" y="4238625"/>
            <a:ext cx="0" cy="55245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25E68671-C350-4262-A1DC-7B4A128F5861}"/>
              </a:ext>
            </a:extLst>
          </p:cNvPr>
          <p:cNvSpPr>
            <a:spLocks xmlns:a="http://schemas.openxmlformats.org/drawingml/2006/main" noGrp="1"/>
          </p:cNvSpPr>
          <p:nvPr/>
        </p:nvSpPr>
        <p:spPr>
          <a:xfrm xmlns:a="http://schemas.openxmlformats.org/drawingml/2006/main">
            <a:off x="1809750" y="4791075"/>
            <a:ext cx="8572500" cy="0"/>
          </a:xfrm>
          <a:prstGeom xmlns:a="http://schemas.openxmlformats.org/drawingml/2006/main" prst="line">
            <a:avLst/>
          </a:prstGeom>
          <a:ln xmlns:a="http://schemas.openxmlformats.org/drawingml/2006/main" w="19050">
            <a:solidFill>
              <a:srgbClr val="1557FF"/>
            </a:solidFill>
          </a:ln>
        </p:spPr>
      </p:sp>
      <p:sp>
        <p:nvSpPr>
          <p:cNvPr id="22" name="">
            <a:extLst xmlns:a="http://schemas.openxmlformats.org/drawingml/2006/main">
              <a:ext uri="{FF2B5EF4-FFF2-40B4-BE49-F238E27FC236}">
                <a16:creationId xmlns:a16="http://schemas.microsoft.com/office/drawing/2014/main" id="{31B0E485-FDE0-416B-B35B-3CAF64FAA25B}"/>
              </a:ext>
            </a:extLst>
          </p:cNvPr>
          <p:cNvSpPr>
            <a:spLocks xmlns:a="http://schemas.openxmlformats.org/drawingml/2006/main" noGrp="1"/>
          </p:cNvSpPr>
          <p:nvPr/>
        </p:nvSpPr>
        <p:spPr>
          <a:xfrm xmlns:a="http://schemas.openxmlformats.org/drawingml/2006/main">
            <a:off x="1809750" y="4791075"/>
            <a:ext cx="0" cy="304800"/>
          </a:xfrm>
          <a:prstGeom xmlns:a="http://schemas.openxmlformats.org/drawingml/2006/main" prst="line">
            <a:avLst/>
          </a:prstGeom>
          <a:ln xmlns:a="http://schemas.openxmlformats.org/drawingml/2006/main" w="19050">
            <a:solidFill>
              <a:srgbClr val="1557FF"/>
            </a:solidFill>
          </a:ln>
        </p:spPr>
      </p:sp>
      <p:sp>
        <p:nvSpPr>
          <p:cNvPr id="23" name="">
            <a:extLst xmlns:a="http://schemas.openxmlformats.org/drawingml/2006/main">
              <a:ext uri="{FF2B5EF4-FFF2-40B4-BE49-F238E27FC236}">
                <a16:creationId xmlns:a16="http://schemas.microsoft.com/office/drawing/2014/main" id="{0DDC8B16-226A-426E-8C54-79D07AC094F9}"/>
              </a:ext>
            </a:extLst>
          </p:cNvPr>
          <p:cNvSpPr>
            <a:spLocks xmlns:a="http://schemas.openxmlformats.org/drawingml/2006/main" noGrp="1"/>
          </p:cNvSpPr>
          <p:nvPr/>
        </p:nvSpPr>
        <p:spPr>
          <a:xfrm xmlns:a="http://schemas.openxmlformats.org/drawingml/2006/main">
            <a:off x="5715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Payment</a:t>
            </a:r>
          </a:p>
          <a:p xmlns:a="http://schemas.openxmlformats.org/drawingml/2006/main">
            <a:pPr algn="ctr">
              <a:defRPr sz="1650" b="1">
                <a:solidFill>
                  <a:srgbClr val="15191D"/>
                </a:solidFill>
              </a:defRPr>
            </a:pPr>
            <a:r>
              <a:rPr sz="1650" b="1">
                <a:solidFill>
                  <a:srgbClr val="15191D"/>
                </a:solidFill>
              </a:rPr>
              <a:t>booking, amountPaise</a:t>
            </a:r>
          </a:p>
        </p:txBody>
      </p:sp>
      <p:sp>
        <p:nvSpPr>
          <p:cNvPr id="24" name="">
            <a:extLst xmlns:a="http://schemas.openxmlformats.org/drawingml/2006/main">
              <a:ext uri="{FF2B5EF4-FFF2-40B4-BE49-F238E27FC236}">
                <a16:creationId xmlns:a16="http://schemas.microsoft.com/office/drawing/2014/main" id="{4F080833-92A6-45C9-BC69-7FCE68ADA64B}"/>
              </a:ext>
            </a:extLst>
          </p:cNvPr>
          <p:cNvSpPr>
            <a:spLocks xmlns:a="http://schemas.openxmlformats.org/drawingml/2006/main" noGrp="1"/>
          </p:cNvSpPr>
          <p:nvPr/>
        </p:nvSpPr>
        <p:spPr>
          <a:xfrm xmlns:a="http://schemas.openxmlformats.org/drawingml/2006/main">
            <a:off x="5715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
        <p:nvSpPr>
          <p:cNvPr id="25" name="">
            <a:extLst xmlns:a="http://schemas.openxmlformats.org/drawingml/2006/main">
              <a:ext uri="{FF2B5EF4-FFF2-40B4-BE49-F238E27FC236}">
                <a16:creationId xmlns:a16="http://schemas.microsoft.com/office/drawing/2014/main" id="{1D71B3E0-1818-4C8C-8F67-5FC494C54965}"/>
              </a:ext>
            </a:extLst>
          </p:cNvPr>
          <p:cNvSpPr>
            <a:spLocks xmlns:a="http://schemas.openxmlformats.org/drawingml/2006/main" noGrp="1"/>
          </p:cNvSpPr>
          <p:nvPr/>
        </p:nvSpPr>
        <p:spPr>
          <a:xfrm xmlns:a="http://schemas.openxmlformats.org/drawingml/2006/main">
            <a:off x="4667250" y="4791075"/>
            <a:ext cx="0" cy="30480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DB82C308-0E3F-4F8C-9088-E681E6D7F871}"/>
              </a:ext>
            </a:extLst>
          </p:cNvPr>
          <p:cNvSpPr>
            <a:spLocks xmlns:a="http://schemas.openxmlformats.org/drawingml/2006/main" noGrp="1"/>
          </p:cNvSpPr>
          <p:nvPr/>
        </p:nvSpPr>
        <p:spPr>
          <a:xfrm xmlns:a="http://schemas.openxmlformats.org/drawingml/2006/main">
            <a:off x="34290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Review</a:t>
            </a:r>
          </a:p>
          <a:p xmlns:a="http://schemas.openxmlformats.org/drawingml/2006/main">
            <a:pPr algn="ctr">
              <a:defRPr sz="1650" b="1">
                <a:solidFill>
                  <a:srgbClr val="15191D"/>
                </a:solidFill>
              </a:defRPr>
            </a:pPr>
            <a:r>
              <a:rPr sz="1650" b="1">
                <a:solidFill>
                  <a:srgbClr val="15191D"/>
                </a:solidFill>
              </a:rPr>
              <a:t>booking, rating</a:t>
            </a:r>
          </a:p>
        </p:txBody>
      </p:sp>
      <p:sp>
        <p:nvSpPr>
          <p:cNvPr id="27" name="">
            <a:extLst xmlns:a="http://schemas.openxmlformats.org/drawingml/2006/main">
              <a:ext uri="{FF2B5EF4-FFF2-40B4-BE49-F238E27FC236}">
                <a16:creationId xmlns:a16="http://schemas.microsoft.com/office/drawing/2014/main" id="{3E50E70A-F344-44C3-A750-C2F71B5F7AE0}"/>
              </a:ext>
            </a:extLst>
          </p:cNvPr>
          <p:cNvSpPr>
            <a:spLocks xmlns:a="http://schemas.openxmlformats.org/drawingml/2006/main" noGrp="1"/>
          </p:cNvSpPr>
          <p:nvPr/>
        </p:nvSpPr>
        <p:spPr>
          <a:xfrm xmlns:a="http://schemas.openxmlformats.org/drawingml/2006/main">
            <a:off x="34290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
        <p:nvSpPr>
          <p:cNvPr id="28" name="">
            <a:extLst xmlns:a="http://schemas.openxmlformats.org/drawingml/2006/main">
              <a:ext uri="{FF2B5EF4-FFF2-40B4-BE49-F238E27FC236}">
                <a16:creationId xmlns:a16="http://schemas.microsoft.com/office/drawing/2014/main" id="{948DB2A1-94DC-4063-8C59-AD60B0CE5B13}"/>
              </a:ext>
            </a:extLst>
          </p:cNvPr>
          <p:cNvSpPr>
            <a:spLocks xmlns:a="http://schemas.openxmlformats.org/drawingml/2006/main" noGrp="1"/>
          </p:cNvSpPr>
          <p:nvPr/>
        </p:nvSpPr>
        <p:spPr>
          <a:xfrm xmlns:a="http://schemas.openxmlformats.org/drawingml/2006/main">
            <a:off x="7524750" y="4791075"/>
            <a:ext cx="0" cy="30480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6E9F74B9-FEAF-4795-9541-379781BAC7D1}"/>
              </a:ext>
            </a:extLst>
          </p:cNvPr>
          <p:cNvSpPr>
            <a:spLocks xmlns:a="http://schemas.openxmlformats.org/drawingml/2006/main" noGrp="1"/>
          </p:cNvSpPr>
          <p:nvPr/>
        </p:nvSpPr>
        <p:spPr>
          <a:xfrm xmlns:a="http://schemas.openxmlformats.org/drawingml/2006/main">
            <a:off x="62865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Message</a:t>
            </a:r>
          </a:p>
          <a:p xmlns:a="http://schemas.openxmlformats.org/drawingml/2006/main">
            <a:pPr algn="ctr">
              <a:defRPr sz="1650" b="1">
                <a:solidFill>
                  <a:srgbClr val="15191D"/>
                </a:solidFill>
              </a:defRPr>
            </a:pPr>
            <a:r>
              <a:rPr sz="1650" b="1">
                <a:solidFill>
                  <a:srgbClr val="15191D"/>
                </a:solidFill>
              </a:rPr>
              <a:t>booking, sender</a:t>
            </a:r>
          </a:p>
        </p:txBody>
      </p:sp>
      <p:sp>
        <p:nvSpPr>
          <p:cNvPr id="30" name="">
            <a:extLst xmlns:a="http://schemas.openxmlformats.org/drawingml/2006/main">
              <a:ext uri="{FF2B5EF4-FFF2-40B4-BE49-F238E27FC236}">
                <a16:creationId xmlns:a16="http://schemas.microsoft.com/office/drawing/2014/main" id="{E8CF6E5E-B86A-454A-88C1-C00A331A4632}"/>
              </a:ext>
            </a:extLst>
          </p:cNvPr>
          <p:cNvSpPr>
            <a:spLocks xmlns:a="http://schemas.openxmlformats.org/drawingml/2006/main" noGrp="1"/>
          </p:cNvSpPr>
          <p:nvPr/>
        </p:nvSpPr>
        <p:spPr>
          <a:xfrm xmlns:a="http://schemas.openxmlformats.org/drawingml/2006/main">
            <a:off x="62865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Many per booking</a:t>
            </a:r>
          </a:p>
        </p:txBody>
      </p:sp>
      <p:sp>
        <p:nvSpPr>
          <p:cNvPr id="31" name="">
            <a:extLst xmlns:a="http://schemas.openxmlformats.org/drawingml/2006/main">
              <a:ext uri="{FF2B5EF4-FFF2-40B4-BE49-F238E27FC236}">
                <a16:creationId xmlns:a16="http://schemas.microsoft.com/office/drawing/2014/main" id="{ADC7DF4A-DEF3-40F9-9752-765F120864E1}"/>
              </a:ext>
            </a:extLst>
          </p:cNvPr>
          <p:cNvSpPr>
            <a:spLocks xmlns:a="http://schemas.openxmlformats.org/drawingml/2006/main" noGrp="1"/>
          </p:cNvSpPr>
          <p:nvPr/>
        </p:nvSpPr>
        <p:spPr>
          <a:xfrm xmlns:a="http://schemas.openxmlformats.org/drawingml/2006/main">
            <a:off x="10382250" y="4791075"/>
            <a:ext cx="0" cy="304800"/>
          </a:xfrm>
          <a:prstGeom xmlns:a="http://schemas.openxmlformats.org/drawingml/2006/main" prst="line">
            <a:avLst/>
          </a:prstGeom>
          <a:ln xmlns:a="http://schemas.openxmlformats.org/drawingml/2006/main" w="19050">
            <a:solidFill>
              <a:srgbClr val="1557FF"/>
            </a:solidFill>
          </a:ln>
        </p:spPr>
      </p:sp>
      <p:sp>
        <p:nvSpPr>
          <p:cNvPr id="32" name="">
            <a:extLst xmlns:a="http://schemas.openxmlformats.org/drawingml/2006/main">
              <a:ext uri="{FF2B5EF4-FFF2-40B4-BE49-F238E27FC236}">
                <a16:creationId xmlns:a16="http://schemas.microsoft.com/office/drawing/2014/main" id="{AD0772D5-B4D6-4965-BF6F-FADC10847EBB}"/>
              </a:ext>
            </a:extLst>
          </p:cNvPr>
          <p:cNvSpPr>
            <a:spLocks xmlns:a="http://schemas.openxmlformats.org/drawingml/2006/main" noGrp="1"/>
          </p:cNvSpPr>
          <p:nvPr/>
        </p:nvSpPr>
        <p:spPr>
          <a:xfrm xmlns:a="http://schemas.openxmlformats.org/drawingml/2006/main">
            <a:off x="91440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Dispute</a:t>
            </a:r>
          </a:p>
          <a:p xmlns:a="http://schemas.openxmlformats.org/drawingml/2006/main">
            <a:pPr algn="ctr">
              <a:defRPr sz="1650" b="1">
                <a:solidFill>
                  <a:srgbClr val="15191D"/>
                </a:solidFill>
              </a:defRPr>
            </a:pPr>
            <a:r>
              <a:rPr sz="1650" b="1">
                <a:solidFill>
                  <a:srgbClr val="15191D"/>
                </a:solidFill>
              </a:rPr>
              <a:t>booking, status</a:t>
            </a:r>
          </a:p>
        </p:txBody>
      </p:sp>
      <p:sp>
        <p:nvSpPr>
          <p:cNvPr id="33" name="">
            <a:extLst xmlns:a="http://schemas.openxmlformats.org/drawingml/2006/main">
              <a:ext uri="{FF2B5EF4-FFF2-40B4-BE49-F238E27FC236}">
                <a16:creationId xmlns:a16="http://schemas.microsoft.com/office/drawing/2014/main" id="{0B55A71F-3686-4425-B3D2-F9828E8E6AE7}"/>
              </a:ext>
            </a:extLst>
          </p:cNvPr>
          <p:cNvSpPr>
            <a:spLocks xmlns:a="http://schemas.openxmlformats.org/drawingml/2006/main" noGrp="1"/>
          </p:cNvSpPr>
          <p:nvPr/>
        </p:nvSpPr>
        <p:spPr>
          <a:xfrm xmlns:a="http://schemas.openxmlformats.org/drawingml/2006/main">
            <a:off x="91440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Tree>
    <p:extLst>
      <p:ext uri="{BB962C8B-B14F-4D97-AF65-F5344CB8AC3E}">
        <p14:creationId xmlns:p14="http://schemas.microsoft.com/office/powerpoint/2010/main" val="13432388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a:extLst xmlns:a="http://schemas.openxmlformats.org/drawingml/2006/main">
              <a:ext uri="{FF2B5EF4-FFF2-40B4-BE49-F238E27FC236}">
                <a16:creationId xmlns:a16="http://schemas.microsoft.com/office/drawing/2014/main" id="{73AB3E33-7C16-4292-8531-F22D63AA1D4F}"/>
              </a:ext>
            </a:extLst>
          </p:cNvPr>
          <p:cNvPicPr>
            <a:picLocks xmlns:a="http://schemas.openxmlformats.org/drawingml/2006/main" noChangeAspect="1"/>
          </p:cNvPicPr>
          <p:nvPr/>
        </p:nvPicPr>
        <p:blipFill>
          <a:blip xmlns:r="http://schemas.openxmlformats.org/officeDocument/2006/relationships" xmlns:a="http://schemas.openxmlformats.org/drawingml/2006/main" r:embed="R0d0cdffb8b454d6a"/>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6EBA33-F465-4A6C-80D6-DBD56CFC26F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C87A75B3-A57F-4F2D-A195-89DB43A2A3A6}"/>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Modules &amp; Role-Based Workspaces</a:t>
            </a:r>
          </a:p>
        </p:txBody>
      </p:sp>
      <p:sp>
        <p:nvSpPr>
          <p:cNvPr id="4" name="">
            <a:extLst xmlns:a="http://schemas.openxmlformats.org/drawingml/2006/main">
              <a:ext uri="{FF2B5EF4-FFF2-40B4-BE49-F238E27FC236}">
                <a16:creationId xmlns:a16="http://schemas.microsoft.com/office/drawing/2014/main" id="{E2A62695-2D0C-4189-9C14-D212DCA22EE4}"/>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C08866C7-FDC1-4477-8242-DB268BE27610}"/>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CE99C386-7DC9-40F2-862B-D87C8B4F5C14}"/>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08</a:t>
            </a:r>
          </a:p>
        </p:txBody>
      </p:sp>
      <p:sp>
        <p:nvSpPr>
          <p:cNvPr id="7" name="">
            <a:extLst xmlns:a="http://schemas.openxmlformats.org/drawingml/2006/main">
              <a:ext uri="{FF2B5EF4-FFF2-40B4-BE49-F238E27FC236}">
                <a16:creationId xmlns:a16="http://schemas.microsoft.com/office/drawing/2014/main" id="{1E0A2A56-C089-48B5-BBF3-58C96CF474CB}"/>
              </a:ext>
            </a:extLst>
          </p:cNvPr>
          <p:cNvSpPr>
            <a:spLocks xmlns:a="http://schemas.openxmlformats.org/drawingml/2006/main" noGrp="1"/>
          </p:cNvSpPr>
          <p:nvPr/>
        </p:nvSpPr>
        <p:spPr>
          <a:xfrm xmlns:a="http://schemas.openxmlformats.org/drawingml/2006/main">
            <a:off x="571500" y="14763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UI based on the project modules</a:t>
            </a:r>
          </a:p>
        </p:txBody>
      </p:sp>
      <p:sp>
        <p:nvSpPr>
          <p:cNvPr id="8" name="">
            <a:extLst xmlns:a="http://schemas.openxmlformats.org/drawingml/2006/main">
              <a:ext uri="{FF2B5EF4-FFF2-40B4-BE49-F238E27FC236}">
                <a16:creationId xmlns:a16="http://schemas.microsoft.com/office/drawing/2014/main" id="{2F793B05-2056-47A6-A3A0-D9ED023797FA}"/>
              </a:ext>
            </a:extLst>
          </p:cNvPr>
          <p:cNvSpPr>
            <a:spLocks xmlns:a="http://schemas.openxmlformats.org/drawingml/2006/main" noGrp="1"/>
          </p:cNvSpPr>
          <p:nvPr/>
        </p:nvSpPr>
        <p:spPr>
          <a:xfrm xmlns:a="http://schemas.openxmlformats.org/drawingml/2006/main">
            <a:off x="57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982B1903-D958-4D91-AC57-CEAD26B99B5E}"/>
              </a:ext>
            </a:extLst>
          </p:cNvPr>
          <p:cNvSpPr>
            <a:spLocks xmlns:a="http://schemas.openxmlformats.org/drawingml/2006/main" noGrp="1"/>
          </p:cNvSpPr>
          <p:nvPr/>
        </p:nvSpPr>
        <p:spPr>
          <a:xfrm xmlns:a="http://schemas.openxmlformats.org/drawingml/2006/main">
            <a:off x="57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FB7E4ABF-BF48-460A-90E9-4D00A4D4BA12}"/>
              </a:ext>
            </a:extLst>
          </p:cNvPr>
          <p:cNvSpPr>
            <a:spLocks xmlns:a="http://schemas.openxmlformats.org/drawingml/2006/main" noGrp="1"/>
          </p:cNvSpPr>
          <p:nvPr/>
        </p:nvSpPr>
        <p:spPr>
          <a:xfrm xmlns:a="http://schemas.openxmlformats.org/drawingml/2006/main">
            <a:off x="72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1" name="">
            <a:extLst xmlns:a="http://schemas.openxmlformats.org/drawingml/2006/main">
              <a:ext uri="{FF2B5EF4-FFF2-40B4-BE49-F238E27FC236}">
                <a16:creationId xmlns:a16="http://schemas.microsoft.com/office/drawing/2014/main" id="{592B905A-CFAC-4845-B713-0C596A09BA47}"/>
              </a:ext>
            </a:extLst>
          </p:cNvPr>
          <p:cNvSpPr>
            <a:spLocks xmlns:a="http://schemas.openxmlformats.org/drawingml/2006/main" noGrp="1"/>
          </p:cNvSpPr>
          <p:nvPr/>
        </p:nvSpPr>
        <p:spPr>
          <a:xfrm xmlns:a="http://schemas.openxmlformats.org/drawingml/2006/main">
            <a:off x="74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Customer Workspace</a:t>
            </a:r>
          </a:p>
        </p:txBody>
      </p:sp>
      <p:pic>
        <p:nvPicPr>
          <p:cNvPr id="12" name="">
            <a:extLst xmlns:a="http://schemas.openxmlformats.org/drawingml/2006/main">
              <a:ext uri="{FF2B5EF4-FFF2-40B4-BE49-F238E27FC236}">
                <a16:creationId xmlns:a16="http://schemas.microsoft.com/office/drawing/2014/main" id="{EAAA3F87-E7A0-42C1-B13C-7E883E14B2EF}"/>
              </a:ext>
            </a:extLst>
          </p:cNvPr>
          <p:cNvPicPr>
            <a:picLocks xmlns:a="http://schemas.openxmlformats.org/drawingml/2006/main" noChangeAspect="1"/>
          </p:cNvPicPr>
          <p:nvPr/>
        </p:nvPicPr>
        <p:blipFill>
          <a:blip xmlns:r="http://schemas.openxmlformats.org/officeDocument/2006/relationships" xmlns:a="http://schemas.openxmlformats.org/drawingml/2006/main" r:embed="Ra12308313e304162">
            <a:extLst>
              <a:ext uri="{96DAC541-7B7A-43D3-8B79-37D633B846F1}">
                <asvg:svgBlip xmlns:asvg="http://schemas.microsoft.com/office/drawing/2016/SVG/main" r:embed="R30ed20b8bb244482"/>
              </a:ext>
            </a:extLst>
          </a:blip>
          <a:stretch xmlns:a="http://schemas.openxmlformats.org/drawingml/2006/main"/>
        </p:blipFill>
        <p:spPr>
          <a:xfrm xmlns:a="http://schemas.openxmlformats.org/drawingml/2006/main">
            <a:off x="3524250" y="1971675"/>
            <a:ext cx="247650" cy="2476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3015FE0-FB12-4C1F-8425-6FD21FA58473}"/>
              </a:ext>
            </a:extLst>
          </p:cNvPr>
          <p:cNvSpPr>
            <a:spLocks xmlns:a="http://schemas.openxmlformats.org/drawingml/2006/main" noGrp="1"/>
          </p:cNvSpPr>
          <p:nvPr/>
        </p:nvSpPr>
        <p:spPr>
          <a:xfrm xmlns:a="http://schemas.openxmlformats.org/drawingml/2006/main">
            <a:off x="74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Find and manage local services</a:t>
            </a:r>
          </a:p>
        </p:txBody>
      </p:sp>
      <p:sp>
        <p:nvSpPr>
          <p:cNvPr id="14" name="">
            <a:extLst xmlns:a="http://schemas.openxmlformats.org/drawingml/2006/main">
              <a:ext uri="{FF2B5EF4-FFF2-40B4-BE49-F238E27FC236}">
                <a16:creationId xmlns:a16="http://schemas.microsoft.com/office/drawing/2014/main" id="{561775BD-9FBF-4015-B280-9FCF97130FC5}"/>
              </a:ext>
            </a:extLst>
          </p:cNvPr>
          <p:cNvSpPr>
            <a:spLocks xmlns:a="http://schemas.openxmlformats.org/drawingml/2006/main" noGrp="1"/>
          </p:cNvSpPr>
          <p:nvPr/>
        </p:nvSpPr>
        <p:spPr>
          <a:xfrm xmlns:a="http://schemas.openxmlformats.org/drawingml/2006/main">
            <a:off x="74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FAE05CEF-9EDE-4593-82C3-2646C523258F}"/>
              </a:ext>
            </a:extLst>
          </p:cNvPr>
          <p:cNvSpPr>
            <a:spLocks xmlns:a="http://schemas.openxmlformats.org/drawingml/2006/main" noGrp="1"/>
          </p:cNvSpPr>
          <p:nvPr/>
        </p:nvSpPr>
        <p:spPr>
          <a:xfrm xmlns:a="http://schemas.openxmlformats.org/drawingml/2006/main">
            <a:off x="85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Exact-pincode search</a:t>
            </a:r>
          </a:p>
        </p:txBody>
      </p:sp>
      <p:sp>
        <p:nvSpPr>
          <p:cNvPr id="16" name="">
            <a:extLst xmlns:a="http://schemas.openxmlformats.org/drawingml/2006/main">
              <a:ext uri="{FF2B5EF4-FFF2-40B4-BE49-F238E27FC236}">
                <a16:creationId xmlns:a16="http://schemas.microsoft.com/office/drawing/2014/main" id="{00FD81A5-08D9-4434-99D9-2620AA6EFD0C}"/>
              </a:ext>
            </a:extLst>
          </p:cNvPr>
          <p:cNvSpPr>
            <a:spLocks xmlns:a="http://schemas.openxmlformats.org/drawingml/2006/main" noGrp="1"/>
          </p:cNvSpPr>
          <p:nvPr/>
        </p:nvSpPr>
        <p:spPr>
          <a:xfrm xmlns:a="http://schemas.openxmlformats.org/drawingml/2006/main">
            <a:off x="74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EC63C28C-79E0-46AB-966A-07DCAF9703DE}"/>
              </a:ext>
            </a:extLst>
          </p:cNvPr>
          <p:cNvSpPr>
            <a:spLocks xmlns:a="http://schemas.openxmlformats.org/drawingml/2006/main" noGrp="1"/>
          </p:cNvSpPr>
          <p:nvPr/>
        </p:nvSpPr>
        <p:spPr>
          <a:xfrm xmlns:a="http://schemas.openxmlformats.org/drawingml/2006/main">
            <a:off x="85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Service detail and time selection</a:t>
            </a:r>
          </a:p>
        </p:txBody>
      </p:sp>
      <p:sp>
        <p:nvSpPr>
          <p:cNvPr id="18" name="">
            <a:extLst xmlns:a="http://schemas.openxmlformats.org/drawingml/2006/main">
              <a:ext uri="{FF2B5EF4-FFF2-40B4-BE49-F238E27FC236}">
                <a16:creationId xmlns:a16="http://schemas.microsoft.com/office/drawing/2014/main" id="{76C95623-C69A-48C5-BCC9-2C5D0F1E3D21}"/>
              </a:ext>
            </a:extLst>
          </p:cNvPr>
          <p:cNvSpPr>
            <a:spLocks xmlns:a="http://schemas.openxmlformats.org/drawingml/2006/main" noGrp="1"/>
          </p:cNvSpPr>
          <p:nvPr/>
        </p:nvSpPr>
        <p:spPr>
          <a:xfrm xmlns:a="http://schemas.openxmlformats.org/drawingml/2006/main">
            <a:off x="74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9" name="">
            <a:extLst xmlns:a="http://schemas.openxmlformats.org/drawingml/2006/main">
              <a:ext uri="{FF2B5EF4-FFF2-40B4-BE49-F238E27FC236}">
                <a16:creationId xmlns:a16="http://schemas.microsoft.com/office/drawing/2014/main" id="{00008D8F-F709-42D5-BC74-3D1A6399E904}"/>
              </a:ext>
            </a:extLst>
          </p:cNvPr>
          <p:cNvSpPr>
            <a:spLocks xmlns:a="http://schemas.openxmlformats.org/drawingml/2006/main" noGrp="1"/>
          </p:cNvSpPr>
          <p:nvPr/>
        </p:nvSpPr>
        <p:spPr>
          <a:xfrm xmlns:a="http://schemas.openxmlformats.org/drawingml/2006/main">
            <a:off x="85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Bookings and checkout</a:t>
            </a:r>
          </a:p>
        </p:txBody>
      </p:sp>
      <p:sp>
        <p:nvSpPr>
          <p:cNvPr id="20" name="">
            <a:extLst xmlns:a="http://schemas.openxmlformats.org/drawingml/2006/main">
              <a:ext uri="{FF2B5EF4-FFF2-40B4-BE49-F238E27FC236}">
                <a16:creationId xmlns:a16="http://schemas.microsoft.com/office/drawing/2014/main" id="{53BE433B-42B5-4A7B-88E8-7B84AAD692FA}"/>
              </a:ext>
            </a:extLst>
          </p:cNvPr>
          <p:cNvSpPr>
            <a:spLocks xmlns:a="http://schemas.openxmlformats.org/drawingml/2006/main" noGrp="1"/>
          </p:cNvSpPr>
          <p:nvPr/>
        </p:nvSpPr>
        <p:spPr>
          <a:xfrm xmlns:a="http://schemas.openxmlformats.org/drawingml/2006/main">
            <a:off x="74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6C0EB69A-514C-4347-A3D5-590199186720}"/>
              </a:ext>
            </a:extLst>
          </p:cNvPr>
          <p:cNvSpPr>
            <a:spLocks xmlns:a="http://schemas.openxmlformats.org/drawingml/2006/main" noGrp="1"/>
          </p:cNvSpPr>
          <p:nvPr/>
        </p:nvSpPr>
        <p:spPr>
          <a:xfrm xmlns:a="http://schemas.openxmlformats.org/drawingml/2006/main">
            <a:off x="85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Messages, reviews and disputes</a:t>
            </a:r>
          </a:p>
        </p:txBody>
      </p:sp>
      <p:sp>
        <p:nvSpPr>
          <p:cNvPr id="22" name="">
            <a:extLst xmlns:a="http://schemas.openxmlformats.org/drawingml/2006/main">
              <a:ext uri="{FF2B5EF4-FFF2-40B4-BE49-F238E27FC236}">
                <a16:creationId xmlns:a16="http://schemas.microsoft.com/office/drawing/2014/main" id="{DA89AC18-587B-4543-937C-A94C0306C17E}"/>
              </a:ext>
            </a:extLst>
          </p:cNvPr>
          <p:cNvSpPr>
            <a:spLocks xmlns:a="http://schemas.openxmlformats.org/drawingml/2006/main" noGrp="1"/>
          </p:cNvSpPr>
          <p:nvPr/>
        </p:nvSpPr>
        <p:spPr>
          <a:xfrm xmlns:a="http://schemas.openxmlformats.org/drawingml/2006/main">
            <a:off x="74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3" name="">
            <a:extLst xmlns:a="http://schemas.openxmlformats.org/drawingml/2006/main">
              <a:ext uri="{FF2B5EF4-FFF2-40B4-BE49-F238E27FC236}">
                <a16:creationId xmlns:a16="http://schemas.microsoft.com/office/drawing/2014/main" id="{0B6D2194-0332-4E10-BDC0-8ED7E8C9147B}"/>
              </a:ext>
            </a:extLst>
          </p:cNvPr>
          <p:cNvSpPr>
            <a:spLocks xmlns:a="http://schemas.openxmlformats.org/drawingml/2006/main" noGrp="1"/>
          </p:cNvSpPr>
          <p:nvPr/>
        </p:nvSpPr>
        <p:spPr>
          <a:xfrm xmlns:a="http://schemas.openxmlformats.org/drawingml/2006/main">
            <a:off x="81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Find services</a:t>
            </a:r>
          </a:p>
        </p:txBody>
      </p:sp>
      <p:sp>
        <p:nvSpPr>
          <p:cNvPr id="24" name="">
            <a:extLst xmlns:a="http://schemas.openxmlformats.org/drawingml/2006/main">
              <a:ext uri="{FF2B5EF4-FFF2-40B4-BE49-F238E27FC236}">
                <a16:creationId xmlns:a16="http://schemas.microsoft.com/office/drawing/2014/main" id="{A28F44D7-505E-4252-934C-6E8935337F9C}"/>
              </a:ext>
            </a:extLst>
          </p:cNvPr>
          <p:cNvSpPr>
            <a:spLocks xmlns:a="http://schemas.openxmlformats.org/drawingml/2006/main" noGrp="1"/>
          </p:cNvSpPr>
          <p:nvPr/>
        </p:nvSpPr>
        <p:spPr>
          <a:xfrm xmlns:a="http://schemas.openxmlformats.org/drawingml/2006/main">
            <a:off x="438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5" name="">
            <a:extLst xmlns:a="http://schemas.openxmlformats.org/drawingml/2006/main">
              <a:ext uri="{FF2B5EF4-FFF2-40B4-BE49-F238E27FC236}">
                <a16:creationId xmlns:a16="http://schemas.microsoft.com/office/drawing/2014/main" id="{B907F8F9-CF23-498E-8DAE-F100A5AED949}"/>
              </a:ext>
            </a:extLst>
          </p:cNvPr>
          <p:cNvSpPr>
            <a:spLocks xmlns:a="http://schemas.openxmlformats.org/drawingml/2006/main" noGrp="1"/>
          </p:cNvSpPr>
          <p:nvPr/>
        </p:nvSpPr>
        <p:spPr>
          <a:xfrm xmlns:a="http://schemas.openxmlformats.org/drawingml/2006/main">
            <a:off x="438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6" name="">
            <a:extLst xmlns:a="http://schemas.openxmlformats.org/drawingml/2006/main">
              <a:ext uri="{FF2B5EF4-FFF2-40B4-BE49-F238E27FC236}">
                <a16:creationId xmlns:a16="http://schemas.microsoft.com/office/drawing/2014/main" id="{D1AB48D4-D4A8-43B2-B8A8-C08A1ED034EC}"/>
              </a:ext>
            </a:extLst>
          </p:cNvPr>
          <p:cNvSpPr>
            <a:spLocks xmlns:a="http://schemas.openxmlformats.org/drawingml/2006/main" noGrp="1"/>
          </p:cNvSpPr>
          <p:nvPr/>
        </p:nvSpPr>
        <p:spPr>
          <a:xfrm xmlns:a="http://schemas.openxmlformats.org/drawingml/2006/main">
            <a:off x="453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27" name="">
            <a:extLst xmlns:a="http://schemas.openxmlformats.org/drawingml/2006/main">
              <a:ext uri="{FF2B5EF4-FFF2-40B4-BE49-F238E27FC236}">
                <a16:creationId xmlns:a16="http://schemas.microsoft.com/office/drawing/2014/main" id="{325590D6-202C-4D0A-82B8-6C799B318C80}"/>
              </a:ext>
            </a:extLst>
          </p:cNvPr>
          <p:cNvSpPr>
            <a:spLocks xmlns:a="http://schemas.openxmlformats.org/drawingml/2006/main" noGrp="1"/>
          </p:cNvSpPr>
          <p:nvPr/>
        </p:nvSpPr>
        <p:spPr>
          <a:xfrm xmlns:a="http://schemas.openxmlformats.org/drawingml/2006/main">
            <a:off x="455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Provider Workspace</a:t>
            </a:r>
          </a:p>
        </p:txBody>
      </p:sp>
      <p:pic>
        <p:nvPicPr>
          <p:cNvPr id="28" name="">
            <a:extLst xmlns:a="http://schemas.openxmlformats.org/drawingml/2006/main">
              <a:ext uri="{FF2B5EF4-FFF2-40B4-BE49-F238E27FC236}">
                <a16:creationId xmlns:a16="http://schemas.microsoft.com/office/drawing/2014/main" id="{D9E62C87-A2ED-4259-90F2-D00CE7A6CAB7}"/>
              </a:ext>
            </a:extLst>
          </p:cNvPr>
          <p:cNvPicPr>
            <a:picLocks xmlns:a="http://schemas.openxmlformats.org/drawingml/2006/main" noChangeAspect="1"/>
          </p:cNvPicPr>
          <p:nvPr/>
        </p:nvPicPr>
        <p:blipFill>
          <a:blip xmlns:r="http://schemas.openxmlformats.org/officeDocument/2006/relationships" xmlns:a="http://schemas.openxmlformats.org/drawingml/2006/main" r:embed="R15abb36092a34121">
            <a:extLst>
              <a:ext uri="{96DAC541-7B7A-43D3-8B79-37D633B846F1}">
                <asvg:svgBlip xmlns:asvg="http://schemas.microsoft.com/office/drawing/2016/SVG/main" r:embed="Ra0fe9d25283344eb"/>
              </a:ext>
            </a:extLst>
          </a:blip>
          <a:stretch xmlns:a="http://schemas.openxmlformats.org/drawingml/2006/main"/>
        </p:blipFill>
        <p:spPr>
          <a:xfrm xmlns:a="http://schemas.openxmlformats.org/drawingml/2006/main">
            <a:off x="7334250" y="1971675"/>
            <a:ext cx="247650" cy="2476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599AE969-E2B9-4C51-B061-C71B0C24927E}"/>
              </a:ext>
            </a:extLst>
          </p:cNvPr>
          <p:cNvSpPr>
            <a:spLocks xmlns:a="http://schemas.openxmlformats.org/drawingml/2006/main" noGrp="1"/>
          </p:cNvSpPr>
          <p:nvPr/>
        </p:nvSpPr>
        <p:spPr>
          <a:xfrm xmlns:a="http://schemas.openxmlformats.org/drawingml/2006/main">
            <a:off x="455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Manage service delivery</a:t>
            </a:r>
          </a:p>
        </p:txBody>
      </p:sp>
      <p:sp>
        <p:nvSpPr>
          <p:cNvPr id="30" name="">
            <a:extLst xmlns:a="http://schemas.openxmlformats.org/drawingml/2006/main">
              <a:ext uri="{FF2B5EF4-FFF2-40B4-BE49-F238E27FC236}">
                <a16:creationId xmlns:a16="http://schemas.microsoft.com/office/drawing/2014/main" id="{87FAD1E1-4C3B-4D8E-81EB-8C723DB397AD}"/>
              </a:ext>
            </a:extLst>
          </p:cNvPr>
          <p:cNvSpPr>
            <a:spLocks xmlns:a="http://schemas.openxmlformats.org/drawingml/2006/main" noGrp="1"/>
          </p:cNvSpPr>
          <p:nvPr/>
        </p:nvSpPr>
        <p:spPr>
          <a:xfrm xmlns:a="http://schemas.openxmlformats.org/drawingml/2006/main">
            <a:off x="455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1" name="">
            <a:extLst xmlns:a="http://schemas.openxmlformats.org/drawingml/2006/main">
              <a:ext uri="{FF2B5EF4-FFF2-40B4-BE49-F238E27FC236}">
                <a16:creationId xmlns:a16="http://schemas.microsoft.com/office/drawing/2014/main" id="{014AC037-0514-4C9B-9A77-2961C2069FFF}"/>
              </a:ext>
            </a:extLst>
          </p:cNvPr>
          <p:cNvSpPr>
            <a:spLocks xmlns:a="http://schemas.openxmlformats.org/drawingml/2006/main" noGrp="1"/>
          </p:cNvSpPr>
          <p:nvPr/>
        </p:nvSpPr>
        <p:spPr>
          <a:xfrm xmlns:a="http://schemas.openxmlformats.org/drawingml/2006/main">
            <a:off x="466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Profile and service areas</a:t>
            </a:r>
          </a:p>
        </p:txBody>
      </p:sp>
      <p:sp>
        <p:nvSpPr>
          <p:cNvPr id="32" name="">
            <a:extLst xmlns:a="http://schemas.openxmlformats.org/drawingml/2006/main">
              <a:ext uri="{FF2B5EF4-FFF2-40B4-BE49-F238E27FC236}">
                <a16:creationId xmlns:a16="http://schemas.microsoft.com/office/drawing/2014/main" id="{51BF506B-9707-4E6A-BFAB-C8699EBA54CF}"/>
              </a:ext>
            </a:extLst>
          </p:cNvPr>
          <p:cNvSpPr>
            <a:spLocks xmlns:a="http://schemas.openxmlformats.org/drawingml/2006/main" noGrp="1"/>
          </p:cNvSpPr>
          <p:nvPr/>
        </p:nvSpPr>
        <p:spPr>
          <a:xfrm xmlns:a="http://schemas.openxmlformats.org/drawingml/2006/main">
            <a:off x="455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3" name="">
            <a:extLst xmlns:a="http://schemas.openxmlformats.org/drawingml/2006/main">
              <a:ext uri="{FF2B5EF4-FFF2-40B4-BE49-F238E27FC236}">
                <a16:creationId xmlns:a16="http://schemas.microsoft.com/office/drawing/2014/main" id="{79278581-2F8C-4153-9E08-3C4DE93AF79D}"/>
              </a:ext>
            </a:extLst>
          </p:cNvPr>
          <p:cNvSpPr>
            <a:spLocks xmlns:a="http://schemas.openxmlformats.org/drawingml/2006/main" noGrp="1"/>
          </p:cNvSpPr>
          <p:nvPr/>
        </p:nvSpPr>
        <p:spPr>
          <a:xfrm xmlns:a="http://schemas.openxmlformats.org/drawingml/2006/main">
            <a:off x="466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Listings and availability</a:t>
            </a:r>
          </a:p>
        </p:txBody>
      </p:sp>
      <p:sp>
        <p:nvSpPr>
          <p:cNvPr id="34" name="">
            <a:extLst xmlns:a="http://schemas.openxmlformats.org/drawingml/2006/main">
              <a:ext uri="{FF2B5EF4-FFF2-40B4-BE49-F238E27FC236}">
                <a16:creationId xmlns:a16="http://schemas.microsoft.com/office/drawing/2014/main" id="{24E1E4C9-072C-4BC3-A5DB-2F779CEF7D22}"/>
              </a:ext>
            </a:extLst>
          </p:cNvPr>
          <p:cNvSpPr>
            <a:spLocks xmlns:a="http://schemas.openxmlformats.org/drawingml/2006/main" noGrp="1"/>
          </p:cNvSpPr>
          <p:nvPr/>
        </p:nvSpPr>
        <p:spPr>
          <a:xfrm xmlns:a="http://schemas.openxmlformats.org/drawingml/2006/main">
            <a:off x="455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5" name="">
            <a:extLst xmlns:a="http://schemas.openxmlformats.org/drawingml/2006/main">
              <a:ext uri="{FF2B5EF4-FFF2-40B4-BE49-F238E27FC236}">
                <a16:creationId xmlns:a16="http://schemas.microsoft.com/office/drawing/2014/main" id="{0D150601-1776-4C7A-895C-72CD2FFCCBF2}"/>
              </a:ext>
            </a:extLst>
          </p:cNvPr>
          <p:cNvSpPr>
            <a:spLocks xmlns:a="http://schemas.openxmlformats.org/drawingml/2006/main" noGrp="1"/>
          </p:cNvSpPr>
          <p:nvPr/>
        </p:nvSpPr>
        <p:spPr>
          <a:xfrm xmlns:a="http://schemas.openxmlformats.org/drawingml/2006/main">
            <a:off x="466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Accept or reject requests</a:t>
            </a:r>
          </a:p>
        </p:txBody>
      </p:sp>
      <p:sp>
        <p:nvSpPr>
          <p:cNvPr id="36" name="">
            <a:extLst xmlns:a="http://schemas.openxmlformats.org/drawingml/2006/main">
              <a:ext uri="{FF2B5EF4-FFF2-40B4-BE49-F238E27FC236}">
                <a16:creationId xmlns:a16="http://schemas.microsoft.com/office/drawing/2014/main" id="{907DA4C0-D601-4FE4-9853-A0B66A0AC2C8}"/>
              </a:ext>
            </a:extLst>
          </p:cNvPr>
          <p:cNvSpPr>
            <a:spLocks xmlns:a="http://schemas.openxmlformats.org/drawingml/2006/main" noGrp="1"/>
          </p:cNvSpPr>
          <p:nvPr/>
        </p:nvSpPr>
        <p:spPr>
          <a:xfrm xmlns:a="http://schemas.openxmlformats.org/drawingml/2006/main">
            <a:off x="455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7" name="">
            <a:extLst xmlns:a="http://schemas.openxmlformats.org/drawingml/2006/main">
              <a:ext uri="{FF2B5EF4-FFF2-40B4-BE49-F238E27FC236}">
                <a16:creationId xmlns:a16="http://schemas.microsoft.com/office/drawing/2014/main" id="{A8F5BBC4-64C7-4C01-BA04-00ED96B3CD5F}"/>
              </a:ext>
            </a:extLst>
          </p:cNvPr>
          <p:cNvSpPr>
            <a:spLocks xmlns:a="http://schemas.openxmlformats.org/drawingml/2006/main" noGrp="1"/>
          </p:cNvSpPr>
          <p:nvPr/>
        </p:nvSpPr>
        <p:spPr>
          <a:xfrm xmlns:a="http://schemas.openxmlformats.org/drawingml/2006/main">
            <a:off x="466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Booking chat and completion</a:t>
            </a:r>
          </a:p>
        </p:txBody>
      </p:sp>
      <p:sp>
        <p:nvSpPr>
          <p:cNvPr id="38" name="">
            <a:extLst xmlns:a="http://schemas.openxmlformats.org/drawingml/2006/main">
              <a:ext uri="{FF2B5EF4-FFF2-40B4-BE49-F238E27FC236}">
                <a16:creationId xmlns:a16="http://schemas.microsoft.com/office/drawing/2014/main" id="{27E4B046-AF61-464B-8041-23C78861C4B2}"/>
              </a:ext>
            </a:extLst>
          </p:cNvPr>
          <p:cNvSpPr>
            <a:spLocks xmlns:a="http://schemas.openxmlformats.org/drawingml/2006/main" noGrp="1"/>
          </p:cNvSpPr>
          <p:nvPr/>
        </p:nvSpPr>
        <p:spPr>
          <a:xfrm xmlns:a="http://schemas.openxmlformats.org/drawingml/2006/main">
            <a:off x="455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9" name="">
            <a:extLst xmlns:a="http://schemas.openxmlformats.org/drawingml/2006/main">
              <a:ext uri="{FF2B5EF4-FFF2-40B4-BE49-F238E27FC236}">
                <a16:creationId xmlns:a16="http://schemas.microsoft.com/office/drawing/2014/main" id="{8A95631F-7822-49BA-AC5F-A58699B2B50E}"/>
              </a:ext>
            </a:extLst>
          </p:cNvPr>
          <p:cNvSpPr>
            <a:spLocks xmlns:a="http://schemas.openxmlformats.org/drawingml/2006/main" noGrp="1"/>
          </p:cNvSpPr>
          <p:nvPr/>
        </p:nvSpPr>
        <p:spPr>
          <a:xfrm xmlns:a="http://schemas.openxmlformats.org/drawingml/2006/main">
            <a:off x="462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Manage listings</a:t>
            </a:r>
          </a:p>
        </p:txBody>
      </p:sp>
      <p:sp>
        <p:nvSpPr>
          <p:cNvPr id="40" name="">
            <a:extLst xmlns:a="http://schemas.openxmlformats.org/drawingml/2006/main">
              <a:ext uri="{FF2B5EF4-FFF2-40B4-BE49-F238E27FC236}">
                <a16:creationId xmlns:a16="http://schemas.microsoft.com/office/drawing/2014/main" id="{FD7EF37C-DD05-4A9A-BA8D-C7FC2B465D3E}"/>
              </a:ext>
            </a:extLst>
          </p:cNvPr>
          <p:cNvSpPr>
            <a:spLocks xmlns:a="http://schemas.openxmlformats.org/drawingml/2006/main" noGrp="1"/>
          </p:cNvSpPr>
          <p:nvPr/>
        </p:nvSpPr>
        <p:spPr>
          <a:xfrm xmlns:a="http://schemas.openxmlformats.org/drawingml/2006/main">
            <a:off x="819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1" name="">
            <a:extLst xmlns:a="http://schemas.openxmlformats.org/drawingml/2006/main">
              <a:ext uri="{FF2B5EF4-FFF2-40B4-BE49-F238E27FC236}">
                <a16:creationId xmlns:a16="http://schemas.microsoft.com/office/drawing/2014/main" id="{1B4C5E36-0C05-4AE0-B9FF-49DD7E645C61}"/>
              </a:ext>
            </a:extLst>
          </p:cNvPr>
          <p:cNvSpPr>
            <a:spLocks xmlns:a="http://schemas.openxmlformats.org/drawingml/2006/main" noGrp="1"/>
          </p:cNvSpPr>
          <p:nvPr/>
        </p:nvSpPr>
        <p:spPr>
          <a:xfrm xmlns:a="http://schemas.openxmlformats.org/drawingml/2006/main">
            <a:off x="819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2" name="">
            <a:extLst xmlns:a="http://schemas.openxmlformats.org/drawingml/2006/main">
              <a:ext uri="{FF2B5EF4-FFF2-40B4-BE49-F238E27FC236}">
                <a16:creationId xmlns:a16="http://schemas.microsoft.com/office/drawing/2014/main" id="{F5151906-F135-4C5C-88B9-BD723A25C67F}"/>
              </a:ext>
            </a:extLst>
          </p:cNvPr>
          <p:cNvSpPr>
            <a:spLocks xmlns:a="http://schemas.openxmlformats.org/drawingml/2006/main" noGrp="1"/>
          </p:cNvSpPr>
          <p:nvPr/>
        </p:nvSpPr>
        <p:spPr>
          <a:xfrm xmlns:a="http://schemas.openxmlformats.org/drawingml/2006/main">
            <a:off x="834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43" name="">
            <a:extLst xmlns:a="http://schemas.openxmlformats.org/drawingml/2006/main">
              <a:ext uri="{FF2B5EF4-FFF2-40B4-BE49-F238E27FC236}">
                <a16:creationId xmlns:a16="http://schemas.microsoft.com/office/drawing/2014/main" id="{2E566FA8-3390-4F24-BA88-44D6222006CF}"/>
              </a:ext>
            </a:extLst>
          </p:cNvPr>
          <p:cNvSpPr>
            <a:spLocks xmlns:a="http://schemas.openxmlformats.org/drawingml/2006/main" noGrp="1"/>
          </p:cNvSpPr>
          <p:nvPr/>
        </p:nvSpPr>
        <p:spPr>
          <a:xfrm xmlns:a="http://schemas.openxmlformats.org/drawingml/2006/main">
            <a:off x="836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Admin Workspace</a:t>
            </a:r>
          </a:p>
        </p:txBody>
      </p:sp>
      <p:pic>
        <p:nvPicPr>
          <p:cNvPr id="44" name="">
            <a:extLst xmlns:a="http://schemas.openxmlformats.org/drawingml/2006/main">
              <a:ext uri="{FF2B5EF4-FFF2-40B4-BE49-F238E27FC236}">
                <a16:creationId xmlns:a16="http://schemas.microsoft.com/office/drawing/2014/main" id="{77E0A8FB-9438-4472-B147-E7460809E733}"/>
              </a:ext>
            </a:extLst>
          </p:cNvPr>
          <p:cNvPicPr>
            <a:picLocks xmlns:a="http://schemas.openxmlformats.org/drawingml/2006/main" noChangeAspect="1"/>
          </p:cNvPicPr>
          <p:nvPr/>
        </p:nvPicPr>
        <p:blipFill>
          <a:blip xmlns:r="http://schemas.openxmlformats.org/officeDocument/2006/relationships" xmlns:a="http://schemas.openxmlformats.org/drawingml/2006/main" r:embed="Rd014b979e241493a">
            <a:extLst>
              <a:ext uri="{96DAC541-7B7A-43D3-8B79-37D633B846F1}">
                <asvg:svgBlip xmlns:asvg="http://schemas.microsoft.com/office/drawing/2016/SVG/main" r:embed="R84e11f002f084534"/>
              </a:ext>
            </a:extLst>
          </a:blip>
          <a:stretch xmlns:a="http://schemas.openxmlformats.org/drawingml/2006/main"/>
        </p:blipFill>
        <p:spPr>
          <a:xfrm xmlns:a="http://schemas.openxmlformats.org/drawingml/2006/main">
            <a:off x="11144250" y="1971675"/>
            <a:ext cx="247650" cy="24765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6AB96DD9-40A5-43DA-8FC1-4ACA4730710C}"/>
              </a:ext>
            </a:extLst>
          </p:cNvPr>
          <p:cNvSpPr>
            <a:spLocks xmlns:a="http://schemas.openxmlformats.org/drawingml/2006/main" noGrp="1"/>
          </p:cNvSpPr>
          <p:nvPr/>
        </p:nvSpPr>
        <p:spPr>
          <a:xfrm xmlns:a="http://schemas.openxmlformats.org/drawingml/2006/main">
            <a:off x="836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Oversee marketplace operations</a:t>
            </a:r>
          </a:p>
        </p:txBody>
      </p:sp>
      <p:sp>
        <p:nvSpPr>
          <p:cNvPr id="46" name="">
            <a:extLst xmlns:a="http://schemas.openxmlformats.org/drawingml/2006/main">
              <a:ext uri="{FF2B5EF4-FFF2-40B4-BE49-F238E27FC236}">
                <a16:creationId xmlns:a16="http://schemas.microsoft.com/office/drawing/2014/main" id="{963862AB-382B-4D06-B48B-AF50756FE357}"/>
              </a:ext>
            </a:extLst>
          </p:cNvPr>
          <p:cNvSpPr>
            <a:spLocks xmlns:a="http://schemas.openxmlformats.org/drawingml/2006/main" noGrp="1"/>
          </p:cNvSpPr>
          <p:nvPr/>
        </p:nvSpPr>
        <p:spPr>
          <a:xfrm xmlns:a="http://schemas.openxmlformats.org/drawingml/2006/main">
            <a:off x="836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7" name="">
            <a:extLst xmlns:a="http://schemas.openxmlformats.org/drawingml/2006/main">
              <a:ext uri="{FF2B5EF4-FFF2-40B4-BE49-F238E27FC236}">
                <a16:creationId xmlns:a16="http://schemas.microsoft.com/office/drawing/2014/main" id="{5AB33C8C-B4A9-4892-9719-F9B8D0E44770}"/>
              </a:ext>
            </a:extLst>
          </p:cNvPr>
          <p:cNvSpPr>
            <a:spLocks xmlns:a="http://schemas.openxmlformats.org/drawingml/2006/main" noGrp="1"/>
          </p:cNvSpPr>
          <p:nvPr/>
        </p:nvSpPr>
        <p:spPr>
          <a:xfrm xmlns:a="http://schemas.openxmlformats.org/drawingml/2006/main">
            <a:off x="847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Provider review and verification status</a:t>
            </a:r>
          </a:p>
        </p:txBody>
      </p:sp>
      <p:sp>
        <p:nvSpPr>
          <p:cNvPr id="48" name="">
            <a:extLst xmlns:a="http://schemas.openxmlformats.org/drawingml/2006/main">
              <a:ext uri="{FF2B5EF4-FFF2-40B4-BE49-F238E27FC236}">
                <a16:creationId xmlns:a16="http://schemas.microsoft.com/office/drawing/2014/main" id="{D5702CD3-A893-447C-B8A1-46CE1165405F}"/>
              </a:ext>
            </a:extLst>
          </p:cNvPr>
          <p:cNvSpPr>
            <a:spLocks xmlns:a="http://schemas.openxmlformats.org/drawingml/2006/main" noGrp="1"/>
          </p:cNvSpPr>
          <p:nvPr/>
        </p:nvSpPr>
        <p:spPr>
          <a:xfrm xmlns:a="http://schemas.openxmlformats.org/drawingml/2006/main">
            <a:off x="836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9" name="">
            <a:extLst xmlns:a="http://schemas.openxmlformats.org/drawingml/2006/main">
              <a:ext uri="{FF2B5EF4-FFF2-40B4-BE49-F238E27FC236}">
                <a16:creationId xmlns:a16="http://schemas.microsoft.com/office/drawing/2014/main" id="{39D206D7-A11E-4E77-8269-402D1103D6D3}"/>
              </a:ext>
            </a:extLst>
          </p:cNvPr>
          <p:cNvSpPr>
            <a:spLocks xmlns:a="http://schemas.openxmlformats.org/drawingml/2006/main" noGrp="1"/>
          </p:cNvSpPr>
          <p:nvPr/>
        </p:nvSpPr>
        <p:spPr>
          <a:xfrm xmlns:a="http://schemas.openxmlformats.org/drawingml/2006/main">
            <a:off x="847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Marketplace policy settings</a:t>
            </a:r>
          </a:p>
        </p:txBody>
      </p:sp>
      <p:sp>
        <p:nvSpPr>
          <p:cNvPr id="50" name="">
            <a:extLst xmlns:a="http://schemas.openxmlformats.org/drawingml/2006/main">
              <a:ext uri="{FF2B5EF4-FFF2-40B4-BE49-F238E27FC236}">
                <a16:creationId xmlns:a16="http://schemas.microsoft.com/office/drawing/2014/main" id="{AACFBB07-E4AB-47EB-9353-8D39AB2DA30C}"/>
              </a:ext>
            </a:extLst>
          </p:cNvPr>
          <p:cNvSpPr>
            <a:spLocks xmlns:a="http://schemas.openxmlformats.org/drawingml/2006/main" noGrp="1"/>
          </p:cNvSpPr>
          <p:nvPr/>
        </p:nvSpPr>
        <p:spPr>
          <a:xfrm xmlns:a="http://schemas.openxmlformats.org/drawingml/2006/main">
            <a:off x="836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1" name="">
            <a:extLst xmlns:a="http://schemas.openxmlformats.org/drawingml/2006/main">
              <a:ext uri="{FF2B5EF4-FFF2-40B4-BE49-F238E27FC236}">
                <a16:creationId xmlns:a16="http://schemas.microsoft.com/office/drawing/2014/main" id="{041BAF0C-39FB-4BBF-90B6-6933C07679A0}"/>
              </a:ext>
            </a:extLst>
          </p:cNvPr>
          <p:cNvSpPr>
            <a:spLocks xmlns:a="http://schemas.openxmlformats.org/drawingml/2006/main" noGrp="1"/>
          </p:cNvSpPr>
          <p:nvPr/>
        </p:nvSpPr>
        <p:spPr>
          <a:xfrm xmlns:a="http://schemas.openxmlformats.org/drawingml/2006/main">
            <a:off x="847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Linked payout account management</a:t>
            </a:r>
          </a:p>
        </p:txBody>
      </p:sp>
      <p:sp>
        <p:nvSpPr>
          <p:cNvPr id="52" name="">
            <a:extLst xmlns:a="http://schemas.openxmlformats.org/drawingml/2006/main">
              <a:ext uri="{FF2B5EF4-FFF2-40B4-BE49-F238E27FC236}">
                <a16:creationId xmlns:a16="http://schemas.microsoft.com/office/drawing/2014/main" id="{4EDF31B8-1BD9-4CEE-AFC1-2F428D063A2F}"/>
              </a:ext>
            </a:extLst>
          </p:cNvPr>
          <p:cNvSpPr>
            <a:spLocks xmlns:a="http://schemas.openxmlformats.org/drawingml/2006/main" noGrp="1"/>
          </p:cNvSpPr>
          <p:nvPr/>
        </p:nvSpPr>
        <p:spPr>
          <a:xfrm xmlns:a="http://schemas.openxmlformats.org/drawingml/2006/main">
            <a:off x="836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3" name="">
            <a:extLst xmlns:a="http://schemas.openxmlformats.org/drawingml/2006/main">
              <a:ext uri="{FF2B5EF4-FFF2-40B4-BE49-F238E27FC236}">
                <a16:creationId xmlns:a16="http://schemas.microsoft.com/office/drawing/2014/main" id="{61AB6134-53B0-4BDD-AB1D-C82768FA49AF}"/>
              </a:ext>
            </a:extLst>
          </p:cNvPr>
          <p:cNvSpPr>
            <a:spLocks xmlns:a="http://schemas.openxmlformats.org/drawingml/2006/main" noGrp="1"/>
          </p:cNvSpPr>
          <p:nvPr/>
        </p:nvSpPr>
        <p:spPr>
          <a:xfrm xmlns:a="http://schemas.openxmlformats.org/drawingml/2006/main">
            <a:off x="847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Dispute resolution and audit records</a:t>
            </a:r>
          </a:p>
        </p:txBody>
      </p:sp>
      <p:sp>
        <p:nvSpPr>
          <p:cNvPr id="54" name="">
            <a:extLst xmlns:a="http://schemas.openxmlformats.org/drawingml/2006/main">
              <a:ext uri="{FF2B5EF4-FFF2-40B4-BE49-F238E27FC236}">
                <a16:creationId xmlns:a16="http://schemas.microsoft.com/office/drawing/2014/main" id="{113C6C4D-7005-4D21-A7E8-107373FD0078}"/>
              </a:ext>
            </a:extLst>
          </p:cNvPr>
          <p:cNvSpPr>
            <a:spLocks xmlns:a="http://schemas.openxmlformats.org/drawingml/2006/main" noGrp="1"/>
          </p:cNvSpPr>
          <p:nvPr/>
        </p:nvSpPr>
        <p:spPr>
          <a:xfrm xmlns:a="http://schemas.openxmlformats.org/drawingml/2006/main">
            <a:off x="836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5" name="">
            <a:extLst xmlns:a="http://schemas.openxmlformats.org/drawingml/2006/main">
              <a:ext uri="{FF2B5EF4-FFF2-40B4-BE49-F238E27FC236}">
                <a16:creationId xmlns:a16="http://schemas.microsoft.com/office/drawing/2014/main" id="{0E674C54-0589-4E31-A877-10C4B2A74B07}"/>
              </a:ext>
            </a:extLst>
          </p:cNvPr>
          <p:cNvSpPr>
            <a:spLocks xmlns:a="http://schemas.openxmlformats.org/drawingml/2006/main" noGrp="1"/>
          </p:cNvSpPr>
          <p:nvPr/>
        </p:nvSpPr>
        <p:spPr>
          <a:xfrm xmlns:a="http://schemas.openxmlformats.org/drawingml/2006/main">
            <a:off x="843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Review providers</a:t>
            </a:r>
          </a:p>
        </p:txBody>
      </p:sp>
    </p:spTree>
    <p:extLst>
      <p:ext uri="{BB962C8B-B14F-4D97-AF65-F5344CB8AC3E}">
        <p14:creationId xmlns:p14="http://schemas.microsoft.com/office/powerpoint/2010/main" val="2796495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6" name="">
            <a:extLst xmlns:a="http://schemas.openxmlformats.org/drawingml/2006/main">
              <a:ext uri="{FF2B5EF4-FFF2-40B4-BE49-F238E27FC236}">
                <a16:creationId xmlns:a16="http://schemas.microsoft.com/office/drawing/2014/main" id="{FE0AC3C1-16C9-46E8-9370-D4EB56F5A9BD}"/>
              </a:ext>
            </a:extLst>
          </p:cNvPr>
          <p:cNvPicPr>
            <a:picLocks xmlns:a="http://schemas.openxmlformats.org/drawingml/2006/main" noChangeAspect="1"/>
          </p:cNvPicPr>
          <p:nvPr/>
        </p:nvPicPr>
        <p:blipFill>
          <a:blip xmlns:r="http://schemas.openxmlformats.org/officeDocument/2006/relationships" xmlns:a="http://schemas.openxmlformats.org/drawingml/2006/main" r:embed="Rb1898653b0a444e4"/>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44643B-25CF-436D-955E-2A00FD0987D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A82A5999-A591-40FE-8BD4-6DAE7736FE3E}"/>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Frontend &amp; Backend Development</a:t>
            </a:r>
          </a:p>
        </p:txBody>
      </p:sp>
      <p:sp>
        <p:nvSpPr>
          <p:cNvPr id="4" name="">
            <a:extLst xmlns:a="http://schemas.openxmlformats.org/drawingml/2006/main">
              <a:ext uri="{FF2B5EF4-FFF2-40B4-BE49-F238E27FC236}">
                <a16:creationId xmlns:a16="http://schemas.microsoft.com/office/drawing/2014/main" id="{1FFDCBFC-3B15-414E-99FC-6198324ACF45}"/>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7E6BDC27-99F6-429B-8E30-9C769CF185E3}"/>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B2C8AAD5-EF6C-41A4-8746-7BB367AFC9C0}"/>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09</a:t>
            </a:r>
          </a:p>
        </p:txBody>
      </p:sp>
      <p:sp>
        <p:nvSpPr>
          <p:cNvPr id="7" name="">
            <a:extLst xmlns:a="http://schemas.openxmlformats.org/drawingml/2006/main">
              <a:ext uri="{FF2B5EF4-FFF2-40B4-BE49-F238E27FC236}">
                <a16:creationId xmlns:a16="http://schemas.microsoft.com/office/drawing/2014/main" id="{7A8874AB-26B0-4D93-B2C9-0F72FDCAC5EC}"/>
              </a:ext>
            </a:extLst>
          </p:cNvPr>
          <p:cNvSpPr>
            <a:spLocks xmlns:a="http://schemas.openxmlformats.org/drawingml/2006/main" noGrp="1"/>
          </p:cNvSpPr>
          <p:nvPr/>
        </p:nvSpPr>
        <p:spPr>
          <a:xfrm xmlns:a="http://schemas.openxmlformats.org/drawingml/2006/main">
            <a:off x="571500" y="1609725"/>
            <a:ext cx="5143500" cy="33623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8" name="">
            <a:extLst xmlns:a="http://schemas.openxmlformats.org/drawingml/2006/main">
              <a:ext uri="{FF2B5EF4-FFF2-40B4-BE49-F238E27FC236}">
                <a16:creationId xmlns:a16="http://schemas.microsoft.com/office/drawing/2014/main" id="{3008C47A-8583-4261-8442-62D2F5AA0A46}"/>
              </a:ext>
            </a:extLst>
          </p:cNvPr>
          <p:cNvSpPr>
            <a:spLocks xmlns:a="http://schemas.openxmlformats.org/drawingml/2006/main" noGrp="1"/>
          </p:cNvSpPr>
          <p:nvPr/>
        </p:nvSpPr>
        <p:spPr>
          <a:xfrm xmlns:a="http://schemas.openxmlformats.org/drawingml/2006/main">
            <a:off x="571500" y="1609725"/>
            <a:ext cx="5143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AEB34B2E-E24B-474A-B376-8DF0C4A72A37}"/>
              </a:ext>
            </a:extLst>
          </p:cNvPr>
          <p:cNvSpPr>
            <a:spLocks xmlns:a="http://schemas.openxmlformats.org/drawingml/2006/main" noGrp="1"/>
          </p:cNvSpPr>
          <p:nvPr/>
        </p:nvSpPr>
        <p:spPr>
          <a:xfrm xmlns:a="http://schemas.openxmlformats.org/drawingml/2006/main">
            <a:off x="723900" y="17049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0" name="">
            <a:extLst xmlns:a="http://schemas.openxmlformats.org/drawingml/2006/main">
              <a:ext uri="{FF2B5EF4-FFF2-40B4-BE49-F238E27FC236}">
                <a16:creationId xmlns:a16="http://schemas.microsoft.com/office/drawing/2014/main" id="{7B858CE2-FED0-4A8A-916D-0F9E96F65A81}"/>
              </a:ext>
            </a:extLst>
          </p:cNvPr>
          <p:cNvSpPr>
            <a:spLocks xmlns:a="http://schemas.openxmlformats.org/drawingml/2006/main" noGrp="1"/>
          </p:cNvSpPr>
          <p:nvPr/>
        </p:nvSpPr>
        <p:spPr>
          <a:xfrm xmlns:a="http://schemas.openxmlformats.org/drawingml/2006/main">
            <a:off x="742950" y="2209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Frontend</a:t>
            </a:r>
          </a:p>
        </p:txBody>
      </p:sp>
      <p:sp>
        <p:nvSpPr>
          <p:cNvPr id="11" name="">
            <a:extLst xmlns:a="http://schemas.openxmlformats.org/drawingml/2006/main">
              <a:ext uri="{FF2B5EF4-FFF2-40B4-BE49-F238E27FC236}">
                <a16:creationId xmlns:a16="http://schemas.microsoft.com/office/drawing/2014/main" id="{E3113D7C-D8A8-4805-83FD-0461733D53F9}"/>
              </a:ext>
            </a:extLst>
          </p:cNvPr>
          <p:cNvSpPr>
            <a:spLocks xmlns:a="http://schemas.openxmlformats.org/drawingml/2006/main" noGrp="1"/>
          </p:cNvSpPr>
          <p:nvPr/>
        </p:nvSpPr>
        <p:spPr>
          <a:xfrm xmlns:a="http://schemas.openxmlformats.org/drawingml/2006/main">
            <a:off x="6477000" y="1609725"/>
            <a:ext cx="5143500" cy="33623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2" name="">
            <a:extLst xmlns:a="http://schemas.openxmlformats.org/drawingml/2006/main">
              <a:ext uri="{FF2B5EF4-FFF2-40B4-BE49-F238E27FC236}">
                <a16:creationId xmlns:a16="http://schemas.microsoft.com/office/drawing/2014/main" id="{1047AE4B-1EF2-4BA2-9E87-66F311F5AC89}"/>
              </a:ext>
            </a:extLst>
          </p:cNvPr>
          <p:cNvSpPr>
            <a:spLocks xmlns:a="http://schemas.openxmlformats.org/drawingml/2006/main" noGrp="1"/>
          </p:cNvSpPr>
          <p:nvPr/>
        </p:nvSpPr>
        <p:spPr>
          <a:xfrm xmlns:a="http://schemas.openxmlformats.org/drawingml/2006/main">
            <a:off x="6477000" y="1609725"/>
            <a:ext cx="5143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3" name="">
            <a:extLst xmlns:a="http://schemas.openxmlformats.org/drawingml/2006/main">
              <a:ext uri="{FF2B5EF4-FFF2-40B4-BE49-F238E27FC236}">
                <a16:creationId xmlns:a16="http://schemas.microsoft.com/office/drawing/2014/main" id="{676C7D2A-433B-4BAD-83BC-1A9F3C76BADD}"/>
              </a:ext>
            </a:extLst>
          </p:cNvPr>
          <p:cNvSpPr>
            <a:spLocks xmlns:a="http://schemas.openxmlformats.org/drawingml/2006/main" noGrp="1"/>
          </p:cNvSpPr>
          <p:nvPr/>
        </p:nvSpPr>
        <p:spPr>
          <a:xfrm xmlns:a="http://schemas.openxmlformats.org/drawingml/2006/main">
            <a:off x="6629400" y="17049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4" name="">
            <a:extLst xmlns:a="http://schemas.openxmlformats.org/drawingml/2006/main">
              <a:ext uri="{FF2B5EF4-FFF2-40B4-BE49-F238E27FC236}">
                <a16:creationId xmlns:a16="http://schemas.microsoft.com/office/drawing/2014/main" id="{EEF4838C-E98A-489E-A3D7-EBEA325A6571}"/>
              </a:ext>
            </a:extLst>
          </p:cNvPr>
          <p:cNvSpPr>
            <a:spLocks xmlns:a="http://schemas.openxmlformats.org/drawingml/2006/main" noGrp="1"/>
          </p:cNvSpPr>
          <p:nvPr/>
        </p:nvSpPr>
        <p:spPr>
          <a:xfrm xmlns:a="http://schemas.openxmlformats.org/drawingml/2006/main">
            <a:off x="6648450" y="2209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Backend</a:t>
            </a:r>
          </a:p>
        </p:txBody>
      </p:sp>
      <p:sp>
        <p:nvSpPr>
          <p:cNvPr id="15" name="">
            <a:extLst xmlns:a="http://schemas.openxmlformats.org/drawingml/2006/main">
              <a:ext uri="{FF2B5EF4-FFF2-40B4-BE49-F238E27FC236}">
                <a16:creationId xmlns:a16="http://schemas.microsoft.com/office/drawing/2014/main" id="{56558B98-53E1-436C-B9D2-C541962ED42F}"/>
              </a:ext>
            </a:extLst>
          </p:cNvPr>
          <p:cNvSpPr>
            <a:spLocks xmlns:a="http://schemas.openxmlformats.org/drawingml/2006/main" noGrp="1"/>
          </p:cNvSpPr>
          <p:nvPr/>
        </p:nvSpPr>
        <p:spPr>
          <a:xfrm xmlns:a="http://schemas.openxmlformats.org/drawingml/2006/main">
            <a:off x="742950" y="2619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16" name="">
            <a:extLst xmlns:a="http://schemas.openxmlformats.org/drawingml/2006/main">
              <a:ext uri="{FF2B5EF4-FFF2-40B4-BE49-F238E27FC236}">
                <a16:creationId xmlns:a16="http://schemas.microsoft.com/office/drawing/2014/main" id="{9A9CEA51-64E8-4464-8E8F-79E75C2D058D}"/>
              </a:ext>
            </a:extLst>
          </p:cNvPr>
          <p:cNvSpPr>
            <a:spLocks xmlns:a="http://schemas.openxmlformats.org/drawingml/2006/main" noGrp="1"/>
          </p:cNvSpPr>
          <p:nvPr/>
        </p:nvSpPr>
        <p:spPr>
          <a:xfrm xmlns:a="http://schemas.openxmlformats.org/drawingml/2006/main">
            <a:off x="1200150" y="26193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React components and reusable forms</a:t>
            </a:r>
          </a:p>
        </p:txBody>
      </p:sp>
      <p:sp>
        <p:nvSpPr>
          <p:cNvPr id="17" name="">
            <a:extLst xmlns:a="http://schemas.openxmlformats.org/drawingml/2006/main">
              <a:ext uri="{FF2B5EF4-FFF2-40B4-BE49-F238E27FC236}">
                <a16:creationId xmlns:a16="http://schemas.microsoft.com/office/drawing/2014/main" id="{DB729C95-B4D4-49BF-99C4-39F9B32A2519}"/>
              </a:ext>
            </a:extLst>
          </p:cNvPr>
          <p:cNvSpPr>
            <a:spLocks xmlns:a="http://schemas.openxmlformats.org/drawingml/2006/main" noGrp="1"/>
          </p:cNvSpPr>
          <p:nvPr/>
        </p:nvSpPr>
        <p:spPr>
          <a:xfrm xmlns:a="http://schemas.openxmlformats.org/drawingml/2006/main">
            <a:off x="742950" y="29813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18" name="">
            <a:extLst xmlns:a="http://schemas.openxmlformats.org/drawingml/2006/main">
              <a:ext uri="{FF2B5EF4-FFF2-40B4-BE49-F238E27FC236}">
                <a16:creationId xmlns:a16="http://schemas.microsoft.com/office/drawing/2014/main" id="{E0F5912C-C09F-4624-9471-C003C0EC253F}"/>
              </a:ext>
            </a:extLst>
          </p:cNvPr>
          <p:cNvSpPr>
            <a:spLocks xmlns:a="http://schemas.openxmlformats.org/drawingml/2006/main" noGrp="1"/>
          </p:cNvSpPr>
          <p:nvPr/>
        </p:nvSpPr>
        <p:spPr>
          <a:xfrm xmlns:a="http://schemas.openxmlformats.org/drawingml/2006/main">
            <a:off x="1200150" y="29813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React Router for public and protected pages</a:t>
            </a:r>
          </a:p>
        </p:txBody>
      </p:sp>
      <p:sp>
        <p:nvSpPr>
          <p:cNvPr id="19" name="">
            <a:extLst xmlns:a="http://schemas.openxmlformats.org/drawingml/2006/main">
              <a:ext uri="{FF2B5EF4-FFF2-40B4-BE49-F238E27FC236}">
                <a16:creationId xmlns:a16="http://schemas.microsoft.com/office/drawing/2014/main" id="{576C59A9-1B6F-4F86-954A-1FE9C05110CE}"/>
              </a:ext>
            </a:extLst>
          </p:cNvPr>
          <p:cNvSpPr>
            <a:spLocks xmlns:a="http://schemas.openxmlformats.org/drawingml/2006/main" noGrp="1"/>
          </p:cNvSpPr>
          <p:nvPr/>
        </p:nvSpPr>
        <p:spPr>
          <a:xfrm xmlns:a="http://schemas.openxmlformats.org/drawingml/2006/main">
            <a:off x="742950" y="3343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20" name="">
            <a:extLst xmlns:a="http://schemas.openxmlformats.org/drawingml/2006/main">
              <a:ext uri="{FF2B5EF4-FFF2-40B4-BE49-F238E27FC236}">
                <a16:creationId xmlns:a16="http://schemas.microsoft.com/office/drawing/2014/main" id="{9997BD2A-C3D7-402C-AD33-B36C5F2F3E8B}"/>
              </a:ext>
            </a:extLst>
          </p:cNvPr>
          <p:cNvSpPr>
            <a:spLocks xmlns:a="http://schemas.openxmlformats.org/drawingml/2006/main" noGrp="1"/>
          </p:cNvSpPr>
          <p:nvPr/>
        </p:nvSpPr>
        <p:spPr>
          <a:xfrm xmlns:a="http://schemas.openxmlformats.org/drawingml/2006/main">
            <a:off x="1200150" y="33432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Role-based customer, provider and admin views</a:t>
            </a:r>
          </a:p>
        </p:txBody>
      </p:sp>
      <p:sp>
        <p:nvSpPr>
          <p:cNvPr id="21" name="">
            <a:extLst xmlns:a="http://schemas.openxmlformats.org/drawingml/2006/main">
              <a:ext uri="{FF2B5EF4-FFF2-40B4-BE49-F238E27FC236}">
                <a16:creationId xmlns:a16="http://schemas.microsoft.com/office/drawing/2014/main" id="{5D121C14-35C9-4F5C-A807-35511BC4378D}"/>
              </a:ext>
            </a:extLst>
          </p:cNvPr>
          <p:cNvSpPr>
            <a:spLocks xmlns:a="http://schemas.openxmlformats.org/drawingml/2006/main" noGrp="1"/>
          </p:cNvSpPr>
          <p:nvPr/>
        </p:nvSpPr>
        <p:spPr>
          <a:xfrm xmlns:a="http://schemas.openxmlformats.org/drawingml/2006/main">
            <a:off x="742950" y="37052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22" name="">
            <a:extLst xmlns:a="http://schemas.openxmlformats.org/drawingml/2006/main">
              <a:ext uri="{FF2B5EF4-FFF2-40B4-BE49-F238E27FC236}">
                <a16:creationId xmlns:a16="http://schemas.microsoft.com/office/drawing/2014/main" id="{471AF361-A650-4C84-B7B4-5586B0000783}"/>
              </a:ext>
            </a:extLst>
          </p:cNvPr>
          <p:cNvSpPr>
            <a:spLocks xmlns:a="http://schemas.openxmlformats.org/drawingml/2006/main" noGrp="1"/>
          </p:cNvSpPr>
          <p:nvPr/>
        </p:nvSpPr>
        <p:spPr>
          <a:xfrm xmlns:a="http://schemas.openxmlformats.org/drawingml/2006/main">
            <a:off x="1200150" y="37052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Session state and API client integration</a:t>
            </a:r>
          </a:p>
        </p:txBody>
      </p:sp>
      <p:sp>
        <p:nvSpPr>
          <p:cNvPr id="23" name="">
            <a:extLst xmlns:a="http://schemas.openxmlformats.org/drawingml/2006/main">
              <a:ext uri="{FF2B5EF4-FFF2-40B4-BE49-F238E27FC236}">
                <a16:creationId xmlns:a16="http://schemas.microsoft.com/office/drawing/2014/main" id="{1479D043-C564-4DDF-86F5-45069FCA14F7}"/>
              </a:ext>
            </a:extLst>
          </p:cNvPr>
          <p:cNvSpPr>
            <a:spLocks xmlns:a="http://schemas.openxmlformats.org/drawingml/2006/main" noGrp="1"/>
          </p:cNvSpPr>
          <p:nvPr/>
        </p:nvSpPr>
        <p:spPr>
          <a:xfrm xmlns:a="http://schemas.openxmlformats.org/drawingml/2006/main">
            <a:off x="742950" y="40671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24" name="">
            <a:extLst xmlns:a="http://schemas.openxmlformats.org/drawingml/2006/main">
              <a:ext uri="{FF2B5EF4-FFF2-40B4-BE49-F238E27FC236}">
                <a16:creationId xmlns:a16="http://schemas.microsoft.com/office/drawing/2014/main" id="{7176346D-5B08-48A8-B7D2-4BC59B038EA1}"/>
              </a:ext>
            </a:extLst>
          </p:cNvPr>
          <p:cNvSpPr>
            <a:spLocks xmlns:a="http://schemas.openxmlformats.org/drawingml/2006/main" noGrp="1"/>
          </p:cNvSpPr>
          <p:nvPr/>
        </p:nvSpPr>
        <p:spPr>
          <a:xfrm xmlns:a="http://schemas.openxmlformats.org/drawingml/2006/main">
            <a:off x="1200150" y="40671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Responsive Tailwind CSS layouts</a:t>
            </a:r>
          </a:p>
        </p:txBody>
      </p:sp>
      <p:sp>
        <p:nvSpPr>
          <p:cNvPr id="25" name="">
            <a:extLst xmlns:a="http://schemas.openxmlformats.org/drawingml/2006/main">
              <a:ext uri="{FF2B5EF4-FFF2-40B4-BE49-F238E27FC236}">
                <a16:creationId xmlns:a16="http://schemas.microsoft.com/office/drawing/2014/main" id="{DD0CB082-CF3E-4BAD-A591-462FE75DEA1E}"/>
              </a:ext>
            </a:extLst>
          </p:cNvPr>
          <p:cNvSpPr>
            <a:spLocks xmlns:a="http://schemas.openxmlformats.org/drawingml/2006/main" noGrp="1"/>
          </p:cNvSpPr>
          <p:nvPr/>
        </p:nvSpPr>
        <p:spPr>
          <a:xfrm xmlns:a="http://schemas.openxmlformats.org/drawingml/2006/main">
            <a:off x="742950" y="44291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26" name="">
            <a:extLst xmlns:a="http://schemas.openxmlformats.org/drawingml/2006/main">
              <a:ext uri="{FF2B5EF4-FFF2-40B4-BE49-F238E27FC236}">
                <a16:creationId xmlns:a16="http://schemas.microsoft.com/office/drawing/2014/main" id="{0B2BC360-2C80-4996-994B-D6CF909CEC82}"/>
              </a:ext>
            </a:extLst>
          </p:cNvPr>
          <p:cNvSpPr>
            <a:spLocks xmlns:a="http://schemas.openxmlformats.org/drawingml/2006/main" noGrp="1"/>
          </p:cNvSpPr>
          <p:nvPr/>
        </p:nvSpPr>
        <p:spPr>
          <a:xfrm xmlns:a="http://schemas.openxmlformats.org/drawingml/2006/main">
            <a:off x="1200150" y="44291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Socket.IO client for booking chat</a:t>
            </a:r>
          </a:p>
        </p:txBody>
      </p:sp>
      <p:sp>
        <p:nvSpPr>
          <p:cNvPr id="27" name="">
            <a:extLst xmlns:a="http://schemas.openxmlformats.org/drawingml/2006/main">
              <a:ext uri="{FF2B5EF4-FFF2-40B4-BE49-F238E27FC236}">
                <a16:creationId xmlns:a16="http://schemas.microsoft.com/office/drawing/2014/main" id="{7A33306E-3D3F-4670-90E7-F17F9433F2E6}"/>
              </a:ext>
            </a:extLst>
          </p:cNvPr>
          <p:cNvSpPr>
            <a:spLocks xmlns:a="http://schemas.openxmlformats.org/drawingml/2006/main" noGrp="1"/>
          </p:cNvSpPr>
          <p:nvPr/>
        </p:nvSpPr>
        <p:spPr>
          <a:xfrm xmlns:a="http://schemas.openxmlformats.org/drawingml/2006/main">
            <a:off x="6648450" y="2619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28" name="">
            <a:extLst xmlns:a="http://schemas.openxmlformats.org/drawingml/2006/main">
              <a:ext uri="{FF2B5EF4-FFF2-40B4-BE49-F238E27FC236}">
                <a16:creationId xmlns:a16="http://schemas.microsoft.com/office/drawing/2014/main" id="{9E58F57C-EB11-4352-A6EE-A224DB042D34}"/>
              </a:ext>
            </a:extLst>
          </p:cNvPr>
          <p:cNvSpPr>
            <a:spLocks xmlns:a="http://schemas.openxmlformats.org/drawingml/2006/main" noGrp="1"/>
          </p:cNvSpPr>
          <p:nvPr/>
        </p:nvSpPr>
        <p:spPr>
          <a:xfrm xmlns:a="http://schemas.openxmlformats.org/drawingml/2006/main">
            <a:off x="7105650" y="26193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Express routes under /api/v1</a:t>
            </a:r>
          </a:p>
        </p:txBody>
      </p:sp>
      <p:sp>
        <p:nvSpPr>
          <p:cNvPr id="29" name="">
            <a:extLst xmlns:a="http://schemas.openxmlformats.org/drawingml/2006/main">
              <a:ext uri="{FF2B5EF4-FFF2-40B4-BE49-F238E27FC236}">
                <a16:creationId xmlns:a16="http://schemas.microsoft.com/office/drawing/2014/main" id="{3FFD0795-3D67-4F61-94C8-BEE0B64ED2F1}"/>
              </a:ext>
            </a:extLst>
          </p:cNvPr>
          <p:cNvSpPr>
            <a:spLocks xmlns:a="http://schemas.openxmlformats.org/drawingml/2006/main" noGrp="1"/>
          </p:cNvSpPr>
          <p:nvPr/>
        </p:nvSpPr>
        <p:spPr>
          <a:xfrm xmlns:a="http://schemas.openxmlformats.org/drawingml/2006/main">
            <a:off x="6648450" y="29813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30" name="">
            <a:extLst xmlns:a="http://schemas.openxmlformats.org/drawingml/2006/main">
              <a:ext uri="{FF2B5EF4-FFF2-40B4-BE49-F238E27FC236}">
                <a16:creationId xmlns:a16="http://schemas.microsoft.com/office/drawing/2014/main" id="{4106A8E4-C35E-4891-A6EE-F6FA892A8D1C}"/>
              </a:ext>
            </a:extLst>
          </p:cNvPr>
          <p:cNvSpPr>
            <a:spLocks xmlns:a="http://schemas.openxmlformats.org/drawingml/2006/main" noGrp="1"/>
          </p:cNvSpPr>
          <p:nvPr/>
        </p:nvSpPr>
        <p:spPr>
          <a:xfrm xmlns:a="http://schemas.openxmlformats.org/drawingml/2006/main">
            <a:off x="7105650" y="29813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JWT authentication and access checks</a:t>
            </a:r>
          </a:p>
        </p:txBody>
      </p:sp>
      <p:sp>
        <p:nvSpPr>
          <p:cNvPr id="31" name="">
            <a:extLst xmlns:a="http://schemas.openxmlformats.org/drawingml/2006/main">
              <a:ext uri="{FF2B5EF4-FFF2-40B4-BE49-F238E27FC236}">
                <a16:creationId xmlns:a16="http://schemas.microsoft.com/office/drawing/2014/main" id="{E6F64314-A151-42C7-AC93-C5F1C9528391}"/>
              </a:ext>
            </a:extLst>
          </p:cNvPr>
          <p:cNvSpPr>
            <a:spLocks xmlns:a="http://schemas.openxmlformats.org/drawingml/2006/main" noGrp="1"/>
          </p:cNvSpPr>
          <p:nvPr/>
        </p:nvSpPr>
        <p:spPr>
          <a:xfrm xmlns:a="http://schemas.openxmlformats.org/drawingml/2006/main">
            <a:off x="6648450" y="3343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32" name="">
            <a:extLst xmlns:a="http://schemas.openxmlformats.org/drawingml/2006/main">
              <a:ext uri="{FF2B5EF4-FFF2-40B4-BE49-F238E27FC236}">
                <a16:creationId xmlns:a16="http://schemas.microsoft.com/office/drawing/2014/main" id="{DE501B95-2ABE-4E9B-93E9-DCDF2CD6848D}"/>
              </a:ext>
            </a:extLst>
          </p:cNvPr>
          <p:cNvSpPr>
            <a:spLocks xmlns:a="http://schemas.openxmlformats.org/drawingml/2006/main" noGrp="1"/>
          </p:cNvSpPr>
          <p:nvPr/>
        </p:nvSpPr>
        <p:spPr>
          <a:xfrm xmlns:a="http://schemas.openxmlformats.org/drawingml/2006/main">
            <a:off x="7105650" y="33432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Mongoose models and input validation</a:t>
            </a:r>
          </a:p>
        </p:txBody>
      </p:sp>
      <p:sp>
        <p:nvSpPr>
          <p:cNvPr id="33" name="">
            <a:extLst xmlns:a="http://schemas.openxmlformats.org/drawingml/2006/main">
              <a:ext uri="{FF2B5EF4-FFF2-40B4-BE49-F238E27FC236}">
                <a16:creationId xmlns:a16="http://schemas.microsoft.com/office/drawing/2014/main" id="{B8C41F1B-727D-4795-8EF7-2BC7894C6EE5}"/>
              </a:ext>
            </a:extLst>
          </p:cNvPr>
          <p:cNvSpPr>
            <a:spLocks xmlns:a="http://schemas.openxmlformats.org/drawingml/2006/main" noGrp="1"/>
          </p:cNvSpPr>
          <p:nvPr/>
        </p:nvSpPr>
        <p:spPr>
          <a:xfrm xmlns:a="http://schemas.openxmlformats.org/drawingml/2006/main">
            <a:off x="6648450" y="37052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34" name="">
            <a:extLst xmlns:a="http://schemas.openxmlformats.org/drawingml/2006/main">
              <a:ext uri="{FF2B5EF4-FFF2-40B4-BE49-F238E27FC236}">
                <a16:creationId xmlns:a16="http://schemas.microsoft.com/office/drawing/2014/main" id="{5FD46533-8F96-4AD0-BAC6-F747D16ABE08}"/>
              </a:ext>
            </a:extLst>
          </p:cNvPr>
          <p:cNvSpPr>
            <a:spLocks xmlns:a="http://schemas.openxmlformats.org/drawingml/2006/main" noGrp="1"/>
          </p:cNvSpPr>
          <p:nvPr/>
        </p:nvSpPr>
        <p:spPr>
          <a:xfrm xmlns:a="http://schemas.openxmlformats.org/drawingml/2006/main">
            <a:off x="7105650" y="37052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Booking and payment lifecycle services</a:t>
            </a:r>
          </a:p>
        </p:txBody>
      </p:sp>
      <p:sp>
        <p:nvSpPr>
          <p:cNvPr id="35" name="">
            <a:extLst xmlns:a="http://schemas.openxmlformats.org/drawingml/2006/main">
              <a:ext uri="{FF2B5EF4-FFF2-40B4-BE49-F238E27FC236}">
                <a16:creationId xmlns:a16="http://schemas.microsoft.com/office/drawing/2014/main" id="{F9DF3B54-2CD7-4FDD-B130-87AFA6C5A710}"/>
              </a:ext>
            </a:extLst>
          </p:cNvPr>
          <p:cNvSpPr>
            <a:spLocks xmlns:a="http://schemas.openxmlformats.org/drawingml/2006/main" noGrp="1"/>
          </p:cNvSpPr>
          <p:nvPr/>
        </p:nvSpPr>
        <p:spPr>
          <a:xfrm xmlns:a="http://schemas.openxmlformats.org/drawingml/2006/main">
            <a:off x="6648450" y="40671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36" name="">
            <a:extLst xmlns:a="http://schemas.openxmlformats.org/drawingml/2006/main">
              <a:ext uri="{FF2B5EF4-FFF2-40B4-BE49-F238E27FC236}">
                <a16:creationId xmlns:a16="http://schemas.microsoft.com/office/drawing/2014/main" id="{03FDA321-7BE7-4494-AA11-61D66C6C7471}"/>
              </a:ext>
            </a:extLst>
          </p:cNvPr>
          <p:cNvSpPr>
            <a:spLocks xmlns:a="http://schemas.openxmlformats.org/drawingml/2006/main" noGrp="1"/>
          </p:cNvSpPr>
          <p:nvPr/>
        </p:nvSpPr>
        <p:spPr>
          <a:xfrm xmlns:a="http://schemas.openxmlformats.org/drawingml/2006/main">
            <a:off x="7105650" y="40671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Signed webhook processing and audit records</a:t>
            </a:r>
          </a:p>
        </p:txBody>
      </p:sp>
      <p:sp>
        <p:nvSpPr>
          <p:cNvPr id="37" name="">
            <a:extLst xmlns:a="http://schemas.openxmlformats.org/drawingml/2006/main">
              <a:ext uri="{FF2B5EF4-FFF2-40B4-BE49-F238E27FC236}">
                <a16:creationId xmlns:a16="http://schemas.microsoft.com/office/drawing/2014/main" id="{EDEFFF37-1634-47BA-8B4E-5ED5E6B3842C}"/>
              </a:ext>
            </a:extLst>
          </p:cNvPr>
          <p:cNvSpPr>
            <a:spLocks xmlns:a="http://schemas.openxmlformats.org/drawingml/2006/main" noGrp="1"/>
          </p:cNvSpPr>
          <p:nvPr/>
        </p:nvSpPr>
        <p:spPr>
          <a:xfrm xmlns:a="http://schemas.openxmlformats.org/drawingml/2006/main">
            <a:off x="6648450" y="44291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38" name="">
            <a:extLst xmlns:a="http://schemas.openxmlformats.org/drawingml/2006/main">
              <a:ext uri="{FF2B5EF4-FFF2-40B4-BE49-F238E27FC236}">
                <a16:creationId xmlns:a16="http://schemas.microsoft.com/office/drawing/2014/main" id="{1F78AEA4-6FF4-4F2A-B0DD-49196E51B2B2}"/>
              </a:ext>
            </a:extLst>
          </p:cNvPr>
          <p:cNvSpPr>
            <a:spLocks xmlns:a="http://schemas.openxmlformats.org/drawingml/2006/main" noGrp="1"/>
          </p:cNvSpPr>
          <p:nvPr/>
        </p:nvSpPr>
        <p:spPr>
          <a:xfrm xmlns:a="http://schemas.openxmlformats.org/drawingml/2006/main">
            <a:off x="7105650" y="44291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Socket.IO server and background worker</a:t>
            </a:r>
          </a:p>
        </p:txBody>
      </p:sp>
      <p:sp>
        <p:nvSpPr>
          <p:cNvPr id="39" name="">
            <a:extLst xmlns:a="http://schemas.openxmlformats.org/drawingml/2006/main">
              <a:ext uri="{FF2B5EF4-FFF2-40B4-BE49-F238E27FC236}">
                <a16:creationId xmlns:a16="http://schemas.microsoft.com/office/drawing/2014/main" id="{8A3FAF38-74C6-4CC0-9B0C-6CBA6FB5B951}"/>
              </a:ext>
            </a:extLst>
          </p:cNvPr>
          <p:cNvSpPr>
            <a:spLocks xmlns:a="http://schemas.openxmlformats.org/drawingml/2006/main" noGrp="1"/>
          </p:cNvSpPr>
          <p:nvPr/>
        </p:nvSpPr>
        <p:spPr>
          <a:xfrm xmlns:a="http://schemas.openxmlformats.org/drawingml/2006/main">
            <a:off x="5715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Client request</a:t>
            </a:r>
          </a:p>
        </p:txBody>
      </p:sp>
      <p:cxnSp>
        <p:nvCxnSpPr>
          <p:cNvPr id="40" name="">
            <a:extLst xmlns:a="http://schemas.openxmlformats.org/drawingml/2006/main">
              <a:ext uri="{FF2B5EF4-FFF2-40B4-BE49-F238E27FC236}">
                <a16:creationId xmlns:a16="http://schemas.microsoft.com/office/drawing/2014/main" id="{C4AA39F5-E752-416C-9C16-86E535A1E6BC}"/>
              </a:ext>
            </a:extLst>
          </p:cNvPr>
          <p:cNvCxnSpPr/>
          <p:nvPr/>
        </p:nvCxnSpPr>
        <p:spPr>
          <a:xfrm xmlns:a="http://schemas.openxmlformats.org/drawingml/2006/main">
            <a:off x="3076575" y="5819775"/>
            <a:ext cx="323850"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41" name="">
            <a:extLst xmlns:a="http://schemas.openxmlformats.org/drawingml/2006/main">
              <a:ext uri="{FF2B5EF4-FFF2-40B4-BE49-F238E27FC236}">
                <a16:creationId xmlns:a16="http://schemas.microsoft.com/office/drawing/2014/main" id="{37859C2B-A407-4FDE-958B-0B61E6AC44BA}"/>
              </a:ext>
            </a:extLst>
          </p:cNvPr>
          <p:cNvSpPr>
            <a:spLocks xmlns:a="http://schemas.openxmlformats.org/drawingml/2006/main" noGrp="1"/>
          </p:cNvSpPr>
          <p:nvPr/>
        </p:nvSpPr>
        <p:spPr>
          <a:xfrm xmlns:a="http://schemas.openxmlformats.org/drawingml/2006/main">
            <a:off x="34290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Auth &amp; validation</a:t>
            </a:r>
          </a:p>
        </p:txBody>
      </p:sp>
      <p:cxnSp>
        <p:nvCxnSpPr>
          <p:cNvPr id="42" name="">
            <a:extLst xmlns:a="http://schemas.openxmlformats.org/drawingml/2006/main">
              <a:ext uri="{FF2B5EF4-FFF2-40B4-BE49-F238E27FC236}">
                <a16:creationId xmlns:a16="http://schemas.microsoft.com/office/drawing/2014/main" id="{0146A3F7-EBC4-4202-9858-EED991038BE5}"/>
              </a:ext>
            </a:extLst>
          </p:cNvPr>
          <p:cNvCxnSpPr/>
          <p:nvPr/>
        </p:nvCxnSpPr>
        <p:spPr>
          <a:xfrm xmlns:a="http://schemas.openxmlformats.org/drawingml/2006/main">
            <a:off x="5934075" y="5819775"/>
            <a:ext cx="323850"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43" name="">
            <a:extLst xmlns:a="http://schemas.openxmlformats.org/drawingml/2006/main">
              <a:ext uri="{FF2B5EF4-FFF2-40B4-BE49-F238E27FC236}">
                <a16:creationId xmlns:a16="http://schemas.microsoft.com/office/drawing/2014/main" id="{DA6A40A4-BD13-4FC4-B717-BA51671070D7}"/>
              </a:ext>
            </a:extLst>
          </p:cNvPr>
          <p:cNvSpPr>
            <a:spLocks xmlns:a="http://schemas.openxmlformats.org/drawingml/2006/main" noGrp="1"/>
          </p:cNvSpPr>
          <p:nvPr/>
        </p:nvSpPr>
        <p:spPr>
          <a:xfrm xmlns:a="http://schemas.openxmlformats.org/drawingml/2006/main">
            <a:off x="62865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Business logic</a:t>
            </a:r>
          </a:p>
        </p:txBody>
      </p:sp>
      <p:cxnSp>
        <p:nvCxnSpPr>
          <p:cNvPr id="44" name="">
            <a:extLst xmlns:a="http://schemas.openxmlformats.org/drawingml/2006/main">
              <a:ext uri="{FF2B5EF4-FFF2-40B4-BE49-F238E27FC236}">
                <a16:creationId xmlns:a16="http://schemas.microsoft.com/office/drawing/2014/main" id="{B9C99996-A801-401D-A2EF-7775F696040F}"/>
              </a:ext>
            </a:extLst>
          </p:cNvPr>
          <p:cNvCxnSpPr/>
          <p:nvPr/>
        </p:nvCxnSpPr>
        <p:spPr>
          <a:xfrm xmlns:a="http://schemas.openxmlformats.org/drawingml/2006/main">
            <a:off x="8791575" y="5819775"/>
            <a:ext cx="323850"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45" name="">
            <a:extLst xmlns:a="http://schemas.openxmlformats.org/drawingml/2006/main">
              <a:ext uri="{FF2B5EF4-FFF2-40B4-BE49-F238E27FC236}">
                <a16:creationId xmlns:a16="http://schemas.microsoft.com/office/drawing/2014/main" id="{5993BEB5-8181-43CA-B25E-033BCE223394}"/>
              </a:ext>
            </a:extLst>
          </p:cNvPr>
          <p:cNvSpPr>
            <a:spLocks xmlns:a="http://schemas.openxmlformats.org/drawingml/2006/main" noGrp="1"/>
          </p:cNvSpPr>
          <p:nvPr/>
        </p:nvSpPr>
        <p:spPr>
          <a:xfrm xmlns:a="http://schemas.openxmlformats.org/drawingml/2006/main">
            <a:off x="91440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MongoDB / JSON</a:t>
            </a:r>
          </a:p>
        </p:txBody>
      </p:sp>
    </p:spTree>
    <p:extLst>
      <p:ext uri="{BB962C8B-B14F-4D97-AF65-F5344CB8AC3E}">
        <p14:creationId xmlns:p14="http://schemas.microsoft.com/office/powerpoint/2010/main" val="9395012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3DB2FA1F-9F4A-44DC-9DEA-C153464A153C}"/>
              </a:ext>
            </a:extLst>
          </p:cNvPr>
          <p:cNvPicPr>
            <a:picLocks xmlns:a="http://schemas.openxmlformats.org/drawingml/2006/main" noChangeAspect="1"/>
          </p:cNvPicPr>
          <p:nvPr/>
        </p:nvPicPr>
        <p:blipFill>
          <a:blip xmlns:r="http://schemas.openxmlformats.org/officeDocument/2006/relationships" xmlns:a="http://schemas.openxmlformats.org/drawingml/2006/main" r:embed="R09e1fc976f1e4307"/>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1F9F001-D731-40B7-803A-8C0EAAA35AA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6E646BCB-B757-4AB8-A490-6CFEE7407AE5}"/>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API Development &amp; Booking Workflow</a:t>
            </a:r>
          </a:p>
        </p:txBody>
      </p:sp>
      <p:sp>
        <p:nvSpPr>
          <p:cNvPr id="4" name="">
            <a:extLst xmlns:a="http://schemas.openxmlformats.org/drawingml/2006/main">
              <a:ext uri="{FF2B5EF4-FFF2-40B4-BE49-F238E27FC236}">
                <a16:creationId xmlns:a16="http://schemas.microsoft.com/office/drawing/2014/main" id="{84676440-5C17-44EF-A681-308AD9149CDF}"/>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D2797387-BD64-4C58-B58E-79CDA900976B}"/>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337BE30B-610A-4C4D-A698-357B581F7874}"/>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10</a:t>
            </a:r>
          </a:p>
        </p:txBody>
      </p:sp>
      <p:graphicFrame>
        <p:nvGraphicFramePr>
          <p:cNvPr id="7" name="">
            <a:extLst xmlns:a="http://schemas.openxmlformats.org/drawingml/2006/main">
              <a:ext uri="{FF2B5EF4-FFF2-40B4-BE49-F238E27FC236}">
                <a16:creationId xmlns:a16="http://schemas.microsoft.com/office/drawing/2014/main" id="{24C7F706-5D3B-40BC-BF97-24D23E693097}"/>
              </a:ext>
            </a:extLst>
          </p:cNvPr>
          <p:cNvGraphicFramePr/>
          <p:nvPr/>
        </p:nvGraphicFramePr>
        <p:xfrm>
          <a:off xmlns:a="http://schemas.openxmlformats.org/drawingml/2006/main" x="571500" y="1524000"/>
          <a:ext xmlns:a="http://schemas.openxmlformats.org/drawingml/2006/main" cx="11049000" cy="3105150"/>
        </p:xfrm>
        <a:graphic xmlns:a="http://schemas.openxmlformats.org/drawingml/2006/main">
          <a:graphicData uri="http://schemas.openxmlformats.org/drawingml/2006/table">
            <a:tbl>
              <a:tblPr/>
              <a:tblGrid>
                <a:gridCol w="1095375"/>
                <a:gridCol w="6286500"/>
                <a:gridCol w="3667125"/>
              </a:tblGrid>
              <a:tr h="443593">
                <a:tc>
                  <a:txBody>
                    <a:bodyPr lIns="114300" tIns="114300" rIns="114300" bIns="114300"/>
                    <a:lstStyle/>
                    <a:p>
                      <a:r>
                        <a:rPr sz="1575" b="1">
                          <a:solidFill>
                            <a:srgbClr val="15191D"/>
                          </a:solidFill>
                        </a:rPr>
                        <a:t>METHOD</a:t>
                      </a:r>
                    </a:p>
                  </a:txBody>
                  <a:tcPr marL="91440" marR="91440" marT="45720" marB="45720" anchor="ctr">
                    <a:lnL w="9525">
                      <a:solidFill>
                        <a:srgbClr val="E1E2E5"/>
                      </a:solidFill>
                      <a:prstDash val="solid"/>
                    </a:lnL>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c>
                  <a:txBody>
                    <a:bodyPr lIns="114300" tIns="114300" rIns="114300" bIns="114300"/>
                    <a:lstStyle/>
                    <a:p>
                      <a:r>
                        <a:rPr sz="1575" b="1">
                          <a:solidFill>
                            <a:srgbClr val="15191D"/>
                          </a:solidFill>
                        </a:rPr>
                        <a:t>ENDPOINT</a:t>
                      </a:r>
                    </a:p>
                  </a:txBody>
                  <a:tcPr marL="91440" marR="91440" marT="45720" marB="45720" anchor="ctr">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c>
                  <a:txBody>
                    <a:bodyPr lIns="114300" tIns="114300" rIns="114300" bIns="114300"/>
                    <a:lstStyle/>
                    <a:p>
                      <a:r>
                        <a:rPr sz="1575" b="1">
                          <a:solidFill>
                            <a:srgbClr val="15191D"/>
                          </a:solidFill>
                        </a:rPr>
                        <a:t>PURPOSE</a:t>
                      </a:r>
                    </a:p>
                  </a:txBody>
                  <a:tcPr marL="91440" marR="91440" marT="45720" marB="45720" anchor="ctr">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/api/v1/auth/login</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Authenticate user</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GET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/api/v1/services</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Discover listed services</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Request a booking</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/api/v1/bookings/:bookingId/accept</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Provider accepts request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/api/v1/bookings/:bookingId/checkout</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Create payment checkout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/api/v1/payments/:bookingId/verify</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Verify customer payment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C5545E6-1431-4D31-8B19-09905BAE8243}"/>
              </a:ext>
            </a:extLst>
          </p:cNvPr>
          <p:cNvSpPr>
            <a:spLocks xmlns:a="http://schemas.openxmlformats.org/drawingml/2006/main" noGrp="1"/>
          </p:cNvSpPr>
          <p:nvPr/>
        </p:nvSpPr>
        <p:spPr>
          <a:xfrm xmlns:a="http://schemas.openxmlformats.org/drawingml/2006/main">
            <a:off x="571500" y="48482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5191D"/>
                </a:solidFill>
              </a:defRPr>
            </a:defPPr>
          </a:lstStyle>
          <a:p xmlns:a="http://schemas.openxmlformats.org/drawingml/2006/main">
            <a:pPr>
              <a:defRPr sz="1950" b="1">
                <a:solidFill>
                  <a:srgbClr val="15191D"/>
                </a:solidFill>
              </a:defRPr>
            </a:pPr>
            <a:r>
              <a:rPr sz="1950" b="1">
                <a:solidFill>
                  <a:srgbClr val="15191D"/>
                </a:solidFill>
              </a:rPr>
              <a:t>Booking lifecycle</a:t>
            </a:r>
          </a:p>
        </p:txBody>
      </p:sp>
      <p:sp>
        <p:nvSpPr>
          <p:cNvPr id="9" name="">
            <a:extLst xmlns:a="http://schemas.openxmlformats.org/drawingml/2006/main">
              <a:ext uri="{FF2B5EF4-FFF2-40B4-BE49-F238E27FC236}">
                <a16:creationId xmlns:a16="http://schemas.microsoft.com/office/drawing/2014/main" id="{800E97BC-AAA7-4B7C-836E-AC06EADC4294}"/>
              </a:ext>
            </a:extLst>
          </p:cNvPr>
          <p:cNvSpPr>
            <a:spLocks xmlns:a="http://schemas.openxmlformats.org/drawingml/2006/main" noGrp="1"/>
          </p:cNvSpPr>
          <p:nvPr/>
        </p:nvSpPr>
        <p:spPr>
          <a:xfrm xmlns:a="http://schemas.openxmlformats.org/drawingml/2006/main">
            <a:off x="8286750" y="48863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booking progress UI</a:t>
            </a:r>
          </a:p>
        </p:txBody>
      </p:sp>
      <p:sp>
        <p:nvSpPr>
          <p:cNvPr id="10" name="">
            <a:extLst xmlns:a="http://schemas.openxmlformats.org/drawingml/2006/main">
              <a:ext uri="{FF2B5EF4-FFF2-40B4-BE49-F238E27FC236}">
                <a16:creationId xmlns:a16="http://schemas.microsoft.com/office/drawing/2014/main" id="{75532F79-0DF7-4C3C-824F-90CBF895AC83}"/>
              </a:ext>
            </a:extLst>
          </p:cNvPr>
          <p:cNvSpPr>
            <a:spLocks xmlns:a="http://schemas.openxmlformats.org/drawingml/2006/main" noGrp="1"/>
          </p:cNvSpPr>
          <p:nvPr/>
        </p:nvSpPr>
        <p:spPr>
          <a:xfrm xmlns:a="http://schemas.openxmlformats.org/drawingml/2006/main">
            <a:off x="57150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1" name="">
            <a:extLst xmlns:a="http://schemas.openxmlformats.org/drawingml/2006/main">
              <a:ext uri="{FF2B5EF4-FFF2-40B4-BE49-F238E27FC236}">
                <a16:creationId xmlns:a16="http://schemas.microsoft.com/office/drawing/2014/main" id="{B131AB3C-5585-4251-98D5-681264D6AB70}"/>
              </a:ext>
            </a:extLst>
          </p:cNvPr>
          <p:cNvSpPr>
            <a:spLocks xmlns:a="http://schemas.openxmlformats.org/drawingml/2006/main" noGrp="1"/>
          </p:cNvSpPr>
          <p:nvPr/>
        </p:nvSpPr>
        <p:spPr>
          <a:xfrm xmlns:a="http://schemas.openxmlformats.org/drawingml/2006/main">
            <a:off x="57150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1</a:t>
            </a:r>
          </a:p>
        </p:txBody>
      </p:sp>
      <p:sp>
        <p:nvSpPr>
          <p:cNvPr id="12" name="">
            <a:extLst xmlns:a="http://schemas.openxmlformats.org/drawingml/2006/main">
              <a:ext uri="{FF2B5EF4-FFF2-40B4-BE49-F238E27FC236}">
                <a16:creationId xmlns:a16="http://schemas.microsoft.com/office/drawing/2014/main" id="{96AB50B7-4481-4397-BDB6-DB230B4D84EC}"/>
              </a:ext>
            </a:extLst>
          </p:cNvPr>
          <p:cNvSpPr>
            <a:spLocks xmlns:a="http://schemas.openxmlformats.org/drawingml/2006/main" noGrp="1"/>
          </p:cNvSpPr>
          <p:nvPr/>
        </p:nvSpPr>
        <p:spPr>
          <a:xfrm xmlns:a="http://schemas.openxmlformats.org/drawingml/2006/main">
            <a:off x="68580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Request</a:t>
            </a:r>
          </a:p>
        </p:txBody>
      </p:sp>
      <p:cxnSp>
        <p:nvCxnSpPr>
          <p:cNvPr id="13" name="">
            <a:extLst xmlns:a="http://schemas.openxmlformats.org/drawingml/2006/main">
              <a:ext uri="{FF2B5EF4-FFF2-40B4-BE49-F238E27FC236}">
                <a16:creationId xmlns:a16="http://schemas.microsoft.com/office/drawing/2014/main" id="{23E10784-85E7-4C42-8573-78AE3DE4B81A}"/>
              </a:ext>
            </a:extLst>
          </p:cNvPr>
          <p:cNvCxnSpPr/>
          <p:nvPr/>
        </p:nvCxnSpPr>
        <p:spPr>
          <a:xfrm xmlns:a="http://schemas.openxmlformats.org/drawingml/2006/main">
            <a:off x="2619375" y="5581650"/>
            <a:ext cx="18097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14" name="">
            <a:extLst xmlns:a="http://schemas.openxmlformats.org/drawingml/2006/main">
              <a:ext uri="{FF2B5EF4-FFF2-40B4-BE49-F238E27FC236}">
                <a16:creationId xmlns:a16="http://schemas.microsoft.com/office/drawing/2014/main" id="{F6F01C98-4743-427C-BFB3-54FBD7D1CDF7}"/>
              </a:ext>
            </a:extLst>
          </p:cNvPr>
          <p:cNvSpPr>
            <a:spLocks xmlns:a="http://schemas.openxmlformats.org/drawingml/2006/main" noGrp="1"/>
          </p:cNvSpPr>
          <p:nvPr/>
        </p:nvSpPr>
        <p:spPr>
          <a:xfrm xmlns:a="http://schemas.openxmlformats.org/drawingml/2006/main">
            <a:off x="2828925"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6C386044-BE4E-47CC-8349-C163DDD5B04B}"/>
              </a:ext>
            </a:extLst>
          </p:cNvPr>
          <p:cNvSpPr>
            <a:spLocks xmlns:a="http://schemas.openxmlformats.org/drawingml/2006/main" noGrp="1"/>
          </p:cNvSpPr>
          <p:nvPr/>
        </p:nvSpPr>
        <p:spPr>
          <a:xfrm xmlns:a="http://schemas.openxmlformats.org/drawingml/2006/main">
            <a:off x="2828925"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2</a:t>
            </a:r>
          </a:p>
        </p:txBody>
      </p:sp>
      <p:sp>
        <p:nvSpPr>
          <p:cNvPr id="16" name="">
            <a:extLst xmlns:a="http://schemas.openxmlformats.org/drawingml/2006/main">
              <a:ext uri="{FF2B5EF4-FFF2-40B4-BE49-F238E27FC236}">
                <a16:creationId xmlns:a16="http://schemas.microsoft.com/office/drawing/2014/main" id="{60E2B3C0-BB47-4881-9921-834280089CAD}"/>
              </a:ext>
            </a:extLst>
          </p:cNvPr>
          <p:cNvSpPr>
            <a:spLocks xmlns:a="http://schemas.openxmlformats.org/drawingml/2006/main" noGrp="1"/>
          </p:cNvSpPr>
          <p:nvPr/>
        </p:nvSpPr>
        <p:spPr>
          <a:xfrm xmlns:a="http://schemas.openxmlformats.org/drawingml/2006/main">
            <a:off x="2943225"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Provider acceptance</a:t>
            </a:r>
          </a:p>
        </p:txBody>
      </p:sp>
      <p:cxnSp>
        <p:nvCxnSpPr>
          <p:cNvPr id="17" name="">
            <a:extLst xmlns:a="http://schemas.openxmlformats.org/drawingml/2006/main">
              <a:ext uri="{FF2B5EF4-FFF2-40B4-BE49-F238E27FC236}">
                <a16:creationId xmlns:a16="http://schemas.microsoft.com/office/drawing/2014/main" id="{90E472A6-78BC-49FB-858B-394F2102305C}"/>
              </a:ext>
            </a:extLst>
          </p:cNvPr>
          <p:cNvCxnSpPr/>
          <p:nvPr/>
        </p:nvCxnSpPr>
        <p:spPr>
          <a:xfrm xmlns:a="http://schemas.openxmlformats.org/drawingml/2006/main">
            <a:off x="4876800" y="5581650"/>
            <a:ext cx="18097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18" name="">
            <a:extLst xmlns:a="http://schemas.openxmlformats.org/drawingml/2006/main">
              <a:ext uri="{FF2B5EF4-FFF2-40B4-BE49-F238E27FC236}">
                <a16:creationId xmlns:a16="http://schemas.microsoft.com/office/drawing/2014/main" id="{0CA04E71-CB24-46ED-8517-EC03BB86A003}"/>
              </a:ext>
            </a:extLst>
          </p:cNvPr>
          <p:cNvSpPr>
            <a:spLocks xmlns:a="http://schemas.openxmlformats.org/drawingml/2006/main" noGrp="1"/>
          </p:cNvSpPr>
          <p:nvPr/>
        </p:nvSpPr>
        <p:spPr>
          <a:xfrm xmlns:a="http://schemas.openxmlformats.org/drawingml/2006/main">
            <a:off x="508635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9" name="">
            <a:extLst xmlns:a="http://schemas.openxmlformats.org/drawingml/2006/main">
              <a:ext uri="{FF2B5EF4-FFF2-40B4-BE49-F238E27FC236}">
                <a16:creationId xmlns:a16="http://schemas.microsoft.com/office/drawing/2014/main" id="{E8FD801C-0CE4-4CF1-B052-B144504A0A25}"/>
              </a:ext>
            </a:extLst>
          </p:cNvPr>
          <p:cNvSpPr>
            <a:spLocks xmlns:a="http://schemas.openxmlformats.org/drawingml/2006/main" noGrp="1"/>
          </p:cNvSpPr>
          <p:nvPr/>
        </p:nvSpPr>
        <p:spPr>
          <a:xfrm xmlns:a="http://schemas.openxmlformats.org/drawingml/2006/main">
            <a:off x="508635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3</a:t>
            </a:r>
          </a:p>
        </p:txBody>
      </p:sp>
      <p:sp>
        <p:nvSpPr>
          <p:cNvPr id="20" name="">
            <a:extLst xmlns:a="http://schemas.openxmlformats.org/drawingml/2006/main">
              <a:ext uri="{FF2B5EF4-FFF2-40B4-BE49-F238E27FC236}">
                <a16:creationId xmlns:a16="http://schemas.microsoft.com/office/drawing/2014/main" id="{8792AE22-00A1-4504-A7F1-30390DD6E1BE}"/>
              </a:ext>
            </a:extLst>
          </p:cNvPr>
          <p:cNvSpPr>
            <a:spLocks xmlns:a="http://schemas.openxmlformats.org/drawingml/2006/main" noGrp="1"/>
          </p:cNvSpPr>
          <p:nvPr/>
        </p:nvSpPr>
        <p:spPr>
          <a:xfrm xmlns:a="http://schemas.openxmlformats.org/drawingml/2006/main">
            <a:off x="520065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Checkout</a:t>
            </a:r>
          </a:p>
        </p:txBody>
      </p:sp>
      <p:cxnSp>
        <p:nvCxnSpPr>
          <p:cNvPr id="21" name="">
            <a:extLst xmlns:a="http://schemas.openxmlformats.org/drawingml/2006/main">
              <a:ext uri="{FF2B5EF4-FFF2-40B4-BE49-F238E27FC236}">
                <a16:creationId xmlns:a16="http://schemas.microsoft.com/office/drawing/2014/main" id="{8F325385-0C8E-4E19-B35D-45989D27351C}"/>
              </a:ext>
            </a:extLst>
          </p:cNvPr>
          <p:cNvCxnSpPr/>
          <p:nvPr/>
        </p:nvCxnSpPr>
        <p:spPr>
          <a:xfrm xmlns:a="http://schemas.openxmlformats.org/drawingml/2006/main">
            <a:off x="7134225" y="5581650"/>
            <a:ext cx="18097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22" name="">
            <a:extLst xmlns:a="http://schemas.openxmlformats.org/drawingml/2006/main">
              <a:ext uri="{FF2B5EF4-FFF2-40B4-BE49-F238E27FC236}">
                <a16:creationId xmlns:a16="http://schemas.microsoft.com/office/drawing/2014/main" id="{4BDD7E47-A048-4CD9-A853-85FA9AC8CD82}"/>
              </a:ext>
            </a:extLst>
          </p:cNvPr>
          <p:cNvSpPr>
            <a:spLocks xmlns:a="http://schemas.openxmlformats.org/drawingml/2006/main" noGrp="1"/>
          </p:cNvSpPr>
          <p:nvPr/>
        </p:nvSpPr>
        <p:spPr>
          <a:xfrm xmlns:a="http://schemas.openxmlformats.org/drawingml/2006/main">
            <a:off x="7343775"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3" name="">
            <a:extLst xmlns:a="http://schemas.openxmlformats.org/drawingml/2006/main">
              <a:ext uri="{FF2B5EF4-FFF2-40B4-BE49-F238E27FC236}">
                <a16:creationId xmlns:a16="http://schemas.microsoft.com/office/drawing/2014/main" id="{8673DBC3-6121-438F-96D4-E1D91F1A14A5}"/>
              </a:ext>
            </a:extLst>
          </p:cNvPr>
          <p:cNvSpPr>
            <a:spLocks xmlns:a="http://schemas.openxmlformats.org/drawingml/2006/main" noGrp="1"/>
          </p:cNvSpPr>
          <p:nvPr/>
        </p:nvSpPr>
        <p:spPr>
          <a:xfrm xmlns:a="http://schemas.openxmlformats.org/drawingml/2006/main">
            <a:off x="7343775"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4</a:t>
            </a:r>
          </a:p>
        </p:txBody>
      </p:sp>
      <p:sp>
        <p:nvSpPr>
          <p:cNvPr id="24" name="">
            <a:extLst xmlns:a="http://schemas.openxmlformats.org/drawingml/2006/main">
              <a:ext uri="{FF2B5EF4-FFF2-40B4-BE49-F238E27FC236}">
                <a16:creationId xmlns:a16="http://schemas.microsoft.com/office/drawing/2014/main" id="{AC6B8D98-0261-4F9D-8612-57496DC62309}"/>
              </a:ext>
            </a:extLst>
          </p:cNvPr>
          <p:cNvSpPr>
            <a:spLocks xmlns:a="http://schemas.openxmlformats.org/drawingml/2006/main" noGrp="1"/>
          </p:cNvSpPr>
          <p:nvPr/>
        </p:nvSpPr>
        <p:spPr>
          <a:xfrm xmlns:a="http://schemas.openxmlformats.org/drawingml/2006/main">
            <a:off x="7458075"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Confirmed booking</a:t>
            </a:r>
          </a:p>
        </p:txBody>
      </p:sp>
      <p:cxnSp>
        <p:nvCxnSpPr>
          <p:cNvPr id="25" name="">
            <a:extLst xmlns:a="http://schemas.openxmlformats.org/drawingml/2006/main">
              <a:ext uri="{FF2B5EF4-FFF2-40B4-BE49-F238E27FC236}">
                <a16:creationId xmlns:a16="http://schemas.microsoft.com/office/drawing/2014/main" id="{7602AB96-4083-4AE3-8233-1C3D524F1C08}"/>
              </a:ext>
            </a:extLst>
          </p:cNvPr>
          <p:cNvCxnSpPr/>
          <p:nvPr/>
        </p:nvCxnSpPr>
        <p:spPr>
          <a:xfrm xmlns:a="http://schemas.openxmlformats.org/drawingml/2006/main">
            <a:off x="9391650" y="5581650"/>
            <a:ext cx="180975" cy="0"/>
          </a:xfrm>
          <a:prstGeom xmlns:a="http://schemas.openxmlformats.org/drawingml/2006/main" prst="straightConnector1">
            <a:avLst/>
          </a:prstGeom>
          <a:ln xmlns:a="http://schemas.openxmlformats.org/drawingml/2006/main" w="15240">
            <a:solidFill>
              <a:srgbClr val="1557FF"/>
            </a:solidFill>
            <a:tailEnd type="triangle" w="sm" len="sm"/>
          </a:ln>
        </p:spPr>
      </p:cxnSp>
      <p:sp>
        <p:nvSpPr>
          <p:cNvPr id="26" name="">
            <a:extLst xmlns:a="http://schemas.openxmlformats.org/drawingml/2006/main">
              <a:ext uri="{FF2B5EF4-FFF2-40B4-BE49-F238E27FC236}">
                <a16:creationId xmlns:a16="http://schemas.microsoft.com/office/drawing/2014/main" id="{DCC38E74-0241-4687-B682-4719092C4778}"/>
              </a:ext>
            </a:extLst>
          </p:cNvPr>
          <p:cNvSpPr>
            <a:spLocks xmlns:a="http://schemas.openxmlformats.org/drawingml/2006/main" noGrp="1"/>
          </p:cNvSpPr>
          <p:nvPr/>
        </p:nvSpPr>
        <p:spPr>
          <a:xfrm xmlns:a="http://schemas.openxmlformats.org/drawingml/2006/main">
            <a:off x="960120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7" name="">
            <a:extLst xmlns:a="http://schemas.openxmlformats.org/drawingml/2006/main">
              <a:ext uri="{FF2B5EF4-FFF2-40B4-BE49-F238E27FC236}">
                <a16:creationId xmlns:a16="http://schemas.microsoft.com/office/drawing/2014/main" id="{8774FBED-0E9A-4A4E-A6CF-56FDCA82ABE0}"/>
              </a:ext>
            </a:extLst>
          </p:cNvPr>
          <p:cNvSpPr>
            <a:spLocks xmlns:a="http://schemas.openxmlformats.org/drawingml/2006/main" noGrp="1"/>
          </p:cNvSpPr>
          <p:nvPr/>
        </p:nvSpPr>
        <p:spPr>
          <a:xfrm xmlns:a="http://schemas.openxmlformats.org/drawingml/2006/main">
            <a:off x="960120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5</a:t>
            </a:r>
          </a:p>
        </p:txBody>
      </p:sp>
      <p:sp>
        <p:nvSpPr>
          <p:cNvPr id="28" name="">
            <a:extLst xmlns:a="http://schemas.openxmlformats.org/drawingml/2006/main">
              <a:ext uri="{FF2B5EF4-FFF2-40B4-BE49-F238E27FC236}">
                <a16:creationId xmlns:a16="http://schemas.microsoft.com/office/drawing/2014/main" id="{9F4254CD-A746-4103-A051-555A36974002}"/>
              </a:ext>
            </a:extLst>
          </p:cNvPr>
          <p:cNvSpPr>
            <a:spLocks xmlns:a="http://schemas.openxmlformats.org/drawingml/2006/main" noGrp="1"/>
          </p:cNvSpPr>
          <p:nvPr/>
        </p:nvSpPr>
        <p:spPr>
          <a:xfrm xmlns:a="http://schemas.openxmlformats.org/drawingml/2006/main">
            <a:off x="971550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Completion review</a:t>
            </a:r>
          </a:p>
        </p:txBody>
      </p:sp>
    </p:spTree>
    <p:extLst>
      <p:ext uri="{BB962C8B-B14F-4D97-AF65-F5344CB8AC3E}">
        <p14:creationId xmlns:p14="http://schemas.microsoft.com/office/powerpoint/2010/main" val="4914535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172260BF-D259-4001-9A82-B77C31592D95}"/>
              </a:ext>
            </a:extLst>
          </p:cNvPr>
          <p:cNvPicPr>
            <a:picLocks xmlns:a="http://schemas.openxmlformats.org/drawingml/2006/main" noChangeAspect="1"/>
          </p:cNvPicPr>
          <p:nvPr/>
        </p:nvPicPr>
        <p:blipFill>
          <a:blip xmlns:r="http://schemas.openxmlformats.org/officeDocument/2006/relationships" xmlns:a="http://schemas.openxmlformats.org/drawingml/2006/main" r:embed="Rc18ace1611f047c3"/>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88D3E17-B703-402E-A4BD-D528242A62F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48169C49-EC97-4C3A-B97A-095EC0954D7A}"/>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Challenges &amp; Current Limitations</a:t>
            </a:r>
          </a:p>
        </p:txBody>
      </p:sp>
      <p:sp>
        <p:nvSpPr>
          <p:cNvPr id="4" name="">
            <a:extLst xmlns:a="http://schemas.openxmlformats.org/drawingml/2006/main">
              <a:ext uri="{FF2B5EF4-FFF2-40B4-BE49-F238E27FC236}">
                <a16:creationId xmlns:a16="http://schemas.microsoft.com/office/drawing/2014/main" id="{C33B67DE-F689-484E-8CA0-BA04D814C114}"/>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2A706DE7-79E1-4255-92A4-240988ACF4ED}"/>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A83DC552-9DEF-4879-8807-5E3457089C4A}"/>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11</a:t>
            </a:r>
          </a:p>
        </p:txBody>
      </p:sp>
      <p:sp>
        <p:nvSpPr>
          <p:cNvPr id="7" name="">
            <a:extLst xmlns:a="http://schemas.openxmlformats.org/drawingml/2006/main">
              <a:ext uri="{FF2B5EF4-FFF2-40B4-BE49-F238E27FC236}">
                <a16:creationId xmlns:a16="http://schemas.microsoft.com/office/drawing/2014/main" id="{2FDBF946-5B75-47DF-A5D8-B58C31EDD8A3}"/>
              </a:ext>
            </a:extLst>
          </p:cNvPr>
          <p:cNvSpPr>
            <a:spLocks xmlns:a="http://schemas.openxmlformats.org/drawingml/2006/main" noGrp="1"/>
          </p:cNvSpPr>
          <p:nvPr/>
        </p:nvSpPr>
        <p:spPr>
          <a:xfrm xmlns:a="http://schemas.openxmlformats.org/drawingml/2006/main">
            <a:off x="571500" y="15716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Implementation safeguards</a:t>
            </a:r>
          </a:p>
        </p:txBody>
      </p:sp>
      <p:sp>
        <p:nvSpPr>
          <p:cNvPr id="8" name="">
            <a:extLst xmlns:a="http://schemas.openxmlformats.org/drawingml/2006/main">
              <a:ext uri="{FF2B5EF4-FFF2-40B4-BE49-F238E27FC236}">
                <a16:creationId xmlns:a16="http://schemas.microsoft.com/office/drawing/2014/main" id="{4441007D-8087-4234-B040-59BAB9FDC6E1}"/>
              </a:ext>
            </a:extLst>
          </p:cNvPr>
          <p:cNvSpPr>
            <a:spLocks xmlns:a="http://schemas.openxmlformats.org/drawingml/2006/main" noGrp="1"/>
          </p:cNvSpPr>
          <p:nvPr/>
        </p:nvSpPr>
        <p:spPr>
          <a:xfrm xmlns:a="http://schemas.openxmlformats.org/drawingml/2006/main">
            <a:off x="6524625" y="1571625"/>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Production dependencies</a:t>
            </a:r>
          </a:p>
        </p:txBody>
      </p:sp>
      <p:sp>
        <p:nvSpPr>
          <p:cNvPr id="9" name="">
            <a:extLst xmlns:a="http://schemas.openxmlformats.org/drawingml/2006/main">
              <a:ext uri="{FF2B5EF4-FFF2-40B4-BE49-F238E27FC236}">
                <a16:creationId xmlns:a16="http://schemas.microsoft.com/office/drawing/2014/main" id="{92CE9F26-23B5-4E30-8EA4-8DF843F0152F}"/>
              </a:ext>
            </a:extLst>
          </p:cNvPr>
          <p:cNvSpPr>
            <a:spLocks xmlns:a="http://schemas.openxmlformats.org/drawingml/2006/main" noGrp="1"/>
          </p:cNvSpPr>
          <p:nvPr/>
        </p:nvSpPr>
        <p:spPr>
          <a:xfrm xmlns:a="http://schemas.openxmlformats.org/drawingml/2006/main">
            <a:off x="571500" y="215265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1</a:t>
            </a:r>
          </a:p>
        </p:txBody>
      </p:sp>
      <p:sp>
        <p:nvSpPr>
          <p:cNvPr id="10" name="">
            <a:extLst xmlns:a="http://schemas.openxmlformats.org/drawingml/2006/main">
              <a:ext uri="{FF2B5EF4-FFF2-40B4-BE49-F238E27FC236}">
                <a16:creationId xmlns:a16="http://schemas.microsoft.com/office/drawing/2014/main" id="{2ABBCC69-E015-4A14-A726-877F28410888}"/>
              </a:ext>
            </a:extLst>
          </p:cNvPr>
          <p:cNvSpPr>
            <a:spLocks xmlns:a="http://schemas.openxmlformats.org/drawingml/2006/main" noGrp="1"/>
          </p:cNvSpPr>
          <p:nvPr/>
        </p:nvSpPr>
        <p:spPr>
          <a:xfrm xmlns:a="http://schemas.openxmlformats.org/drawingml/2006/main">
            <a:off x="1104900" y="215265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Slot Conflicts</a:t>
            </a:r>
          </a:p>
        </p:txBody>
      </p:sp>
      <p:sp>
        <p:nvSpPr>
          <p:cNvPr id="11" name="">
            <a:extLst xmlns:a="http://schemas.openxmlformats.org/drawingml/2006/main">
              <a:ext uri="{FF2B5EF4-FFF2-40B4-BE49-F238E27FC236}">
                <a16:creationId xmlns:a16="http://schemas.microsoft.com/office/drawing/2014/main" id="{894ECA94-C845-4882-A8CF-33013E27E587}"/>
              </a:ext>
            </a:extLst>
          </p:cNvPr>
          <p:cNvSpPr>
            <a:spLocks xmlns:a="http://schemas.openxmlformats.org/drawingml/2006/main" noGrp="1"/>
          </p:cNvSpPr>
          <p:nvPr/>
        </p:nvSpPr>
        <p:spPr>
          <a:xfrm xmlns:a="http://schemas.openxmlformats.org/drawingml/2006/main">
            <a:off x="1104900" y="252412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Concurrent requests can target the same time.</a:t>
            </a:r>
          </a:p>
        </p:txBody>
      </p:sp>
      <p:sp>
        <p:nvSpPr>
          <p:cNvPr id="12" name="">
            <a:extLst xmlns:a="http://schemas.openxmlformats.org/drawingml/2006/main">
              <a:ext uri="{FF2B5EF4-FFF2-40B4-BE49-F238E27FC236}">
                <a16:creationId xmlns:a16="http://schemas.microsoft.com/office/drawing/2014/main" id="{00077E86-36B4-4C81-9C89-AB1D018360CE}"/>
              </a:ext>
            </a:extLst>
          </p:cNvPr>
          <p:cNvSpPr>
            <a:spLocks xmlns:a="http://schemas.openxmlformats.org/drawingml/2006/main" noGrp="1"/>
          </p:cNvSpPr>
          <p:nvPr/>
        </p:nvSpPr>
        <p:spPr>
          <a:xfrm xmlns:a="http://schemas.openxmlformats.org/drawingml/2006/main">
            <a:off x="1104900" y="29813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Availability holds and conflict checks protect booking slots.</a:t>
            </a:r>
          </a:p>
        </p:txBody>
      </p:sp>
      <p:sp>
        <p:nvSpPr>
          <p:cNvPr id="13" name="">
            <a:extLst xmlns:a="http://schemas.openxmlformats.org/drawingml/2006/main">
              <a:ext uri="{FF2B5EF4-FFF2-40B4-BE49-F238E27FC236}">
                <a16:creationId xmlns:a16="http://schemas.microsoft.com/office/drawing/2014/main" id="{FFC65249-B741-49B9-82FC-621AF5B5A310}"/>
              </a:ext>
            </a:extLst>
          </p:cNvPr>
          <p:cNvSpPr>
            <a:spLocks xmlns:a="http://schemas.openxmlformats.org/drawingml/2006/main" noGrp="1"/>
          </p:cNvSpPr>
          <p:nvPr/>
        </p:nvSpPr>
        <p:spPr>
          <a:xfrm xmlns:a="http://schemas.openxmlformats.org/drawingml/2006/main">
            <a:off x="571500" y="34956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2</a:t>
            </a:r>
          </a:p>
        </p:txBody>
      </p:sp>
      <p:sp>
        <p:nvSpPr>
          <p:cNvPr id="14" name="">
            <a:extLst xmlns:a="http://schemas.openxmlformats.org/drawingml/2006/main">
              <a:ext uri="{FF2B5EF4-FFF2-40B4-BE49-F238E27FC236}">
                <a16:creationId xmlns:a16="http://schemas.microsoft.com/office/drawing/2014/main" id="{B6406897-44F4-4877-A5CB-43B7C9853C27}"/>
              </a:ext>
            </a:extLst>
          </p:cNvPr>
          <p:cNvSpPr>
            <a:spLocks xmlns:a="http://schemas.openxmlformats.org/drawingml/2006/main" noGrp="1"/>
          </p:cNvSpPr>
          <p:nvPr/>
        </p:nvSpPr>
        <p:spPr>
          <a:xfrm xmlns:a="http://schemas.openxmlformats.org/drawingml/2006/main">
            <a:off x="1104900" y="3495675"/>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Payment Events</a:t>
            </a:r>
          </a:p>
        </p:txBody>
      </p:sp>
      <p:sp>
        <p:nvSpPr>
          <p:cNvPr id="15" name="">
            <a:extLst xmlns:a="http://schemas.openxmlformats.org/drawingml/2006/main">
              <a:ext uri="{FF2B5EF4-FFF2-40B4-BE49-F238E27FC236}">
                <a16:creationId xmlns:a16="http://schemas.microsoft.com/office/drawing/2014/main" id="{A4F14FC0-C77C-4AFF-BB36-751E87693CBC}"/>
              </a:ext>
            </a:extLst>
          </p:cNvPr>
          <p:cNvSpPr>
            <a:spLocks xmlns:a="http://schemas.openxmlformats.org/drawingml/2006/main" noGrp="1"/>
          </p:cNvSpPr>
          <p:nvPr/>
        </p:nvSpPr>
        <p:spPr>
          <a:xfrm xmlns:a="http://schemas.openxmlformats.org/drawingml/2006/main">
            <a:off x="1104900" y="3867150"/>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Checkout retries and webhooks can repeat.</a:t>
            </a:r>
          </a:p>
        </p:txBody>
      </p:sp>
      <p:sp>
        <p:nvSpPr>
          <p:cNvPr id="16" name="">
            <a:extLst xmlns:a="http://schemas.openxmlformats.org/drawingml/2006/main">
              <a:ext uri="{FF2B5EF4-FFF2-40B4-BE49-F238E27FC236}">
                <a16:creationId xmlns:a16="http://schemas.microsoft.com/office/drawing/2014/main" id="{DCF8A724-1F36-479D-9E24-BE2E24EE001E}"/>
              </a:ext>
            </a:extLst>
          </p:cNvPr>
          <p:cNvSpPr>
            <a:spLocks xmlns:a="http://schemas.openxmlformats.org/drawingml/2006/main" noGrp="1"/>
          </p:cNvSpPr>
          <p:nvPr/>
        </p:nvSpPr>
        <p:spPr>
          <a:xfrm xmlns:a="http://schemas.openxmlformats.org/drawingml/2006/main">
            <a:off x="1104900" y="4324350"/>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Signature checks and event records support safe processing.</a:t>
            </a:r>
          </a:p>
        </p:txBody>
      </p:sp>
      <p:sp>
        <p:nvSpPr>
          <p:cNvPr id="17" name="">
            <a:extLst xmlns:a="http://schemas.openxmlformats.org/drawingml/2006/main">
              <a:ext uri="{FF2B5EF4-FFF2-40B4-BE49-F238E27FC236}">
                <a16:creationId xmlns:a16="http://schemas.microsoft.com/office/drawing/2014/main" id="{B10772CE-44F7-4AB3-B0DC-5302273910B3}"/>
              </a:ext>
            </a:extLst>
          </p:cNvPr>
          <p:cNvSpPr>
            <a:spLocks xmlns:a="http://schemas.openxmlformats.org/drawingml/2006/main" noGrp="1"/>
          </p:cNvSpPr>
          <p:nvPr/>
        </p:nvSpPr>
        <p:spPr>
          <a:xfrm xmlns:a="http://schemas.openxmlformats.org/drawingml/2006/main">
            <a:off x="571500" y="483870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3</a:t>
            </a:r>
          </a:p>
        </p:txBody>
      </p:sp>
      <p:sp>
        <p:nvSpPr>
          <p:cNvPr id="18" name="">
            <a:extLst xmlns:a="http://schemas.openxmlformats.org/drawingml/2006/main">
              <a:ext uri="{FF2B5EF4-FFF2-40B4-BE49-F238E27FC236}">
                <a16:creationId xmlns:a16="http://schemas.microsoft.com/office/drawing/2014/main" id="{CF1B0D52-2BF3-4DB8-9C6C-90F4DBFF88E3}"/>
              </a:ext>
            </a:extLst>
          </p:cNvPr>
          <p:cNvSpPr>
            <a:spLocks xmlns:a="http://schemas.openxmlformats.org/drawingml/2006/main" noGrp="1"/>
          </p:cNvSpPr>
          <p:nvPr/>
        </p:nvSpPr>
        <p:spPr>
          <a:xfrm xmlns:a="http://schemas.openxmlformats.org/drawingml/2006/main">
            <a:off x="1104900" y="483870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Role Isolation</a:t>
            </a:r>
          </a:p>
        </p:txBody>
      </p:sp>
      <p:sp>
        <p:nvSpPr>
          <p:cNvPr id="19" name="">
            <a:extLst xmlns:a="http://schemas.openxmlformats.org/drawingml/2006/main">
              <a:ext uri="{FF2B5EF4-FFF2-40B4-BE49-F238E27FC236}">
                <a16:creationId xmlns:a16="http://schemas.microsoft.com/office/drawing/2014/main" id="{F9D31833-89D0-4DC5-B0ED-1F3DA195921F}"/>
              </a:ext>
            </a:extLst>
          </p:cNvPr>
          <p:cNvSpPr>
            <a:spLocks xmlns:a="http://schemas.openxmlformats.org/drawingml/2006/main" noGrp="1"/>
          </p:cNvSpPr>
          <p:nvPr/>
        </p:nvSpPr>
        <p:spPr>
          <a:xfrm xmlns:a="http://schemas.openxmlformats.org/drawingml/2006/main">
            <a:off x="1104900" y="521017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Users need different data and permissions.</a:t>
            </a:r>
          </a:p>
        </p:txBody>
      </p:sp>
      <p:sp>
        <p:nvSpPr>
          <p:cNvPr id="20" name="">
            <a:extLst xmlns:a="http://schemas.openxmlformats.org/drawingml/2006/main">
              <a:ext uri="{FF2B5EF4-FFF2-40B4-BE49-F238E27FC236}">
                <a16:creationId xmlns:a16="http://schemas.microsoft.com/office/drawing/2014/main" id="{2CC9539C-A0B1-4A1B-A709-02EB2BF2D623}"/>
              </a:ext>
            </a:extLst>
          </p:cNvPr>
          <p:cNvSpPr>
            <a:spLocks xmlns:a="http://schemas.openxmlformats.org/drawingml/2006/main" noGrp="1"/>
          </p:cNvSpPr>
          <p:nvPr/>
        </p:nvSpPr>
        <p:spPr>
          <a:xfrm xmlns:a="http://schemas.openxmlformats.org/drawingml/2006/main">
            <a:off x="1104900" y="566737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Role and participant checks guard protected operations.</a:t>
            </a:r>
          </a:p>
        </p:txBody>
      </p:sp>
      <p:sp>
        <p:nvSpPr>
          <p:cNvPr id="21" name="">
            <a:extLst xmlns:a="http://schemas.openxmlformats.org/drawingml/2006/main">
              <a:ext uri="{FF2B5EF4-FFF2-40B4-BE49-F238E27FC236}">
                <a16:creationId xmlns:a16="http://schemas.microsoft.com/office/drawing/2014/main" id="{EA597E1C-897C-409B-A573-EE024363BAA0}"/>
              </a:ext>
            </a:extLst>
          </p:cNvPr>
          <p:cNvSpPr>
            <a:spLocks xmlns:a="http://schemas.openxmlformats.org/drawingml/2006/main" noGrp="1"/>
          </p:cNvSpPr>
          <p:nvPr/>
        </p:nvSpPr>
        <p:spPr>
          <a:xfrm xmlns:a="http://schemas.openxmlformats.org/drawingml/2006/main">
            <a:off x="6524625" y="215265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4</a:t>
            </a:r>
          </a:p>
        </p:txBody>
      </p:sp>
      <p:sp>
        <p:nvSpPr>
          <p:cNvPr id="22" name="">
            <a:extLst xmlns:a="http://schemas.openxmlformats.org/drawingml/2006/main">
              <a:ext uri="{FF2B5EF4-FFF2-40B4-BE49-F238E27FC236}">
                <a16:creationId xmlns:a16="http://schemas.microsoft.com/office/drawing/2014/main" id="{FA3259AD-55B3-44C3-8BC2-357A763219C9}"/>
              </a:ext>
            </a:extLst>
          </p:cNvPr>
          <p:cNvSpPr>
            <a:spLocks xmlns:a="http://schemas.openxmlformats.org/drawingml/2006/main" noGrp="1"/>
          </p:cNvSpPr>
          <p:nvPr/>
        </p:nvSpPr>
        <p:spPr>
          <a:xfrm xmlns:a="http://schemas.openxmlformats.org/drawingml/2006/main">
            <a:off x="7058025" y="215265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Provider KYC</a:t>
            </a:r>
          </a:p>
        </p:txBody>
      </p:sp>
      <p:sp>
        <p:nvSpPr>
          <p:cNvPr id="23" name="">
            <a:extLst xmlns:a="http://schemas.openxmlformats.org/drawingml/2006/main">
              <a:ext uri="{FF2B5EF4-FFF2-40B4-BE49-F238E27FC236}">
                <a16:creationId xmlns:a16="http://schemas.microsoft.com/office/drawing/2014/main" id="{44015BEA-22F2-4880-9C62-7F125C636866}"/>
              </a:ext>
            </a:extLst>
          </p:cNvPr>
          <p:cNvSpPr>
            <a:spLocks xmlns:a="http://schemas.openxmlformats.org/drawingml/2006/main" noGrp="1"/>
          </p:cNvSpPr>
          <p:nvPr/>
        </p:nvSpPr>
        <p:spPr>
          <a:xfrm xmlns:a="http://schemas.openxmlformats.org/drawingml/2006/main">
            <a:off x="7058025" y="252412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Live identity verification needs a vendor.</a:t>
            </a:r>
          </a:p>
        </p:txBody>
      </p:sp>
      <p:sp>
        <p:nvSpPr>
          <p:cNvPr id="24" name="">
            <a:extLst xmlns:a="http://schemas.openxmlformats.org/drawingml/2006/main">
              <a:ext uri="{FF2B5EF4-FFF2-40B4-BE49-F238E27FC236}">
                <a16:creationId xmlns:a16="http://schemas.microsoft.com/office/drawing/2014/main" id="{19296569-EB84-4CE5-A901-085F106CDA44}"/>
              </a:ext>
            </a:extLst>
          </p:cNvPr>
          <p:cNvSpPr>
            <a:spLocks xmlns:a="http://schemas.openxmlformats.org/drawingml/2006/main" noGrp="1"/>
          </p:cNvSpPr>
          <p:nvPr/>
        </p:nvSpPr>
        <p:spPr>
          <a:xfrm xmlns:a="http://schemas.openxmlformats.org/drawingml/2006/main">
            <a:off x="7058025" y="29813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Production adapter and vendor configuration remain pending.</a:t>
            </a:r>
          </a:p>
        </p:txBody>
      </p:sp>
      <p:sp>
        <p:nvSpPr>
          <p:cNvPr id="25" name="">
            <a:extLst xmlns:a="http://schemas.openxmlformats.org/drawingml/2006/main">
              <a:ext uri="{FF2B5EF4-FFF2-40B4-BE49-F238E27FC236}">
                <a16:creationId xmlns:a16="http://schemas.microsoft.com/office/drawing/2014/main" id="{7B50F292-0AF6-4A8F-9780-E79584D937D7}"/>
              </a:ext>
            </a:extLst>
          </p:cNvPr>
          <p:cNvSpPr>
            <a:spLocks xmlns:a="http://schemas.openxmlformats.org/drawingml/2006/main" noGrp="1"/>
          </p:cNvSpPr>
          <p:nvPr/>
        </p:nvSpPr>
        <p:spPr>
          <a:xfrm xmlns:a="http://schemas.openxmlformats.org/drawingml/2006/main">
            <a:off x="6524625" y="34956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5</a:t>
            </a:r>
          </a:p>
        </p:txBody>
      </p:sp>
      <p:sp>
        <p:nvSpPr>
          <p:cNvPr id="26" name="">
            <a:extLst xmlns:a="http://schemas.openxmlformats.org/drawingml/2006/main">
              <a:ext uri="{FF2B5EF4-FFF2-40B4-BE49-F238E27FC236}">
                <a16:creationId xmlns:a16="http://schemas.microsoft.com/office/drawing/2014/main" id="{BF07E4BE-3CDD-4DCC-AAAE-FB19A4BD7230}"/>
              </a:ext>
            </a:extLst>
          </p:cNvPr>
          <p:cNvSpPr>
            <a:spLocks xmlns:a="http://schemas.openxmlformats.org/drawingml/2006/main" noGrp="1"/>
          </p:cNvSpPr>
          <p:nvPr/>
        </p:nvSpPr>
        <p:spPr>
          <a:xfrm xmlns:a="http://schemas.openxmlformats.org/drawingml/2006/main">
            <a:off x="7058025" y="3495675"/>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Live Payments</a:t>
            </a:r>
          </a:p>
        </p:txBody>
      </p:sp>
      <p:sp>
        <p:nvSpPr>
          <p:cNvPr id="27" name="">
            <a:extLst xmlns:a="http://schemas.openxmlformats.org/drawingml/2006/main">
              <a:ext uri="{FF2B5EF4-FFF2-40B4-BE49-F238E27FC236}">
                <a16:creationId xmlns:a16="http://schemas.microsoft.com/office/drawing/2014/main" id="{75659318-FFAF-4C9A-BA7B-08BA6B47DE78}"/>
              </a:ext>
            </a:extLst>
          </p:cNvPr>
          <p:cNvSpPr>
            <a:spLocks xmlns:a="http://schemas.openxmlformats.org/drawingml/2006/main" noGrp="1"/>
          </p:cNvSpPr>
          <p:nvPr/>
        </p:nvSpPr>
        <p:spPr>
          <a:xfrm xmlns:a="http://schemas.openxmlformats.org/drawingml/2006/main">
            <a:off x="7058025" y="3867150"/>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Real checkout and payouts need approval.</a:t>
            </a:r>
          </a:p>
        </p:txBody>
      </p:sp>
      <p:sp>
        <p:nvSpPr>
          <p:cNvPr id="28" name="">
            <a:extLst xmlns:a="http://schemas.openxmlformats.org/drawingml/2006/main">
              <a:ext uri="{FF2B5EF4-FFF2-40B4-BE49-F238E27FC236}">
                <a16:creationId xmlns:a16="http://schemas.microsoft.com/office/drawing/2014/main" id="{7258C88F-12D1-46BE-AB42-71DB3D008101}"/>
              </a:ext>
            </a:extLst>
          </p:cNvPr>
          <p:cNvSpPr>
            <a:spLocks xmlns:a="http://schemas.openxmlformats.org/drawingml/2006/main" noGrp="1"/>
          </p:cNvSpPr>
          <p:nvPr/>
        </p:nvSpPr>
        <p:spPr>
          <a:xfrm xmlns:a="http://schemas.openxmlformats.org/drawingml/2006/main">
            <a:off x="7058025" y="4324350"/>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Configure Razorpay credentials and linked accounts.</a:t>
            </a:r>
          </a:p>
        </p:txBody>
      </p:sp>
      <p:sp>
        <p:nvSpPr>
          <p:cNvPr id="29" name="">
            <a:extLst xmlns:a="http://schemas.openxmlformats.org/drawingml/2006/main">
              <a:ext uri="{FF2B5EF4-FFF2-40B4-BE49-F238E27FC236}">
                <a16:creationId xmlns:a16="http://schemas.microsoft.com/office/drawing/2014/main" id="{44DEE72A-DEFB-46FD-B266-C50E5942A9AB}"/>
              </a:ext>
            </a:extLst>
          </p:cNvPr>
          <p:cNvSpPr>
            <a:spLocks xmlns:a="http://schemas.openxmlformats.org/drawingml/2006/main" noGrp="1"/>
          </p:cNvSpPr>
          <p:nvPr/>
        </p:nvSpPr>
        <p:spPr>
          <a:xfrm xmlns:a="http://schemas.openxmlformats.org/drawingml/2006/main">
            <a:off x="6524625" y="483870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6</a:t>
            </a:r>
          </a:p>
        </p:txBody>
      </p:sp>
      <p:sp>
        <p:nvSpPr>
          <p:cNvPr id="30" name="">
            <a:extLst xmlns:a="http://schemas.openxmlformats.org/drawingml/2006/main">
              <a:ext uri="{FF2B5EF4-FFF2-40B4-BE49-F238E27FC236}">
                <a16:creationId xmlns:a16="http://schemas.microsoft.com/office/drawing/2014/main" id="{59E3F416-E0DC-4D43-9CE1-B72EC922BC2F}"/>
              </a:ext>
            </a:extLst>
          </p:cNvPr>
          <p:cNvSpPr>
            <a:spLocks xmlns:a="http://schemas.openxmlformats.org/drawingml/2006/main" noGrp="1"/>
          </p:cNvSpPr>
          <p:nvPr/>
        </p:nvSpPr>
        <p:spPr>
          <a:xfrm xmlns:a="http://schemas.openxmlformats.org/drawingml/2006/main">
            <a:off x="7058025" y="483870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Production Readiness</a:t>
            </a:r>
          </a:p>
        </p:txBody>
      </p:sp>
      <p:sp>
        <p:nvSpPr>
          <p:cNvPr id="31" name="">
            <a:extLst xmlns:a="http://schemas.openxmlformats.org/drawingml/2006/main">
              <a:ext uri="{FF2B5EF4-FFF2-40B4-BE49-F238E27FC236}">
                <a16:creationId xmlns:a16="http://schemas.microsoft.com/office/drawing/2014/main" id="{102935AF-82A6-4380-B3B2-3208E6F51449}"/>
              </a:ext>
            </a:extLst>
          </p:cNvPr>
          <p:cNvSpPr>
            <a:spLocks xmlns:a="http://schemas.openxmlformats.org/drawingml/2006/main" noGrp="1"/>
          </p:cNvSpPr>
          <p:nvPr/>
        </p:nvSpPr>
        <p:spPr>
          <a:xfrm xmlns:a="http://schemas.openxmlformats.org/drawingml/2006/main">
            <a:off x="7058025" y="521017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Local functionality does not prove launch readiness.</a:t>
            </a:r>
          </a:p>
        </p:txBody>
      </p:sp>
      <p:sp>
        <p:nvSpPr>
          <p:cNvPr id="32" name="">
            <a:extLst xmlns:a="http://schemas.openxmlformats.org/drawingml/2006/main">
              <a:ext uri="{FF2B5EF4-FFF2-40B4-BE49-F238E27FC236}">
                <a16:creationId xmlns:a16="http://schemas.microsoft.com/office/drawing/2014/main" id="{C8487903-CF73-412B-BB2A-13B2E7EEDCB9}"/>
              </a:ext>
            </a:extLst>
          </p:cNvPr>
          <p:cNvSpPr>
            <a:spLocks xmlns:a="http://schemas.openxmlformats.org/drawingml/2006/main" noGrp="1"/>
          </p:cNvSpPr>
          <p:nvPr/>
        </p:nvSpPr>
        <p:spPr>
          <a:xfrm xmlns:a="http://schemas.openxmlformats.org/drawingml/2006/main">
            <a:off x="7058025" y="566737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Hosting, email, monitoring and live acceptance testing remain.</a:t>
            </a:r>
          </a:p>
        </p:txBody>
      </p:sp>
    </p:spTree>
    <p:extLst>
      <p:ext uri="{BB962C8B-B14F-4D97-AF65-F5344CB8AC3E}">
        <p14:creationId xmlns:p14="http://schemas.microsoft.com/office/powerpoint/2010/main" val="20562812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321EFE3B-41DF-41C7-807C-8E62A5487771}"/>
              </a:ext>
            </a:extLst>
          </p:cNvPr>
          <p:cNvPicPr>
            <a:picLocks xmlns:a="http://schemas.openxmlformats.org/drawingml/2006/main" noChangeAspect="1"/>
          </p:cNvPicPr>
          <p:nvPr/>
        </p:nvPicPr>
        <p:blipFill>
          <a:blip xmlns:r="http://schemas.openxmlformats.org/officeDocument/2006/relationships" xmlns:a="http://schemas.openxmlformats.org/drawingml/2006/main" r:embed="Rdc72af097f2f4eaa"/>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C29C0C-02D8-40FA-B3DD-C2B3CCC6B75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74A1D4BB-8D74-4ED5-B482-7272DA1B00F0}"/>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Conclusion &amp; Future Enhancements</a:t>
            </a:r>
          </a:p>
        </p:txBody>
      </p:sp>
      <p:sp>
        <p:nvSpPr>
          <p:cNvPr id="4" name="">
            <a:extLst xmlns:a="http://schemas.openxmlformats.org/drawingml/2006/main">
              <a:ext uri="{FF2B5EF4-FFF2-40B4-BE49-F238E27FC236}">
                <a16:creationId xmlns:a16="http://schemas.microsoft.com/office/drawing/2014/main" id="{5BF4D9D3-A16A-4AB2-92CF-AB7ADB7951C8}"/>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59394EA1-56D8-4925-9264-8622593B8615}"/>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7A012695-59AF-4410-859B-6BDFE4C675BE}"/>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12</a:t>
            </a:r>
          </a:p>
        </p:txBody>
      </p:sp>
      <p:sp>
        <p:nvSpPr>
          <p:cNvPr id="7" name="">
            <a:extLst xmlns:a="http://schemas.openxmlformats.org/drawingml/2006/main">
              <a:ext uri="{FF2B5EF4-FFF2-40B4-BE49-F238E27FC236}">
                <a16:creationId xmlns:a16="http://schemas.microsoft.com/office/drawing/2014/main" id="{29AD6714-EAA9-4747-8472-B024CAA17D3C}"/>
              </a:ext>
            </a:extLst>
          </p:cNvPr>
          <p:cNvSpPr>
            <a:spLocks xmlns:a="http://schemas.openxmlformats.org/drawingml/2006/main" noGrp="1"/>
          </p:cNvSpPr>
          <p:nvPr/>
        </p:nvSpPr>
        <p:spPr>
          <a:xfrm xmlns:a="http://schemas.openxmlformats.org/drawingml/2006/main">
            <a:off x="571500" y="15335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57FF"/>
                </a:solidFill>
              </a:defRPr>
            </a:defPPr>
          </a:lstStyle>
          <a:p xmlns:a="http://schemas.openxmlformats.org/drawingml/2006/main">
            <a:pPr>
              <a:defRPr sz="2100" b="1">
                <a:solidFill>
                  <a:srgbClr val="1557FF"/>
                </a:solidFill>
              </a:defRPr>
            </a:pPr>
            <a:r>
              <a:rPr sz="2100" b="1">
                <a:solidFill>
                  <a:srgbClr val="1557FF"/>
                </a:solidFill>
              </a:rPr>
              <a:t>Conclusion</a:t>
            </a:r>
          </a:p>
        </p:txBody>
      </p:sp>
      <p:sp>
        <p:nvSpPr>
          <p:cNvPr id="8" name="">
            <a:extLst xmlns:a="http://schemas.openxmlformats.org/drawingml/2006/main">
              <a:ext uri="{FF2B5EF4-FFF2-40B4-BE49-F238E27FC236}">
                <a16:creationId xmlns:a16="http://schemas.microsoft.com/office/drawing/2014/main" id="{AB678A81-D4CF-41E0-96A4-9B2B9572468C}"/>
              </a:ext>
            </a:extLst>
          </p:cNvPr>
          <p:cNvSpPr>
            <a:spLocks xmlns:a="http://schemas.openxmlformats.org/drawingml/2006/main" noGrp="1"/>
          </p:cNvSpPr>
          <p:nvPr/>
        </p:nvSpPr>
        <p:spPr>
          <a:xfrm xmlns:a="http://schemas.openxmlformats.org/drawingml/2006/main">
            <a:off x="571500" y="2066925"/>
            <a:ext cx="4667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191D"/>
                </a:solidFill>
              </a:defRPr>
            </a:defPPr>
          </a:lstStyle>
          <a:p xmlns:a="http://schemas.openxmlformats.org/drawingml/2006/main">
            <a:pPr>
              <a:defRPr sz="2100" b="0">
                <a:solidFill>
                  <a:srgbClr val="15191D"/>
                </a:solidFill>
              </a:defRPr>
            </a:pPr>
            <a:r>
              <a:rPr sz="2100" b="0">
                <a:solidFill>
                  <a:srgbClr val="15191D"/>
                </a:solidFill>
              </a:rPr>
              <a:t>Nearby brings exact-pincode service discovery, booking and provider management into one role-based web platform. The code includes payments, chat and dispute workflows. Production launch requires external service configuration and live validation.</a:t>
            </a:r>
          </a:p>
        </p:txBody>
      </p:sp>
      <p:sp>
        <p:nvSpPr>
          <p:cNvPr id="9" name="">
            <a:extLst xmlns:a="http://schemas.openxmlformats.org/drawingml/2006/main">
              <a:ext uri="{FF2B5EF4-FFF2-40B4-BE49-F238E27FC236}">
                <a16:creationId xmlns:a16="http://schemas.microsoft.com/office/drawing/2014/main" id="{138D169F-83C5-4F19-84E7-2973B0978E88}"/>
              </a:ext>
            </a:extLst>
          </p:cNvPr>
          <p:cNvSpPr>
            <a:spLocks xmlns:a="http://schemas.openxmlformats.org/drawingml/2006/main" noGrp="1"/>
          </p:cNvSpPr>
          <p:nvPr/>
        </p:nvSpPr>
        <p:spPr>
          <a:xfrm xmlns:a="http://schemas.openxmlformats.org/drawingml/2006/main">
            <a:off x="5772150" y="1533525"/>
            <a:ext cx="5848350" cy="4276725"/>
          </a:xfrm>
          <a:prstGeom xmlns:a="http://schemas.openxmlformats.org/drawingml/2006/main" prst="rect">
            <a:avLst/>
          </a:prstGeom>
          <a:solidFill xmlns:a="http://schemas.openxmlformats.org/drawingml/2006/main">
            <a:srgbClr val="FFF7CD"/>
          </a:solidFill>
          <a:ln xmlns:a="http://schemas.openxmlformats.org/drawingml/2006/main" w="9525">
            <a:solidFill>
              <a:srgbClr val="FFF7CD"/>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AC63F470-33CC-4AA5-A14D-5617B2168F6A}"/>
              </a:ext>
            </a:extLst>
          </p:cNvPr>
          <p:cNvSpPr>
            <a:spLocks xmlns:a="http://schemas.openxmlformats.org/drawingml/2006/main" noGrp="1"/>
          </p:cNvSpPr>
          <p:nvPr/>
        </p:nvSpPr>
        <p:spPr>
          <a:xfrm xmlns:a="http://schemas.openxmlformats.org/drawingml/2006/main">
            <a:off x="6019800" y="17526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Future Enhancements</a:t>
            </a:r>
          </a:p>
        </p:txBody>
      </p:sp>
      <p:sp>
        <p:nvSpPr>
          <p:cNvPr id="11" name="">
            <a:extLst xmlns:a="http://schemas.openxmlformats.org/drawingml/2006/main">
              <a:ext uri="{FF2B5EF4-FFF2-40B4-BE49-F238E27FC236}">
                <a16:creationId xmlns:a16="http://schemas.microsoft.com/office/drawing/2014/main" id="{BA08C01B-1844-43B5-A8EF-748B16F45A3B}"/>
              </a:ext>
            </a:extLst>
          </p:cNvPr>
          <p:cNvSpPr>
            <a:spLocks xmlns:a="http://schemas.openxmlformats.org/drawingml/2006/main" noGrp="1"/>
          </p:cNvSpPr>
          <p:nvPr/>
        </p:nvSpPr>
        <p:spPr>
          <a:xfrm xmlns:a="http://schemas.openxmlformats.org/drawingml/2006/main">
            <a:off x="6238875" y="2466975"/>
            <a:ext cx="0" cy="2790825"/>
          </a:xfrm>
          <a:prstGeom xmlns:a="http://schemas.openxmlformats.org/drawingml/2006/main" prst="line">
            <a:avLst/>
          </a:prstGeom>
          <a:ln xmlns:a="http://schemas.openxmlformats.org/drawingml/2006/main" w="19050">
            <a:solidFill>
              <a:srgbClr val="1557FF"/>
            </a:solidFill>
          </a:ln>
        </p:spPr>
      </p:sp>
      <p:sp>
        <p:nvSpPr>
          <p:cNvPr id="12" name="">
            <a:extLst xmlns:a="http://schemas.openxmlformats.org/drawingml/2006/main">
              <a:ext uri="{FF2B5EF4-FFF2-40B4-BE49-F238E27FC236}">
                <a16:creationId xmlns:a16="http://schemas.microsoft.com/office/drawing/2014/main" id="{1867AE38-E8A0-42ED-BBCF-26556FB15B9F}"/>
              </a:ext>
            </a:extLst>
          </p:cNvPr>
          <p:cNvSpPr>
            <a:spLocks xmlns:a="http://schemas.openxmlformats.org/drawingml/2006/main" noGrp="1"/>
          </p:cNvSpPr>
          <p:nvPr/>
        </p:nvSpPr>
        <p:spPr>
          <a:xfrm xmlns:a="http://schemas.openxmlformats.org/drawingml/2006/main">
            <a:off x="6019800" y="24003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1</a:t>
            </a:r>
          </a:p>
        </p:txBody>
      </p:sp>
      <p:sp>
        <p:nvSpPr>
          <p:cNvPr id="13" name="">
            <a:extLst xmlns:a="http://schemas.openxmlformats.org/drawingml/2006/main">
              <a:ext uri="{FF2B5EF4-FFF2-40B4-BE49-F238E27FC236}">
                <a16:creationId xmlns:a16="http://schemas.microsoft.com/office/drawing/2014/main" id="{AFDAE884-C618-42E4-B537-8349DE52C84C}"/>
              </a:ext>
            </a:extLst>
          </p:cNvPr>
          <p:cNvSpPr>
            <a:spLocks xmlns:a="http://schemas.openxmlformats.org/drawingml/2006/main" noGrp="1"/>
          </p:cNvSpPr>
          <p:nvPr/>
        </p:nvSpPr>
        <p:spPr>
          <a:xfrm xmlns:a="http://schemas.openxmlformats.org/drawingml/2006/main">
            <a:off x="6667500" y="24003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Mobile Access</a:t>
            </a:r>
          </a:p>
        </p:txBody>
      </p:sp>
      <p:sp>
        <p:nvSpPr>
          <p:cNvPr id="14" name="">
            <a:extLst xmlns:a="http://schemas.openxmlformats.org/drawingml/2006/main">
              <a:ext uri="{FF2B5EF4-FFF2-40B4-BE49-F238E27FC236}">
                <a16:creationId xmlns:a16="http://schemas.microsoft.com/office/drawing/2014/main" id="{CB5794DD-186D-42A9-BBEF-8543CD95F0E2}"/>
              </a:ext>
            </a:extLst>
          </p:cNvPr>
          <p:cNvSpPr>
            <a:spLocks xmlns:a="http://schemas.openxmlformats.org/drawingml/2006/main" noGrp="1"/>
          </p:cNvSpPr>
          <p:nvPr/>
        </p:nvSpPr>
        <p:spPr>
          <a:xfrm xmlns:a="http://schemas.openxmlformats.org/drawingml/2006/main">
            <a:off x="6667500" y="27241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 dedicated mobile app for customers and providers</a:t>
            </a:r>
          </a:p>
        </p:txBody>
      </p:sp>
      <p:sp>
        <p:nvSpPr>
          <p:cNvPr id="15" name="">
            <a:extLst xmlns:a="http://schemas.openxmlformats.org/drawingml/2006/main">
              <a:ext uri="{FF2B5EF4-FFF2-40B4-BE49-F238E27FC236}">
                <a16:creationId xmlns:a16="http://schemas.microsoft.com/office/drawing/2014/main" id="{CDC475ED-475F-4E40-8F0E-2E7D0F4F1A7A}"/>
              </a:ext>
            </a:extLst>
          </p:cNvPr>
          <p:cNvSpPr>
            <a:spLocks xmlns:a="http://schemas.openxmlformats.org/drawingml/2006/main" noGrp="1"/>
          </p:cNvSpPr>
          <p:nvPr/>
        </p:nvSpPr>
        <p:spPr>
          <a:xfrm xmlns:a="http://schemas.openxmlformats.org/drawingml/2006/main">
            <a:off x="6019800" y="32004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2</a:t>
            </a:r>
          </a:p>
        </p:txBody>
      </p:sp>
      <p:sp>
        <p:nvSpPr>
          <p:cNvPr id="16" name="">
            <a:extLst xmlns:a="http://schemas.openxmlformats.org/drawingml/2006/main">
              <a:ext uri="{FF2B5EF4-FFF2-40B4-BE49-F238E27FC236}">
                <a16:creationId xmlns:a16="http://schemas.microsoft.com/office/drawing/2014/main" id="{446D0409-5D0F-48CC-A2F3-2E4413561277}"/>
              </a:ext>
            </a:extLst>
          </p:cNvPr>
          <p:cNvSpPr>
            <a:spLocks xmlns:a="http://schemas.openxmlformats.org/drawingml/2006/main" noGrp="1"/>
          </p:cNvSpPr>
          <p:nvPr/>
        </p:nvSpPr>
        <p:spPr>
          <a:xfrm xmlns:a="http://schemas.openxmlformats.org/drawingml/2006/main">
            <a:off x="6667500" y="32004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Notifications</a:t>
            </a:r>
          </a:p>
        </p:txBody>
      </p:sp>
      <p:sp>
        <p:nvSpPr>
          <p:cNvPr id="17" name="">
            <a:extLst xmlns:a="http://schemas.openxmlformats.org/drawingml/2006/main">
              <a:ext uri="{FF2B5EF4-FFF2-40B4-BE49-F238E27FC236}">
                <a16:creationId xmlns:a16="http://schemas.microsoft.com/office/drawing/2014/main" id="{AF937109-162D-42D4-8D17-04AED76C0CC7}"/>
              </a:ext>
            </a:extLst>
          </p:cNvPr>
          <p:cNvSpPr>
            <a:spLocks xmlns:a="http://schemas.openxmlformats.org/drawingml/2006/main" noGrp="1"/>
          </p:cNvSpPr>
          <p:nvPr/>
        </p:nvSpPr>
        <p:spPr>
          <a:xfrm xmlns:a="http://schemas.openxmlformats.org/drawingml/2006/main">
            <a:off x="6667500" y="35242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Push notifications for booking and payment updates</a:t>
            </a:r>
          </a:p>
        </p:txBody>
      </p:sp>
      <p:sp>
        <p:nvSpPr>
          <p:cNvPr id="18" name="">
            <a:extLst xmlns:a="http://schemas.openxmlformats.org/drawingml/2006/main">
              <a:ext uri="{FF2B5EF4-FFF2-40B4-BE49-F238E27FC236}">
                <a16:creationId xmlns:a16="http://schemas.microsoft.com/office/drawing/2014/main" id="{9B752D1D-BD02-4BE7-A99A-4BB6C8806C02}"/>
              </a:ext>
            </a:extLst>
          </p:cNvPr>
          <p:cNvSpPr>
            <a:spLocks xmlns:a="http://schemas.openxmlformats.org/drawingml/2006/main" noGrp="1"/>
          </p:cNvSpPr>
          <p:nvPr/>
        </p:nvSpPr>
        <p:spPr>
          <a:xfrm xmlns:a="http://schemas.openxmlformats.org/drawingml/2006/main">
            <a:off x="6019800" y="40005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3</a:t>
            </a:r>
          </a:p>
        </p:txBody>
      </p:sp>
      <p:sp>
        <p:nvSpPr>
          <p:cNvPr id="19" name="">
            <a:extLst xmlns:a="http://schemas.openxmlformats.org/drawingml/2006/main">
              <a:ext uri="{FF2B5EF4-FFF2-40B4-BE49-F238E27FC236}">
                <a16:creationId xmlns:a16="http://schemas.microsoft.com/office/drawing/2014/main" id="{65B544E3-394E-4F84-96C4-C167A4083F20}"/>
              </a:ext>
            </a:extLst>
          </p:cNvPr>
          <p:cNvSpPr>
            <a:spLocks xmlns:a="http://schemas.openxmlformats.org/drawingml/2006/main" noGrp="1"/>
          </p:cNvSpPr>
          <p:nvPr/>
        </p:nvSpPr>
        <p:spPr>
          <a:xfrm xmlns:a="http://schemas.openxmlformats.org/drawingml/2006/main">
            <a:off x="6667500" y="40005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Recommendations</a:t>
            </a:r>
          </a:p>
        </p:txBody>
      </p:sp>
      <p:sp>
        <p:nvSpPr>
          <p:cNvPr id="20" name="">
            <a:extLst xmlns:a="http://schemas.openxmlformats.org/drawingml/2006/main">
              <a:ext uri="{FF2B5EF4-FFF2-40B4-BE49-F238E27FC236}">
                <a16:creationId xmlns:a16="http://schemas.microsoft.com/office/drawing/2014/main" id="{4BCAE26D-6C2C-4F26-BA04-475024AB09FF}"/>
              </a:ext>
            </a:extLst>
          </p:cNvPr>
          <p:cNvSpPr>
            <a:spLocks xmlns:a="http://schemas.openxmlformats.org/drawingml/2006/main" noGrp="1"/>
          </p:cNvSpPr>
          <p:nvPr/>
        </p:nvSpPr>
        <p:spPr>
          <a:xfrm xmlns:a="http://schemas.openxmlformats.org/drawingml/2006/main">
            <a:off x="6667500" y="43243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Personalized service suggestions based on user needs</a:t>
            </a:r>
          </a:p>
        </p:txBody>
      </p:sp>
      <p:sp>
        <p:nvSpPr>
          <p:cNvPr id="21" name="">
            <a:extLst xmlns:a="http://schemas.openxmlformats.org/drawingml/2006/main">
              <a:ext uri="{FF2B5EF4-FFF2-40B4-BE49-F238E27FC236}">
                <a16:creationId xmlns:a16="http://schemas.microsoft.com/office/drawing/2014/main" id="{583F8E5A-E557-49CB-9DDF-0433FED80729}"/>
              </a:ext>
            </a:extLst>
          </p:cNvPr>
          <p:cNvSpPr>
            <a:spLocks xmlns:a="http://schemas.openxmlformats.org/drawingml/2006/main" noGrp="1"/>
          </p:cNvSpPr>
          <p:nvPr/>
        </p:nvSpPr>
        <p:spPr>
          <a:xfrm xmlns:a="http://schemas.openxmlformats.org/drawingml/2006/main">
            <a:off x="6019800" y="48006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4</a:t>
            </a:r>
          </a:p>
        </p:txBody>
      </p:sp>
      <p:sp>
        <p:nvSpPr>
          <p:cNvPr id="22" name="">
            <a:extLst xmlns:a="http://schemas.openxmlformats.org/drawingml/2006/main">
              <a:ext uri="{FF2B5EF4-FFF2-40B4-BE49-F238E27FC236}">
                <a16:creationId xmlns:a16="http://schemas.microsoft.com/office/drawing/2014/main" id="{354B1767-B9A1-4486-A5D0-77C0767B8FC8}"/>
              </a:ext>
            </a:extLst>
          </p:cNvPr>
          <p:cNvSpPr>
            <a:spLocks xmlns:a="http://schemas.openxmlformats.org/drawingml/2006/main" noGrp="1"/>
          </p:cNvSpPr>
          <p:nvPr/>
        </p:nvSpPr>
        <p:spPr>
          <a:xfrm xmlns:a="http://schemas.openxmlformats.org/drawingml/2006/main">
            <a:off x="6667500" y="48006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Analytics</a:t>
            </a:r>
          </a:p>
        </p:txBody>
      </p:sp>
      <p:sp>
        <p:nvSpPr>
          <p:cNvPr id="23" name="">
            <a:extLst xmlns:a="http://schemas.openxmlformats.org/drawingml/2006/main">
              <a:ext uri="{FF2B5EF4-FFF2-40B4-BE49-F238E27FC236}">
                <a16:creationId xmlns:a16="http://schemas.microsoft.com/office/drawing/2014/main" id="{3EA20C61-386C-4F1F-B65B-322EFC48559F}"/>
              </a:ext>
            </a:extLst>
          </p:cNvPr>
          <p:cNvSpPr>
            <a:spLocks xmlns:a="http://schemas.openxmlformats.org/drawingml/2006/main" noGrp="1"/>
          </p:cNvSpPr>
          <p:nvPr/>
        </p:nvSpPr>
        <p:spPr>
          <a:xfrm xmlns:a="http://schemas.openxmlformats.org/drawingml/2006/main">
            <a:off x="6667500" y="51244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Expanded provider and marketplace performance reports</a:t>
            </a:r>
          </a:p>
        </p:txBody>
      </p:sp>
      <p:sp>
        <p:nvSpPr>
          <p:cNvPr id="24" name="">
            <a:extLst xmlns:a="http://schemas.openxmlformats.org/drawingml/2006/main">
              <a:ext uri="{FF2B5EF4-FFF2-40B4-BE49-F238E27FC236}">
                <a16:creationId xmlns:a16="http://schemas.microsoft.com/office/drawing/2014/main" id="{4D8FD2BA-C065-47F6-9790-ADA87990D133}"/>
              </a:ext>
            </a:extLst>
          </p:cNvPr>
          <p:cNvSpPr>
            <a:spLocks xmlns:a="http://schemas.openxmlformats.org/drawingml/2006/main" noGrp="1"/>
          </p:cNvSpPr>
          <p:nvPr/>
        </p:nvSpPr>
        <p:spPr>
          <a:xfrm xmlns:a="http://schemas.openxmlformats.org/drawingml/2006/main">
            <a:off x="571500" y="576262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5191D"/>
                </a:solidFill>
              </a:defRPr>
            </a:defPPr>
          </a:lstStyle>
          <a:p xmlns:a="http://schemas.openxmlformats.org/drawingml/2006/main">
            <a:pPr>
              <a:defRPr sz="3450" b="1">
                <a:solidFill>
                  <a:srgbClr val="15191D"/>
                </a:solidFill>
              </a:defRPr>
            </a:pPr>
            <a:r>
              <a:rPr sz="3450" b="1">
                <a:solidFill>
                  <a:srgbClr val="15191D"/>
                </a:solidFill>
              </a:rPr>
              <a:t>Thank You</a:t>
            </a:r>
          </a:p>
        </p:txBody>
      </p:sp>
      <p:sp>
        <p:nvSpPr>
          <p:cNvPr id="25" name="">
            <a:extLst xmlns:a="http://schemas.openxmlformats.org/drawingml/2006/main">
              <a:ext uri="{FF2B5EF4-FFF2-40B4-BE49-F238E27FC236}">
                <a16:creationId xmlns:a16="http://schemas.microsoft.com/office/drawing/2014/main" id="{92153C31-1AD2-4043-BD24-ACC0E581FD63}"/>
              </a:ext>
            </a:extLst>
          </p:cNvPr>
          <p:cNvSpPr>
            <a:spLocks xmlns:a="http://schemas.openxmlformats.org/drawingml/2006/main" noGrp="1"/>
          </p:cNvSpPr>
          <p:nvPr/>
        </p:nvSpPr>
        <p:spPr>
          <a:xfrm xmlns:a="http://schemas.openxmlformats.org/drawingml/2006/main">
            <a:off x="6019800" y="5953125"/>
            <a:ext cx="542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Proposed directions, not a committed delivery schedule</a:t>
            </a:r>
          </a:p>
        </p:txBody>
      </p:sp>
    </p:spTree>
    <p:extLst>
      <p:ext uri="{BB962C8B-B14F-4D97-AF65-F5344CB8AC3E}">
        <p14:creationId xmlns:p14="http://schemas.microsoft.com/office/powerpoint/2010/main" val="18895560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2026-10-14T23:29:16.4310000Z</dcterms:created>
  <dcterms:modified xsi:type="dcterms:W3CDTF">2026-10-14T23:29:16.4310000Z</dcterms:modified>
</coreProperties>
</file>
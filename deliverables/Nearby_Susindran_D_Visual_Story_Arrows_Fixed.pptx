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0bf699b2cfb4d33" /><Relationship Type="http://schemas.openxmlformats.org/officeDocument/2006/relationships/extended-properties" Target="/docProps/app.xml" Id="R30f01716ed124aca" /><Relationship Type="http://schemas.openxmlformats.org/officeDocument/2006/relationships/officeDocument" Target="/ppt/presentation.xml" Id="R1c0d973c42454c6b" /></Relationships>
</file>

<file path=ppt/presentation.xml><?xml version="1.0" encoding="utf-8"?>
<p:presentation xmlns:p="http://schemas.openxmlformats.org/presentationml/2006/main">
  <p:sldMasterIdLst>
    <p:sldMasterId xmlns:r="http://schemas.openxmlformats.org/officeDocument/2006/relationships" id="2147483648" r:id="Rea96a7402e154887"/>
  </p:sldMasterIdLst>
  <p:notesMasterIdLst>
    <p:notesMasterId xmlns:r="http://schemas.openxmlformats.org/officeDocument/2006/relationships" r:id="R41511f1d123f4218"/>
  </p:notesMasterIdLst>
  <p:sldIdLst>
    <p:sldId xmlns:r="http://schemas.openxmlformats.org/officeDocument/2006/relationships" id="256" r:id="R64ac01edd7924ff8"/>
    <p:sldId xmlns:r="http://schemas.openxmlformats.org/officeDocument/2006/relationships" id="257" r:id="R9d52f44fc0114be2"/>
    <p:sldId xmlns:r="http://schemas.openxmlformats.org/officeDocument/2006/relationships" id="258" r:id="Rc0d513fe27bd4305"/>
    <p:sldId xmlns:r="http://schemas.openxmlformats.org/officeDocument/2006/relationships" id="259" r:id="Re0165ef5114742c9"/>
    <p:sldId xmlns:r="http://schemas.openxmlformats.org/officeDocument/2006/relationships" id="260" r:id="R48029f60cbff43cc"/>
    <p:sldId xmlns:r="http://schemas.openxmlformats.org/officeDocument/2006/relationships" id="261" r:id="Ra43e2d926f00448f"/>
    <p:sldId xmlns:r="http://schemas.openxmlformats.org/officeDocument/2006/relationships" id="262" r:id="R8d9317e8f9bc456f"/>
    <p:sldId xmlns:r="http://schemas.openxmlformats.org/officeDocument/2006/relationships" id="263" r:id="R68cccde83d1b4c10"/>
    <p:sldId xmlns:r="http://schemas.openxmlformats.org/officeDocument/2006/relationships" id="264" r:id="Rec0e510d49154300"/>
    <p:sldId xmlns:r="http://schemas.openxmlformats.org/officeDocument/2006/relationships" id="265" r:id="R665f5ab02e6e45b0"/>
    <p:sldId xmlns:r="http://schemas.openxmlformats.org/officeDocument/2006/relationships" id="266" r:id="Reee8aceb3c844fd4"/>
    <p:sldId xmlns:r="http://schemas.openxmlformats.org/officeDocument/2006/relationships" id="267" r:id="Reaa0626086cc4a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b7932a64df4e9a" /><Relationship Type="http://schemas.openxmlformats.org/officeDocument/2006/relationships/slideMaster" Target="/ppt/slideMasters/slideMaster1.xml" Id="Rea96a7402e154887" /><Relationship Type="http://schemas.openxmlformats.org/officeDocument/2006/relationships/notesMaster" Target="/ppt/notesMasters/notesMaster1.xml" Id="R41511f1d123f4218" /><Relationship Type="http://schemas.openxmlformats.org/officeDocument/2006/relationships/presProps" Target="/ppt/presProps.xml" Id="R372e60f50ddd4d03" /><Relationship Type="http://schemas.openxmlformats.org/officeDocument/2006/relationships/tableStyles" Target="/ppt/tableStyles.xml" Id="R6274b2e1f9cd4a64" /><Relationship Type="http://schemas.openxmlformats.org/officeDocument/2006/relationships/slide" Target="/ppt/slides/slide1.xml" Id="R64ac01edd7924ff8" /><Relationship Type="http://schemas.openxmlformats.org/officeDocument/2006/relationships/slide" Target="/ppt/slides/slide2.xml" Id="R9d52f44fc0114be2" /><Relationship Type="http://schemas.openxmlformats.org/officeDocument/2006/relationships/slide" Target="/ppt/slides/slide3.xml" Id="Rc0d513fe27bd4305" /><Relationship Type="http://schemas.openxmlformats.org/officeDocument/2006/relationships/slide" Target="/ppt/slides/slide4.xml" Id="Re0165ef5114742c9" /><Relationship Type="http://schemas.openxmlformats.org/officeDocument/2006/relationships/slide" Target="/ppt/slides/slide5.xml" Id="R48029f60cbff43cc" /><Relationship Type="http://schemas.openxmlformats.org/officeDocument/2006/relationships/slide" Target="/ppt/slides/slide6.xml" Id="Ra43e2d926f00448f" /><Relationship Type="http://schemas.openxmlformats.org/officeDocument/2006/relationships/slide" Target="/ppt/slides/slide7.xml" Id="R8d9317e8f9bc456f" /><Relationship Type="http://schemas.openxmlformats.org/officeDocument/2006/relationships/slide" Target="/ppt/slides/slide8.xml" Id="R68cccde83d1b4c10" /><Relationship Type="http://schemas.openxmlformats.org/officeDocument/2006/relationships/slide" Target="/ppt/slides/slide9.xml" Id="Rec0e510d49154300" /><Relationship Type="http://schemas.openxmlformats.org/officeDocument/2006/relationships/slide" Target="/ppt/slides/slide10.xml" Id="R665f5ab02e6e45b0" /><Relationship Type="http://schemas.openxmlformats.org/officeDocument/2006/relationships/slide" Target="/ppt/slides/slide11.xml" Id="Reee8aceb3c844fd4" /><Relationship Type="http://schemas.openxmlformats.org/officeDocument/2006/relationships/slide" Target="/ppt/slides/slide12.xml" Id="Reaa0626086cc4a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0d28fe6bdd49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d304a058c14a33" /><Relationship Type="http://schemas.openxmlformats.org/officeDocument/2006/relationships/notesMaster" Target="/ppt/notesMasters/notesMaster1.xml" Id="R29c3d55bbfa044ca" /></Relationships>
</file>

<file path=ppt/notesSlides/_rels/notesSlide2.xml.rels>&#65279;<?xml version="1.0" encoding="utf-8"?><Relationships xmlns="http://schemas.openxmlformats.org/package/2006/relationships"><Relationship Type="http://schemas.openxmlformats.org/officeDocument/2006/relationships/slide" Target="/ppt/slides/slide2.xml" Id="Ra81ca942170e48bf" /><Relationship Type="http://schemas.openxmlformats.org/officeDocument/2006/relationships/notesMaster" Target="/ppt/notesMasters/notesMaster1.xml" Id="R3deb201ded4142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a6f9a8894a4b94" /><Relationship Type="http://schemas.openxmlformats.org/officeDocument/2006/relationships/notesMaster" Target="/ppt/notesMasters/notesMaster1.xml" Id="Rba9d6c11982e4d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7456d885f041a3" /><Relationship Type="http://schemas.openxmlformats.org/officeDocument/2006/relationships/notesMaster" Target="/ppt/notesMasters/notesMaster1.xml" Id="Rf9e8e3fffb0f4a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269086f3b74948" /><Relationship Type="http://schemas.openxmlformats.org/officeDocument/2006/relationships/notesMaster" Target="/ppt/notesMasters/notesMaster1.xml" Id="R573249d660da4c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722112de1ef54fde" /><Relationship Type="http://schemas.openxmlformats.org/officeDocument/2006/relationships/notesMaster" Target="/ppt/notesMasters/notesMaster1.xml" Id="R473096287b9641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5eef214b7cd74655" /><Relationship Type="http://schemas.openxmlformats.org/officeDocument/2006/relationships/notesMaster" Target="/ppt/notesMasters/notesMaster1.xml" Id="R5aa3f17c12184e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d9bef5d39bae4bb2" /><Relationship Type="http://schemas.openxmlformats.org/officeDocument/2006/relationships/notesMaster" Target="/ppt/notesMasters/notesMaster1.xml" Id="R3bc151105d4d46a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47bbfb964f44f4a" /><Relationship Type="http://schemas.openxmlformats.org/officeDocument/2006/relationships/notesMaster" Target="/ppt/notesMasters/notesMaster1.xml" Id="Rffa9729dc3dc4b0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b3ea143690b4f3d" /><Relationship Type="http://schemas.openxmlformats.org/officeDocument/2006/relationships/notesMaster" Target="/ppt/notesMasters/notesMaster1.xml" Id="R91ad765fc1a24e1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fcfd0d6fed34836" /><Relationship Type="http://schemas.openxmlformats.org/officeDocument/2006/relationships/notesMaster" Target="/ppt/notesMasters/notesMaster1.xml" Id="R5323840d89c744d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5220e22bc1e489b" /><Relationship Type="http://schemas.openxmlformats.org/officeDocument/2006/relationships/notesMaster" Target="/ppt/notesMasters/notesMaster1.xml" Id="R60e4f806c73c42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2c048dfdc5404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d5cb00f435c47f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5df28b5a5e243e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9ea3351881244b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932fa4dd942466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121cce58c4a46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C47DF6-DA36-4993-9871-DAC65C20F8E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6F4B246-E8E0-4E93-85D8-B0BCC284B76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3D403CE-F937-4BEB-986F-0DFB3076A2D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3D4031-18AC-4239-B65E-C34B6F7352C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DCC7B7E-2CC3-49A2-91B8-FAFE4D91D78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F75EEAB-324F-4BCB-ACCF-4A8BBE0871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80D0AA6-32EC-4256-92F5-4CD3E1817AA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3780589-4014-41B7-AFD9-32968A9CE5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3A358AA-97F6-42F3-814D-11C8E6F1184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20D8195-D3BD-4F79-A09D-DF369418EF0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2eb99f6b9d4bb1" /><Relationship Type="http://schemas.openxmlformats.org/officeDocument/2006/relationships/slideLayout" Target="/ppt/slideLayouts/slideLayout1.xml" Id="R092fa7690abd47c1" /><Relationship Type="http://schemas.openxmlformats.org/officeDocument/2006/relationships/slideLayout" Target="/ppt/slideLayouts/slideLayout2.xml" Id="R0ee542ffb8a84c8e" /><Relationship Type="http://schemas.openxmlformats.org/officeDocument/2006/relationships/slideLayout" Target="/ppt/slideLayouts/slideLayout3.xml" Id="Re02fd2fb9fce4334" /><Relationship Type="http://schemas.openxmlformats.org/officeDocument/2006/relationships/slideLayout" Target="/ppt/slideLayouts/slideLayout4.xml" Id="R12d299fbff6147f9" /><Relationship Type="http://schemas.openxmlformats.org/officeDocument/2006/relationships/slideLayout" Target="/ppt/slideLayouts/slideLayout5.xml" Id="R11a2c1a9ad8846cd" /><Relationship Type="http://schemas.openxmlformats.org/officeDocument/2006/relationships/slideLayout" Target="/ppt/slideLayouts/slideLayout6.xml" Id="R4af77911368144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2fa7690abd47c1"/>
    <p:sldLayoutId xmlns:r="http://schemas.openxmlformats.org/officeDocument/2006/relationships" id="2147483650" r:id="R0ee542ffb8a84c8e"/>
    <p:sldLayoutId xmlns:r="http://schemas.openxmlformats.org/officeDocument/2006/relationships" id="2147483651" r:id="Re02fd2fb9fce4334"/>
    <p:sldLayoutId xmlns:r="http://schemas.openxmlformats.org/officeDocument/2006/relationships" id="2147483652" r:id="R12d299fbff6147f9"/>
    <p:sldLayoutId xmlns:r="http://schemas.openxmlformats.org/officeDocument/2006/relationships" id="2147483653" r:id="R11a2c1a9ad8846cd"/>
    <p:sldLayoutId xmlns:r="http://schemas.openxmlformats.org/officeDocument/2006/relationships" id="2147483654" r:id="R4af77911368144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a2bb10276cf4d1e" /><Relationship Type="http://schemas.openxmlformats.org/officeDocument/2006/relationships/image" Target="/ppt/media/image.png" Id="R05852b6287914be4" /><Relationship Type="http://schemas.openxmlformats.org/officeDocument/2006/relationships/notesSlide" Target="/ppt/notesSlides/notesSlide1.xml" Id="R84e3cb3106e942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1529b4ffd31484b" /><Relationship Type="http://schemas.openxmlformats.org/officeDocument/2006/relationships/image" Target="/ppt/media/image2.png" Id="Rd3f17acd8b034e2f" /><Relationship Type="http://schemas.openxmlformats.org/officeDocument/2006/relationships/notesSlide" Target="/ppt/notesSlides/notesSlide2.xml" Id="Rbde9b0b5e03549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205a775cf174502" /><Relationship Type="http://schemas.openxmlformats.org/officeDocument/2006/relationships/image" Target="/ppt/media/image3.png" Id="Rfdccbf2adc6b4cfb" /><Relationship Type="http://schemas.openxmlformats.org/officeDocument/2006/relationships/notesSlide" Target="/ppt/notesSlides/notesSlide3.xml" Id="Re450b3bf800145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f5cf74922e74b9c" /><Relationship Type="http://schemas.openxmlformats.org/officeDocument/2006/relationships/image" Target="/ppt/media/image4.png" Id="Reb39acc1a3c34dc9" /><Relationship Type="http://schemas.openxmlformats.org/officeDocument/2006/relationships/notesSlide" Target="/ppt/notesSlides/notesSlide4.xml" Id="Ra6937c2f7c4a44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7340147bfcf430f" /><Relationship Type="http://schemas.openxmlformats.org/officeDocument/2006/relationships/image" Target="/ppt/media/image5.png" Id="Re13821438b844723" /><Relationship Type="http://schemas.openxmlformats.org/officeDocument/2006/relationships/notesSlide" Target="/ppt/notesSlides/notesSlide5.xml" Id="R09563a3d58b8483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74f7b41c6244eb5" /><Relationship Type="http://schemas.openxmlformats.org/officeDocument/2006/relationships/image" Target="/ppt/media/image6.png" Id="R74c388fe0d4f4443" /><Relationship Type="http://schemas.openxmlformats.org/officeDocument/2006/relationships/notesSlide" Target="/ppt/notesSlides/notesSlide6.xml" Id="R7cacbd6aa66c45d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0856acbb81f460f" /><Relationship Type="http://schemas.openxmlformats.org/officeDocument/2006/relationships/image" Target="/ppt/media/image7.png" Id="Rb2ff7ccc32934b8f" /><Relationship Type="http://schemas.openxmlformats.org/officeDocument/2006/relationships/notesSlide" Target="/ppt/notesSlides/notesSlide7.xml" Id="R8f70d9ccfb17411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399efcb71704cb9" /><Relationship Type="http://schemas.openxmlformats.org/officeDocument/2006/relationships/image" Target="/ppt/media/image8.png" Id="R4642d2c50ad54d3d" /><Relationship Type="http://schemas.openxmlformats.org/officeDocument/2006/relationships/image" Target="/ppt/media/image9.png" Id="Rbaee2bbd68fe49c7" /><Relationship Type="http://schemas.openxmlformats.org/officeDocument/2006/relationships/image" Target="/ppt/media/image.svg" Id="Refef5604bf0a403a" /><Relationship Type="http://schemas.openxmlformats.org/officeDocument/2006/relationships/image" Target="/ppt/media/image10.png" Id="R112292c6510343aa" /><Relationship Type="http://schemas.openxmlformats.org/officeDocument/2006/relationships/image" Target="/ppt/media/image2.svg" Id="Rf4085dc4fdb74663" /><Relationship Type="http://schemas.openxmlformats.org/officeDocument/2006/relationships/image" Target="/ppt/media/image11.png" Id="R28fad77c726b43b7" /><Relationship Type="http://schemas.openxmlformats.org/officeDocument/2006/relationships/image" Target="/ppt/media/image3.svg" Id="R17299db9f87c4f3b" /><Relationship Type="http://schemas.openxmlformats.org/officeDocument/2006/relationships/notesSlide" Target="/ppt/notesSlides/notesSlide8.xml" Id="R166e3d64d2de4ab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3ab016c5b9f4f85" /><Relationship Type="http://schemas.openxmlformats.org/officeDocument/2006/relationships/image" Target="/ppt/media/image12.png" Id="Refe1f534c7244d47" /><Relationship Type="http://schemas.openxmlformats.org/officeDocument/2006/relationships/notesSlide" Target="/ppt/notesSlides/notesSlide9.xml" Id="R7c12c8c08d4d461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944c1f956154bc1" /><Relationship Type="http://schemas.openxmlformats.org/officeDocument/2006/relationships/image" Target="/ppt/media/image13.png" Id="R5f7885cdd059446b" /><Relationship Type="http://schemas.openxmlformats.org/officeDocument/2006/relationships/notesSlide" Target="/ppt/notesSlides/notesSlide10.xml" Id="Rab1b8b78f7d84cf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95532f7811c4251" /><Relationship Type="http://schemas.openxmlformats.org/officeDocument/2006/relationships/image" Target="/ppt/media/image14.png" Id="R68a72e2f430a4029" /><Relationship Type="http://schemas.openxmlformats.org/officeDocument/2006/relationships/notesSlide" Target="/ppt/notesSlides/notesSlide11.xml" Id="Rd6e82e17147c42d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2abacad6205475f" /><Relationship Type="http://schemas.openxmlformats.org/officeDocument/2006/relationships/image" Target="/ppt/media/image15.png" Id="Rcd0a57e6d3b342c6" /><Relationship Type="http://schemas.openxmlformats.org/officeDocument/2006/relationships/notesSlide" Target="/ppt/notesSlides/notesSlide12.xml" Id="Re26826ab9d2945a4" /></Relationships>
</file>

<file path=ppt/slides/slide1.xml><?xml version="1.0" encoding="utf-8"?>
<p:sld xmlns:p="http://schemas.openxmlformats.org/presentationml/2006/main">
  <p:cSld>
    <p:bg>
      <p:bgPr>
        <a:solidFill xmlns:a="http://schemas.openxmlformats.org/drawingml/2006/main">
          <a:srgbClr val="FFDA35"/>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17D6CB2A-E787-4E21-9DA1-EE6E1392EF9E}"/>
              </a:ext>
            </a:extLst>
          </p:cNvPr>
          <p:cNvPicPr>
            <a:picLocks xmlns:a="http://schemas.openxmlformats.org/drawingml/2006/main" noChangeAspect="1"/>
          </p:cNvPicPr>
          <p:nvPr/>
        </p:nvPicPr>
        <p:blipFill>
          <a:blip xmlns:r="http://schemas.openxmlformats.org/officeDocument/2006/relationships" xmlns:a="http://schemas.openxmlformats.org/drawingml/2006/main" r:embed="R05852b6287914be4"/>
          <a:stretch xmlns:a="http://schemas.openxmlformats.org/drawingml/2006/main"/>
        </p:blipFill>
        <p:spPr>
          <a:xfrm xmlns:a="http://schemas.openxmlformats.org/drawingml/2006/main">
            <a:off x="6191250" y="0"/>
            <a:ext cx="6000750" cy="4000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B5C975D-5C91-4878-8276-60B725829F86}"/>
              </a:ext>
            </a:extLst>
          </p:cNvPr>
          <p:cNvSpPr>
            <a:spLocks xmlns:a="http://schemas.openxmlformats.org/drawingml/2006/main" noGrp="1"/>
          </p:cNvSpPr>
          <p:nvPr/>
        </p:nvSpPr>
        <p:spPr>
          <a:xfrm xmlns:a="http://schemas.openxmlformats.org/drawingml/2006/main">
            <a:off x="571500" y="333375"/>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191D"/>
                </a:solidFill>
              </a:defRPr>
            </a:defPPr>
          </a:lstStyle>
          <a:p xmlns:a="http://schemas.openxmlformats.org/drawingml/2006/main">
            <a:pPr>
              <a:defRPr sz="1800" b="1">
                <a:solidFill>
                  <a:srgbClr val="15191D"/>
                </a:solidFill>
              </a:defRPr>
            </a:pPr>
            <a:r>
              <a:rPr sz="1800" b="1">
                <a:solidFill>
                  <a:srgbClr val="15191D"/>
                </a:solidFill>
              </a:rPr>
              <a:t>EASWARI ENGINEERING COLLEGE</a:t>
            </a:r>
          </a:p>
        </p:txBody>
      </p:sp>
      <p:sp>
        <p:nvSpPr>
          <p:cNvPr id="3" name="">
            <a:extLst xmlns:a="http://schemas.openxmlformats.org/drawingml/2006/main">
              <a:ext uri="{FF2B5EF4-FFF2-40B4-BE49-F238E27FC236}">
                <a16:creationId xmlns:a16="http://schemas.microsoft.com/office/drawing/2014/main" id="{210D105C-E8CA-4F42-A994-F302AD311E47}"/>
              </a:ext>
            </a:extLst>
          </p:cNvPr>
          <p:cNvSpPr>
            <a:spLocks xmlns:a="http://schemas.openxmlformats.org/drawingml/2006/main" noGrp="1"/>
          </p:cNvSpPr>
          <p:nvPr/>
        </p:nvSpPr>
        <p:spPr>
          <a:xfrm xmlns:a="http://schemas.openxmlformats.org/drawingml/2006/main">
            <a:off x="571500" y="714375"/>
            <a:ext cx="952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Department of Computer Science and Engineering</a:t>
            </a:r>
          </a:p>
        </p:txBody>
      </p:sp>
      <p:sp>
        <p:nvSpPr>
          <p:cNvPr id="4" name="">
            <a:extLst xmlns:a="http://schemas.openxmlformats.org/drawingml/2006/main">
              <a:ext uri="{FF2B5EF4-FFF2-40B4-BE49-F238E27FC236}">
                <a16:creationId xmlns:a16="http://schemas.microsoft.com/office/drawing/2014/main" id="{4172B367-F0D5-4718-81EB-3BF2B8BC2733}"/>
              </a:ext>
            </a:extLst>
          </p:cNvPr>
          <p:cNvSpPr>
            <a:spLocks xmlns:a="http://schemas.openxmlformats.org/drawingml/2006/main" noGrp="1"/>
          </p:cNvSpPr>
          <p:nvPr/>
        </p:nvSpPr>
        <p:spPr>
          <a:xfrm xmlns:a="http://schemas.openxmlformats.org/drawingml/2006/main">
            <a:off x="571500" y="13144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557FF"/>
                </a:solidFill>
              </a:defRPr>
            </a:defPPr>
          </a:lstStyle>
          <a:p xmlns:a="http://schemas.openxmlformats.org/drawingml/2006/main">
            <a:pPr>
              <a:defRPr sz="1425" b="1">
                <a:solidFill>
                  <a:srgbClr val="1557FF"/>
                </a:solidFill>
              </a:defRPr>
            </a:pPr>
            <a:r>
              <a:rPr sz="1425" b="1">
                <a:solidFill>
                  <a:srgbClr val="1557FF"/>
                </a:solidFill>
              </a:rPr>
              <a:t>NEARBY  ·  PROJECT REVIEW</a:t>
            </a:r>
          </a:p>
        </p:txBody>
      </p:sp>
      <p:sp>
        <p:nvSpPr>
          <p:cNvPr id="5" name="">
            <a:extLst xmlns:a="http://schemas.openxmlformats.org/drawingml/2006/main">
              <a:ext uri="{FF2B5EF4-FFF2-40B4-BE49-F238E27FC236}">
                <a16:creationId xmlns:a16="http://schemas.microsoft.com/office/drawing/2014/main" id="{97154317-203A-4DF6-AB24-5E31B53B6997}"/>
              </a:ext>
            </a:extLst>
          </p:cNvPr>
          <p:cNvSpPr>
            <a:spLocks xmlns:a="http://schemas.openxmlformats.org/drawingml/2006/main" noGrp="1"/>
          </p:cNvSpPr>
          <p:nvPr/>
        </p:nvSpPr>
        <p:spPr>
          <a:xfrm xmlns:a="http://schemas.openxmlformats.org/drawingml/2006/main">
            <a:off x="571500" y="169545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150" b="1">
                <a:solidFill>
                  <a:srgbClr val="15191D"/>
                </a:solidFill>
              </a:defRPr>
            </a:defPPr>
          </a:lstStyle>
          <a:p xmlns:a="http://schemas.openxmlformats.org/drawingml/2006/main">
            <a:pPr>
              <a:defRPr sz="6150" b="1">
                <a:solidFill>
                  <a:srgbClr val="15191D"/>
                </a:solidFill>
              </a:defRPr>
            </a:pPr>
            <a:r>
              <a:rPr sz="6150" b="1">
                <a:solidFill>
                  <a:srgbClr val="15191D"/>
                </a:solidFill>
              </a:rPr>
              <a:t>Nearby</a:t>
            </a:r>
          </a:p>
        </p:txBody>
      </p:sp>
      <p:sp>
        <p:nvSpPr>
          <p:cNvPr id="6" name="">
            <a:extLst xmlns:a="http://schemas.openxmlformats.org/drawingml/2006/main">
              <a:ext uri="{FF2B5EF4-FFF2-40B4-BE49-F238E27FC236}">
                <a16:creationId xmlns:a16="http://schemas.microsoft.com/office/drawing/2014/main" id="{A273384C-9308-40E5-8869-253BFE1F6605}"/>
              </a:ext>
            </a:extLst>
          </p:cNvPr>
          <p:cNvSpPr>
            <a:spLocks xmlns:a="http://schemas.openxmlformats.org/drawingml/2006/main" noGrp="1"/>
          </p:cNvSpPr>
          <p:nvPr/>
        </p:nvSpPr>
        <p:spPr>
          <a:xfrm xmlns:a="http://schemas.openxmlformats.org/drawingml/2006/main">
            <a:off x="571500" y="2667000"/>
            <a:ext cx="590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191D"/>
                </a:solidFill>
              </a:defRPr>
            </a:defPPr>
          </a:lstStyle>
          <a:p xmlns:a="http://schemas.openxmlformats.org/drawingml/2006/main">
            <a:pPr>
              <a:defRPr sz="3225" b="1">
                <a:solidFill>
                  <a:srgbClr val="15191D"/>
                </a:solidFill>
              </a:defRPr>
            </a:pPr>
            <a:r>
              <a:rPr sz="3225" b="1">
                <a:solidFill>
                  <a:srgbClr val="15191D"/>
                </a:solidFill>
              </a:rPr>
              <a:t>Local Services</a:t>
            </a:r>
          </a:p>
          <a:p xmlns:a="http://schemas.openxmlformats.org/drawingml/2006/main">
            <a:pPr>
              <a:defRPr sz="3225" b="1">
                <a:solidFill>
                  <a:srgbClr val="15191D"/>
                </a:solidFill>
              </a:defRPr>
            </a:pPr>
            <a:r>
              <a:rPr sz="3225" b="1">
                <a:solidFill>
                  <a:srgbClr val="15191D"/>
                </a:solidFill>
              </a:rPr>
              <a:t>Marketplace</a:t>
            </a:r>
          </a:p>
        </p:txBody>
      </p:sp>
      <p:sp>
        <p:nvSpPr>
          <p:cNvPr id="7" name="">
            <a:extLst xmlns:a="http://schemas.openxmlformats.org/drawingml/2006/main">
              <a:ext uri="{FF2B5EF4-FFF2-40B4-BE49-F238E27FC236}">
                <a16:creationId xmlns:a16="http://schemas.microsoft.com/office/drawing/2014/main" id="{9B810E2A-F586-4FFD-A814-BD6C9BEF82E2}"/>
              </a:ext>
            </a:extLst>
          </p:cNvPr>
          <p:cNvSpPr>
            <a:spLocks xmlns:a="http://schemas.openxmlformats.org/drawingml/2006/main" noGrp="1"/>
          </p:cNvSpPr>
          <p:nvPr/>
        </p:nvSpPr>
        <p:spPr>
          <a:xfrm xmlns:a="http://schemas.openxmlformats.org/drawingml/2006/main">
            <a:off x="571500" y="3857625"/>
            <a:ext cx="571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5191D"/>
                </a:solidFill>
              </a:defRPr>
            </a:defPPr>
          </a:lstStyle>
          <a:p xmlns:a="http://schemas.openxmlformats.org/drawingml/2006/main">
            <a:pPr>
              <a:defRPr sz="1950" b="0">
                <a:solidFill>
                  <a:srgbClr val="15191D"/>
                </a:solidFill>
              </a:defRPr>
            </a:pPr>
            <a:r>
              <a:rPr sz="1950" b="0">
                <a:solidFill>
                  <a:srgbClr val="15191D"/>
                </a:solidFill>
              </a:rPr>
              <a:t>A web platform for local service discovery, booking and provider management</a:t>
            </a:r>
          </a:p>
        </p:txBody>
      </p:sp>
      <p:sp>
        <p:nvSpPr>
          <p:cNvPr id="8" name="">
            <a:extLst xmlns:a="http://schemas.openxmlformats.org/drawingml/2006/main">
              <a:ext uri="{FF2B5EF4-FFF2-40B4-BE49-F238E27FC236}">
                <a16:creationId xmlns:a16="http://schemas.microsoft.com/office/drawing/2014/main" id="{E181B9A1-EE7A-4FA8-B0D7-C6F27C965060}"/>
              </a:ext>
            </a:extLst>
          </p:cNvPr>
          <p:cNvSpPr>
            <a:spLocks xmlns:a="http://schemas.openxmlformats.org/drawingml/2006/main" noGrp="1"/>
          </p:cNvSpPr>
          <p:nvPr/>
        </p:nvSpPr>
        <p:spPr>
          <a:xfrm xmlns:a="http://schemas.openxmlformats.org/drawingml/2006/main">
            <a:off x="571500" y="48577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557FF"/>
                </a:solidFill>
              </a:defRPr>
            </a:defPPr>
          </a:lstStyle>
          <a:p xmlns:a="http://schemas.openxmlformats.org/drawingml/2006/main">
            <a:pPr>
              <a:defRPr sz="1200" b="1">
                <a:solidFill>
                  <a:srgbClr val="1557FF"/>
                </a:solidFill>
              </a:defRPr>
            </a:pPr>
            <a:r>
              <a:rPr sz="1200" b="1">
                <a:solidFill>
                  <a:srgbClr val="1557FF"/>
                </a:solidFill>
              </a:rPr>
              <a:t>STUDENT</a:t>
            </a:r>
          </a:p>
        </p:txBody>
      </p:sp>
      <p:sp>
        <p:nvSpPr>
          <p:cNvPr id="9" name="">
            <a:extLst xmlns:a="http://schemas.openxmlformats.org/drawingml/2006/main">
              <a:ext uri="{FF2B5EF4-FFF2-40B4-BE49-F238E27FC236}">
                <a16:creationId xmlns:a16="http://schemas.microsoft.com/office/drawing/2014/main" id="{89F5B5F4-ECE0-4CE2-B452-694BC045F910}"/>
              </a:ext>
            </a:extLst>
          </p:cNvPr>
          <p:cNvSpPr>
            <a:spLocks xmlns:a="http://schemas.openxmlformats.org/drawingml/2006/main" noGrp="1"/>
          </p:cNvSpPr>
          <p:nvPr/>
        </p:nvSpPr>
        <p:spPr>
          <a:xfrm xmlns:a="http://schemas.openxmlformats.org/drawingml/2006/main">
            <a:off x="571500" y="518160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191D"/>
                </a:solidFill>
              </a:defRPr>
            </a:defPPr>
          </a:lstStyle>
          <a:p xmlns:a="http://schemas.openxmlformats.org/drawingml/2006/main">
            <a:pPr>
              <a:defRPr sz="2025" b="1">
                <a:solidFill>
                  <a:srgbClr val="15191D"/>
                </a:solidFill>
              </a:defRPr>
            </a:pPr>
            <a:r>
              <a:rPr sz="2025" b="1">
                <a:solidFill>
                  <a:srgbClr val="15191D"/>
                </a:solidFill>
              </a:rPr>
              <a:t>Susindran D</a:t>
            </a:r>
          </a:p>
        </p:txBody>
      </p:sp>
      <p:sp>
        <p:nvSpPr>
          <p:cNvPr id="10" name="">
            <a:extLst xmlns:a="http://schemas.openxmlformats.org/drawingml/2006/main">
              <a:ext uri="{FF2B5EF4-FFF2-40B4-BE49-F238E27FC236}">
                <a16:creationId xmlns:a16="http://schemas.microsoft.com/office/drawing/2014/main" id="{9E4F7482-D023-4CB3-9167-D6BCE42792EE}"/>
              </a:ext>
            </a:extLst>
          </p:cNvPr>
          <p:cNvSpPr>
            <a:spLocks xmlns:a="http://schemas.openxmlformats.org/drawingml/2006/main" noGrp="1"/>
          </p:cNvSpPr>
          <p:nvPr/>
        </p:nvSpPr>
        <p:spPr>
          <a:xfrm xmlns:a="http://schemas.openxmlformats.org/drawingml/2006/main">
            <a:off x="4429125" y="48577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557FF"/>
                </a:solidFill>
              </a:defRPr>
            </a:defPPr>
          </a:lstStyle>
          <a:p xmlns:a="http://schemas.openxmlformats.org/drawingml/2006/main">
            <a:pPr>
              <a:defRPr sz="1200" b="1">
                <a:solidFill>
                  <a:srgbClr val="1557FF"/>
                </a:solidFill>
              </a:defRPr>
            </a:pPr>
            <a:r>
              <a:rPr sz="1200" b="1">
                <a:solidFill>
                  <a:srgbClr val="1557FF"/>
                </a:solidFill>
              </a:rPr>
              <a:t>REGISTER NO</a:t>
            </a:r>
          </a:p>
        </p:txBody>
      </p:sp>
      <p:sp>
        <p:nvSpPr>
          <p:cNvPr id="11" name="">
            <a:extLst xmlns:a="http://schemas.openxmlformats.org/drawingml/2006/main">
              <a:ext uri="{FF2B5EF4-FFF2-40B4-BE49-F238E27FC236}">
                <a16:creationId xmlns:a16="http://schemas.microsoft.com/office/drawing/2014/main" id="{97655414-A55E-4408-AD1D-788B0357269A}"/>
              </a:ext>
            </a:extLst>
          </p:cNvPr>
          <p:cNvSpPr>
            <a:spLocks xmlns:a="http://schemas.openxmlformats.org/drawingml/2006/main" noGrp="1"/>
          </p:cNvSpPr>
          <p:nvPr/>
        </p:nvSpPr>
        <p:spPr>
          <a:xfrm xmlns:a="http://schemas.openxmlformats.org/drawingml/2006/main">
            <a:off x="4429125" y="518160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191D"/>
                </a:solidFill>
              </a:defRPr>
            </a:defPPr>
          </a:lstStyle>
          <a:p xmlns:a="http://schemas.openxmlformats.org/drawingml/2006/main">
            <a:pPr>
              <a:defRPr sz="2025" b="1">
                <a:solidFill>
                  <a:srgbClr val="15191D"/>
                </a:solidFill>
              </a:defRPr>
            </a:pPr>
            <a:r>
              <a:rPr sz="2025" b="1">
                <a:solidFill>
                  <a:srgbClr val="15191D"/>
                </a:solidFill>
              </a:rPr>
              <a:t>310624104342</a:t>
            </a:r>
          </a:p>
        </p:txBody>
      </p:sp>
      <p:sp>
        <p:nvSpPr>
          <p:cNvPr id="12" name="">
            <a:extLst xmlns:a="http://schemas.openxmlformats.org/drawingml/2006/main">
              <a:ext uri="{FF2B5EF4-FFF2-40B4-BE49-F238E27FC236}">
                <a16:creationId xmlns:a16="http://schemas.microsoft.com/office/drawing/2014/main" id="{4692A203-8D75-4BFE-BD9D-157DA51AB799}"/>
              </a:ext>
            </a:extLst>
          </p:cNvPr>
          <p:cNvSpPr>
            <a:spLocks xmlns:a="http://schemas.openxmlformats.org/drawingml/2006/main" noGrp="1"/>
          </p:cNvSpPr>
          <p:nvPr/>
        </p:nvSpPr>
        <p:spPr>
          <a:xfrm xmlns:a="http://schemas.openxmlformats.org/drawingml/2006/main">
            <a:off x="8286750" y="48577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557FF"/>
                </a:solidFill>
              </a:defRPr>
            </a:defPPr>
          </a:lstStyle>
          <a:p xmlns:a="http://schemas.openxmlformats.org/drawingml/2006/main">
            <a:pPr>
              <a:defRPr sz="1200" b="1">
                <a:solidFill>
                  <a:srgbClr val="1557FF"/>
                </a:solidFill>
              </a:defRPr>
            </a:pPr>
            <a:r>
              <a:rPr sz="1200" b="1">
                <a:solidFill>
                  <a:srgbClr val="1557FF"/>
                </a:solidFill>
              </a:rPr>
              <a:t>FACULTY GUIDE</a:t>
            </a:r>
          </a:p>
        </p:txBody>
      </p:sp>
      <p:sp>
        <p:nvSpPr>
          <p:cNvPr id="13" name="">
            <a:extLst xmlns:a="http://schemas.openxmlformats.org/drawingml/2006/main">
              <a:ext uri="{FF2B5EF4-FFF2-40B4-BE49-F238E27FC236}">
                <a16:creationId xmlns:a16="http://schemas.microsoft.com/office/drawing/2014/main" id="{BEAB002F-8E93-4090-8567-F08248D53E01}"/>
              </a:ext>
            </a:extLst>
          </p:cNvPr>
          <p:cNvSpPr>
            <a:spLocks xmlns:a="http://schemas.openxmlformats.org/drawingml/2006/main" noGrp="1"/>
          </p:cNvSpPr>
          <p:nvPr/>
        </p:nvSpPr>
        <p:spPr>
          <a:xfrm xmlns:a="http://schemas.openxmlformats.org/drawingml/2006/main">
            <a:off x="8286750" y="518160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191D"/>
                </a:solidFill>
              </a:defRPr>
            </a:defPPr>
          </a:lstStyle>
          <a:p xmlns:a="http://schemas.openxmlformats.org/drawingml/2006/main">
            <a:pPr>
              <a:defRPr sz="2025" b="1">
                <a:solidFill>
                  <a:srgbClr val="15191D"/>
                </a:solidFill>
              </a:defRPr>
            </a:pPr>
            <a:r>
              <a:rPr sz="2025" b="1">
                <a:solidFill>
                  <a:srgbClr val="15191D"/>
                </a:solidFill>
              </a:rPr>
              <a:t>Swapna Duggi</a:t>
            </a:r>
          </a:p>
        </p:txBody>
      </p:sp>
      <p:sp>
        <p:nvSpPr>
          <p:cNvPr id="14" name="">
            <a:extLst xmlns:a="http://schemas.openxmlformats.org/drawingml/2006/main">
              <a:ext uri="{FF2B5EF4-FFF2-40B4-BE49-F238E27FC236}">
                <a16:creationId xmlns:a16="http://schemas.microsoft.com/office/drawing/2014/main" id="{4DAFB0F2-98DA-4E83-BF7F-CB4C2B0821FC}"/>
              </a:ext>
            </a:extLst>
          </p:cNvPr>
          <p:cNvSpPr>
            <a:spLocks xmlns:a="http://schemas.openxmlformats.org/drawingml/2006/main" noGrp="1"/>
          </p:cNvSpPr>
          <p:nvPr/>
        </p:nvSpPr>
        <p:spPr>
          <a:xfrm xmlns:a="http://schemas.openxmlformats.org/drawingml/2006/main">
            <a:off x="571500" y="5791200"/>
            <a:ext cx="3476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CUSTOMER</a:t>
            </a:r>
          </a:p>
        </p:txBody>
      </p:sp>
      <p:sp>
        <p:nvSpPr>
          <p:cNvPr id="15" name="">
            <a:extLst xmlns:a="http://schemas.openxmlformats.org/drawingml/2006/main">
              <a:ext uri="{FF2B5EF4-FFF2-40B4-BE49-F238E27FC236}">
                <a16:creationId xmlns:a16="http://schemas.microsoft.com/office/drawing/2014/main" id="{CC5A2B1C-370B-42E7-BB64-4DD19233752E}"/>
              </a:ext>
            </a:extLst>
          </p:cNvPr>
          <p:cNvSpPr>
            <a:spLocks xmlns:a="http://schemas.openxmlformats.org/drawingml/2006/main" noGrp="1"/>
          </p:cNvSpPr>
          <p:nvPr/>
        </p:nvSpPr>
        <p:spPr>
          <a:xfrm xmlns:a="http://schemas.openxmlformats.org/drawingml/2006/main">
            <a:off x="571500" y="612457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5191D"/>
                </a:solidFill>
              </a:defRPr>
            </a:defPPr>
          </a:lstStyle>
          <a:p xmlns:a="http://schemas.openxmlformats.org/drawingml/2006/main">
            <a:pPr>
              <a:defRPr sz="1425" b="0">
                <a:solidFill>
                  <a:srgbClr val="15191D"/>
                </a:solidFill>
              </a:defRPr>
            </a:pPr>
            <a:r>
              <a:rPr sz="1425" b="0">
                <a:solidFill>
                  <a:srgbClr val="15191D"/>
                </a:solidFill>
              </a:rPr>
              <a:t>Find services by pincode</a:t>
            </a:r>
          </a:p>
          <a:p xmlns:a="http://schemas.openxmlformats.org/drawingml/2006/main">
            <a:pPr>
              <a:defRPr sz="1425" b="0">
                <a:solidFill>
                  <a:srgbClr val="15191D"/>
                </a:solidFill>
              </a:defRPr>
            </a:pPr>
            <a:r>
              <a:rPr sz="1425" b="0">
                <a:solidFill>
                  <a:srgbClr val="15191D"/>
                </a:solidFill>
              </a:rPr>
              <a:t>Request a suitable time</a:t>
            </a:r>
          </a:p>
        </p:txBody>
      </p:sp>
      <p:sp>
        <p:nvSpPr>
          <p:cNvPr id="16" name="">
            <a:extLst xmlns:a="http://schemas.openxmlformats.org/drawingml/2006/main">
              <a:ext uri="{FF2B5EF4-FFF2-40B4-BE49-F238E27FC236}">
                <a16:creationId xmlns:a16="http://schemas.microsoft.com/office/drawing/2014/main" id="{059A6E3F-5036-4B02-9355-A1F3002E2B59}"/>
              </a:ext>
            </a:extLst>
          </p:cNvPr>
          <p:cNvSpPr>
            <a:spLocks xmlns:a="http://schemas.openxmlformats.org/drawingml/2006/main" noGrp="1"/>
          </p:cNvSpPr>
          <p:nvPr/>
        </p:nvSpPr>
        <p:spPr>
          <a:xfrm xmlns:a="http://schemas.openxmlformats.org/drawingml/2006/main">
            <a:off x="4429125" y="5791200"/>
            <a:ext cx="3476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PROVIDER</a:t>
            </a:r>
          </a:p>
        </p:txBody>
      </p:sp>
      <p:sp>
        <p:nvSpPr>
          <p:cNvPr id="17" name="">
            <a:extLst xmlns:a="http://schemas.openxmlformats.org/drawingml/2006/main">
              <a:ext uri="{FF2B5EF4-FFF2-40B4-BE49-F238E27FC236}">
                <a16:creationId xmlns:a16="http://schemas.microsoft.com/office/drawing/2014/main" id="{2DC9740C-59AD-4598-B033-F8C8E1AC8CC6}"/>
              </a:ext>
            </a:extLst>
          </p:cNvPr>
          <p:cNvSpPr>
            <a:spLocks xmlns:a="http://schemas.openxmlformats.org/drawingml/2006/main" noGrp="1"/>
          </p:cNvSpPr>
          <p:nvPr/>
        </p:nvSpPr>
        <p:spPr>
          <a:xfrm xmlns:a="http://schemas.openxmlformats.org/drawingml/2006/main">
            <a:off x="4429125" y="612457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5191D"/>
                </a:solidFill>
              </a:defRPr>
            </a:defPPr>
          </a:lstStyle>
          <a:p xmlns:a="http://schemas.openxmlformats.org/drawingml/2006/main">
            <a:pPr>
              <a:defRPr sz="1425" b="0">
                <a:solidFill>
                  <a:srgbClr val="15191D"/>
                </a:solidFill>
              </a:defRPr>
            </a:pPr>
            <a:r>
              <a:rPr sz="1425" b="0">
                <a:solidFill>
                  <a:srgbClr val="15191D"/>
                </a:solidFill>
              </a:rPr>
              <a:t>Manage listings and availability</a:t>
            </a:r>
          </a:p>
          <a:p xmlns:a="http://schemas.openxmlformats.org/drawingml/2006/main">
            <a:pPr>
              <a:defRPr sz="1425" b="0">
                <a:solidFill>
                  <a:srgbClr val="15191D"/>
                </a:solidFill>
              </a:defRPr>
            </a:pPr>
            <a:r>
              <a:rPr sz="1425" b="0">
                <a:solidFill>
                  <a:srgbClr val="15191D"/>
                </a:solidFill>
              </a:rPr>
              <a:t>Accept and fulfil bookings</a:t>
            </a:r>
          </a:p>
        </p:txBody>
      </p:sp>
      <p:sp>
        <p:nvSpPr>
          <p:cNvPr id="18" name="">
            <a:extLst xmlns:a="http://schemas.openxmlformats.org/drawingml/2006/main">
              <a:ext uri="{FF2B5EF4-FFF2-40B4-BE49-F238E27FC236}">
                <a16:creationId xmlns:a16="http://schemas.microsoft.com/office/drawing/2014/main" id="{2F456ADA-0231-4F07-B970-8DFF74A24BB3}"/>
              </a:ext>
            </a:extLst>
          </p:cNvPr>
          <p:cNvSpPr>
            <a:spLocks xmlns:a="http://schemas.openxmlformats.org/drawingml/2006/main" noGrp="1"/>
          </p:cNvSpPr>
          <p:nvPr/>
        </p:nvSpPr>
        <p:spPr>
          <a:xfrm xmlns:a="http://schemas.openxmlformats.org/drawingml/2006/main">
            <a:off x="8286750" y="5791200"/>
            <a:ext cx="3476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ADMIN</a:t>
            </a:r>
          </a:p>
        </p:txBody>
      </p:sp>
      <p:sp>
        <p:nvSpPr>
          <p:cNvPr id="19" name="">
            <a:extLst xmlns:a="http://schemas.openxmlformats.org/drawingml/2006/main">
              <a:ext uri="{FF2B5EF4-FFF2-40B4-BE49-F238E27FC236}">
                <a16:creationId xmlns:a16="http://schemas.microsoft.com/office/drawing/2014/main" id="{3A9153D1-60CD-403A-960D-6A95682BF080}"/>
              </a:ext>
            </a:extLst>
          </p:cNvPr>
          <p:cNvSpPr>
            <a:spLocks xmlns:a="http://schemas.openxmlformats.org/drawingml/2006/main" noGrp="1"/>
          </p:cNvSpPr>
          <p:nvPr/>
        </p:nvSpPr>
        <p:spPr>
          <a:xfrm xmlns:a="http://schemas.openxmlformats.org/drawingml/2006/main">
            <a:off x="8286750" y="612457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5191D"/>
                </a:solidFill>
              </a:defRPr>
            </a:defPPr>
          </a:lstStyle>
          <a:p xmlns:a="http://schemas.openxmlformats.org/drawingml/2006/main">
            <a:pPr>
              <a:defRPr sz="1425" b="0">
                <a:solidFill>
                  <a:srgbClr val="15191D"/>
                </a:solidFill>
              </a:defRPr>
            </a:pPr>
            <a:r>
              <a:rPr sz="1425" b="0">
                <a:solidFill>
                  <a:srgbClr val="15191D"/>
                </a:solidFill>
              </a:rPr>
              <a:t>Review providers</a:t>
            </a:r>
          </a:p>
          <a:p xmlns:a="http://schemas.openxmlformats.org/drawingml/2006/main">
            <a:pPr>
              <a:defRPr sz="1425" b="0">
                <a:solidFill>
                  <a:srgbClr val="15191D"/>
                </a:solidFill>
              </a:defRPr>
            </a:pPr>
            <a:r>
              <a:rPr sz="1425" b="0">
                <a:solidFill>
                  <a:srgbClr val="15191D"/>
                </a:solidFill>
              </a:rPr>
              <a:t>Manage policies and disputes</a:t>
            </a:r>
          </a:p>
        </p:txBody>
      </p:sp>
    </p:spTree>
    <p:extLst>
      <p:ext uri="{BB962C8B-B14F-4D97-AF65-F5344CB8AC3E}">
        <p14:creationId xmlns:p14="http://schemas.microsoft.com/office/powerpoint/2010/main" val="19568207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2" name="">
            <a:extLst xmlns:a="http://schemas.openxmlformats.org/drawingml/2006/main">
              <a:ext uri="{FF2B5EF4-FFF2-40B4-BE49-F238E27FC236}">
                <a16:creationId xmlns:a16="http://schemas.microsoft.com/office/drawing/2014/main" id="{8ABBE2DA-6015-451A-878E-1FE5367564EA}"/>
              </a:ext>
            </a:extLst>
          </p:cNvPr>
          <p:cNvPicPr>
            <a:picLocks xmlns:a="http://schemas.openxmlformats.org/drawingml/2006/main" noChangeAspect="1"/>
          </p:cNvPicPr>
          <p:nvPr/>
        </p:nvPicPr>
        <p:blipFill>
          <a:blip xmlns:r="http://schemas.openxmlformats.org/officeDocument/2006/relationships" xmlns:a="http://schemas.openxmlformats.org/drawingml/2006/main" r:embed="Rd3f17acd8b034e2f"/>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958B33E-2393-4C55-A06E-F3E78C6067D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01C127AC-0959-4566-8E4B-540786371F5B}"/>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Agenda &amp; Project Overview</a:t>
            </a:r>
          </a:p>
        </p:txBody>
      </p:sp>
      <p:sp>
        <p:nvSpPr>
          <p:cNvPr id="4" name="">
            <a:extLst xmlns:a="http://schemas.openxmlformats.org/drawingml/2006/main">
              <a:ext uri="{FF2B5EF4-FFF2-40B4-BE49-F238E27FC236}">
                <a16:creationId xmlns:a16="http://schemas.microsoft.com/office/drawing/2014/main" id="{1B56990D-CA9E-4020-AD5E-C301EDAF2290}"/>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27C1EA06-5CBF-4BC1-B33F-BDECED59B733}"/>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529EF8CE-C0ED-4D9E-A82A-EA829272D644}"/>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02</a:t>
            </a:r>
          </a:p>
        </p:txBody>
      </p:sp>
      <p:sp>
        <p:nvSpPr>
          <p:cNvPr id="7" name="">
            <a:extLst xmlns:a="http://schemas.openxmlformats.org/drawingml/2006/main">
              <a:ext uri="{FF2B5EF4-FFF2-40B4-BE49-F238E27FC236}">
                <a16:creationId xmlns:a16="http://schemas.microsoft.com/office/drawing/2014/main" id="{296022FF-2FD1-4C15-BFBD-BB14EA8C5C64}"/>
              </a:ext>
            </a:extLst>
          </p:cNvPr>
          <p:cNvSpPr>
            <a:spLocks xmlns:a="http://schemas.openxmlformats.org/drawingml/2006/main" noGrp="1"/>
          </p:cNvSpPr>
          <p:nvPr/>
        </p:nvSpPr>
        <p:spPr>
          <a:xfrm xmlns:a="http://schemas.openxmlformats.org/drawingml/2006/main">
            <a:off x="571500" y="1552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5191D"/>
                </a:solidFill>
              </a:defRPr>
            </a:defPPr>
          </a:lstStyle>
          <a:p xmlns:a="http://schemas.openxmlformats.org/drawingml/2006/main">
            <a:pPr>
              <a:defRPr sz="2175" b="1">
                <a:solidFill>
                  <a:srgbClr val="15191D"/>
                </a:solidFill>
              </a:defRPr>
            </a:pPr>
            <a:r>
              <a:rPr sz="2175" b="1">
                <a:solidFill>
                  <a:srgbClr val="15191D"/>
                </a:solidFill>
              </a:rPr>
              <a:t>Nearby connects customers with local providers through exact six-digit pincode discovery.</a:t>
            </a:r>
          </a:p>
        </p:txBody>
      </p:sp>
      <p:sp>
        <p:nvSpPr>
          <p:cNvPr id="8" name="">
            <a:extLst xmlns:a="http://schemas.openxmlformats.org/drawingml/2006/main">
              <a:ext uri="{FF2B5EF4-FFF2-40B4-BE49-F238E27FC236}">
                <a16:creationId xmlns:a16="http://schemas.microsoft.com/office/drawing/2014/main" id="{18DFBDC0-BC5C-456F-9271-287ED44509C6}"/>
              </a:ext>
            </a:extLst>
          </p:cNvPr>
          <p:cNvSpPr>
            <a:spLocks xmlns:a="http://schemas.openxmlformats.org/drawingml/2006/main" noGrp="1"/>
          </p:cNvSpPr>
          <p:nvPr/>
        </p:nvSpPr>
        <p:spPr>
          <a:xfrm xmlns:a="http://schemas.openxmlformats.org/drawingml/2006/main">
            <a:off x="571500" y="2619375"/>
            <a:ext cx="533400" cy="5334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1</a:t>
            </a:r>
          </a:p>
        </p:txBody>
      </p:sp>
      <p:sp>
        <p:nvSpPr>
          <p:cNvPr id="9" name="">
            <a:extLst xmlns:a="http://schemas.openxmlformats.org/drawingml/2006/main">
              <a:ext uri="{FF2B5EF4-FFF2-40B4-BE49-F238E27FC236}">
                <a16:creationId xmlns:a16="http://schemas.microsoft.com/office/drawing/2014/main" id="{8D55E0CA-E814-448E-92E4-79DB7CEB69DB}"/>
              </a:ext>
            </a:extLst>
          </p:cNvPr>
          <p:cNvSpPr>
            <a:spLocks xmlns:a="http://schemas.openxmlformats.org/drawingml/2006/main" noGrp="1"/>
          </p:cNvSpPr>
          <p:nvPr/>
        </p:nvSpPr>
        <p:spPr>
          <a:xfrm xmlns:a="http://schemas.openxmlformats.org/drawingml/2006/main">
            <a:off x="571500" y="333375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The need</a:t>
            </a:r>
          </a:p>
        </p:txBody>
      </p:sp>
      <p:sp>
        <p:nvSpPr>
          <p:cNvPr id="10" name="">
            <a:extLst xmlns:a="http://schemas.openxmlformats.org/drawingml/2006/main">
              <a:ext uri="{FF2B5EF4-FFF2-40B4-BE49-F238E27FC236}">
                <a16:creationId xmlns:a16="http://schemas.microsoft.com/office/drawing/2014/main" id="{5E0BBE71-9D1E-4D2D-B244-CE6D4E96D971}"/>
              </a:ext>
            </a:extLst>
          </p:cNvPr>
          <p:cNvSpPr>
            <a:spLocks xmlns:a="http://schemas.openxmlformats.org/drawingml/2006/main" noGrp="1"/>
          </p:cNvSpPr>
          <p:nvPr/>
        </p:nvSpPr>
        <p:spPr>
          <a:xfrm xmlns:a="http://schemas.openxmlformats.org/drawingml/2006/main">
            <a:off x="1238250" y="2876550"/>
            <a:ext cx="2047875" cy="0"/>
          </a:xfrm>
          <a:prstGeom xmlns:a="http://schemas.openxmlformats.org/drawingml/2006/main" prst="line">
            <a:avLst/>
          </a:prstGeom>
          <a:ln xmlns:a="http://schemas.openxmlformats.org/drawingml/2006/main" w="19050">
            <a:solidFill>
              <a:srgbClr val="1557FF"/>
            </a:solidFill>
          </a:ln>
        </p:spPr>
      </p:sp>
      <p:sp>
        <p:nvSpPr>
          <p:cNvPr id="11" name="">
            <a:extLst xmlns:a="http://schemas.openxmlformats.org/drawingml/2006/main">
              <a:ext uri="{FF2B5EF4-FFF2-40B4-BE49-F238E27FC236}">
                <a16:creationId xmlns:a16="http://schemas.microsoft.com/office/drawing/2014/main" id="{52CCF6E8-860C-406E-8836-97AFAEE10DD3}"/>
              </a:ext>
            </a:extLst>
          </p:cNvPr>
          <p:cNvSpPr>
            <a:spLocks xmlns:a="http://schemas.openxmlformats.org/drawingml/2006/main" noGrp="1"/>
          </p:cNvSpPr>
          <p:nvPr/>
        </p:nvSpPr>
        <p:spPr>
          <a:xfrm xmlns:a="http://schemas.openxmlformats.org/drawingml/2006/main">
            <a:off x="3190875" y="26860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12" name="">
            <a:extLst xmlns:a="http://schemas.openxmlformats.org/drawingml/2006/main">
              <a:ext uri="{FF2B5EF4-FFF2-40B4-BE49-F238E27FC236}">
                <a16:creationId xmlns:a16="http://schemas.microsoft.com/office/drawing/2014/main" id="{15E3A396-854B-488E-AF97-339F913D5902}"/>
              </a:ext>
            </a:extLst>
          </p:cNvPr>
          <p:cNvSpPr>
            <a:spLocks xmlns:a="http://schemas.openxmlformats.org/drawingml/2006/main" noGrp="1"/>
          </p:cNvSpPr>
          <p:nvPr/>
        </p:nvSpPr>
        <p:spPr>
          <a:xfrm xmlns:a="http://schemas.openxmlformats.org/drawingml/2006/main">
            <a:off x="571500" y="395287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01</a:t>
            </a:r>
          </a:p>
        </p:txBody>
      </p:sp>
      <p:sp>
        <p:nvSpPr>
          <p:cNvPr id="13" name="">
            <a:extLst xmlns:a="http://schemas.openxmlformats.org/drawingml/2006/main">
              <a:ext uri="{FF2B5EF4-FFF2-40B4-BE49-F238E27FC236}">
                <a16:creationId xmlns:a16="http://schemas.microsoft.com/office/drawing/2014/main" id="{20748EF0-3C7D-4EDA-9812-F49BE04EE407}"/>
              </a:ext>
            </a:extLst>
          </p:cNvPr>
          <p:cNvSpPr>
            <a:spLocks xmlns:a="http://schemas.openxmlformats.org/drawingml/2006/main" noGrp="1"/>
          </p:cNvSpPr>
          <p:nvPr/>
        </p:nvSpPr>
        <p:spPr>
          <a:xfrm xmlns:a="http://schemas.openxmlformats.org/drawingml/2006/main">
            <a:off x="981075" y="3952875"/>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Problem &amp; Proposed System</a:t>
            </a:r>
          </a:p>
        </p:txBody>
      </p:sp>
      <p:sp>
        <p:nvSpPr>
          <p:cNvPr id="14" name="">
            <a:extLst xmlns:a="http://schemas.openxmlformats.org/drawingml/2006/main">
              <a:ext uri="{FF2B5EF4-FFF2-40B4-BE49-F238E27FC236}">
                <a16:creationId xmlns:a16="http://schemas.microsoft.com/office/drawing/2014/main" id="{66C73543-079D-494E-AF52-0E0DFB114080}"/>
              </a:ext>
            </a:extLst>
          </p:cNvPr>
          <p:cNvSpPr>
            <a:spLocks xmlns:a="http://schemas.openxmlformats.org/drawingml/2006/main" noGrp="1"/>
          </p:cNvSpPr>
          <p:nvPr/>
        </p:nvSpPr>
        <p:spPr>
          <a:xfrm xmlns:a="http://schemas.openxmlformats.org/drawingml/2006/main">
            <a:off x="571500" y="4495800"/>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02</a:t>
            </a:r>
          </a:p>
        </p:txBody>
      </p:sp>
      <p:sp>
        <p:nvSpPr>
          <p:cNvPr id="15" name="">
            <a:extLst xmlns:a="http://schemas.openxmlformats.org/drawingml/2006/main">
              <a:ext uri="{FF2B5EF4-FFF2-40B4-BE49-F238E27FC236}">
                <a16:creationId xmlns:a16="http://schemas.microsoft.com/office/drawing/2014/main" id="{33364DD8-23E4-4BBF-898B-56B5EDF8624F}"/>
              </a:ext>
            </a:extLst>
          </p:cNvPr>
          <p:cNvSpPr>
            <a:spLocks xmlns:a="http://schemas.openxmlformats.org/drawingml/2006/main" noGrp="1"/>
          </p:cNvSpPr>
          <p:nvPr/>
        </p:nvSpPr>
        <p:spPr>
          <a:xfrm xmlns:a="http://schemas.openxmlformats.org/drawingml/2006/main">
            <a:off x="981075" y="4495800"/>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System Requirements</a:t>
            </a:r>
          </a:p>
        </p:txBody>
      </p:sp>
      <p:sp>
        <p:nvSpPr>
          <p:cNvPr id="16" name="">
            <a:extLst xmlns:a="http://schemas.openxmlformats.org/drawingml/2006/main">
              <a:ext uri="{FF2B5EF4-FFF2-40B4-BE49-F238E27FC236}">
                <a16:creationId xmlns:a16="http://schemas.microsoft.com/office/drawing/2014/main" id="{A9F8AD5B-DC81-48DC-B024-B3C9D385BB98}"/>
              </a:ext>
            </a:extLst>
          </p:cNvPr>
          <p:cNvSpPr>
            <a:spLocks xmlns:a="http://schemas.openxmlformats.org/drawingml/2006/main" noGrp="1"/>
          </p:cNvSpPr>
          <p:nvPr/>
        </p:nvSpPr>
        <p:spPr>
          <a:xfrm xmlns:a="http://schemas.openxmlformats.org/drawingml/2006/main">
            <a:off x="3429000" y="2619375"/>
            <a:ext cx="533400" cy="5334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2</a:t>
            </a:r>
          </a:p>
        </p:txBody>
      </p:sp>
      <p:sp>
        <p:nvSpPr>
          <p:cNvPr id="17" name="">
            <a:extLst xmlns:a="http://schemas.openxmlformats.org/drawingml/2006/main">
              <a:ext uri="{FF2B5EF4-FFF2-40B4-BE49-F238E27FC236}">
                <a16:creationId xmlns:a16="http://schemas.microsoft.com/office/drawing/2014/main" id="{BCB568EB-26A8-4C98-A2B6-1CFD7DAD86FB}"/>
              </a:ext>
            </a:extLst>
          </p:cNvPr>
          <p:cNvSpPr>
            <a:spLocks xmlns:a="http://schemas.openxmlformats.org/drawingml/2006/main" noGrp="1"/>
          </p:cNvSpPr>
          <p:nvPr/>
        </p:nvSpPr>
        <p:spPr>
          <a:xfrm xmlns:a="http://schemas.openxmlformats.org/drawingml/2006/main">
            <a:off x="3429000" y="333375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System design</a:t>
            </a:r>
          </a:p>
        </p:txBody>
      </p:sp>
      <p:sp>
        <p:nvSpPr>
          <p:cNvPr id="18" name="">
            <a:extLst xmlns:a="http://schemas.openxmlformats.org/drawingml/2006/main">
              <a:ext uri="{FF2B5EF4-FFF2-40B4-BE49-F238E27FC236}">
                <a16:creationId xmlns:a16="http://schemas.microsoft.com/office/drawing/2014/main" id="{4718BC13-D2EC-4A28-9960-3B125EF8ABB1}"/>
              </a:ext>
            </a:extLst>
          </p:cNvPr>
          <p:cNvSpPr>
            <a:spLocks xmlns:a="http://schemas.openxmlformats.org/drawingml/2006/main" noGrp="1"/>
          </p:cNvSpPr>
          <p:nvPr/>
        </p:nvSpPr>
        <p:spPr>
          <a:xfrm xmlns:a="http://schemas.openxmlformats.org/drawingml/2006/main">
            <a:off x="4095750" y="2876550"/>
            <a:ext cx="2047875" cy="0"/>
          </a:xfrm>
          <a:prstGeom xmlns:a="http://schemas.openxmlformats.org/drawingml/2006/main" prst="line">
            <a:avLst/>
          </a:prstGeom>
          <a:ln xmlns:a="http://schemas.openxmlformats.org/drawingml/2006/main" w="19050">
            <a:solidFill>
              <a:srgbClr val="1557FF"/>
            </a:solidFill>
          </a:ln>
        </p:spPr>
      </p:sp>
      <p:sp>
        <p:nvSpPr>
          <p:cNvPr id="19" name="">
            <a:extLst xmlns:a="http://schemas.openxmlformats.org/drawingml/2006/main">
              <a:ext uri="{FF2B5EF4-FFF2-40B4-BE49-F238E27FC236}">
                <a16:creationId xmlns:a16="http://schemas.microsoft.com/office/drawing/2014/main" id="{A36857D4-9125-4634-84DB-DDCB0538F41A}"/>
              </a:ext>
            </a:extLst>
          </p:cNvPr>
          <p:cNvSpPr>
            <a:spLocks xmlns:a="http://schemas.openxmlformats.org/drawingml/2006/main" noGrp="1"/>
          </p:cNvSpPr>
          <p:nvPr/>
        </p:nvSpPr>
        <p:spPr>
          <a:xfrm xmlns:a="http://schemas.openxmlformats.org/drawingml/2006/main">
            <a:off x="6048375" y="26860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20" name="">
            <a:extLst xmlns:a="http://schemas.openxmlformats.org/drawingml/2006/main">
              <a:ext uri="{FF2B5EF4-FFF2-40B4-BE49-F238E27FC236}">
                <a16:creationId xmlns:a16="http://schemas.microsoft.com/office/drawing/2014/main" id="{56FBD65B-E205-462E-B98A-C4DC15AFD139}"/>
              </a:ext>
            </a:extLst>
          </p:cNvPr>
          <p:cNvSpPr>
            <a:spLocks xmlns:a="http://schemas.openxmlformats.org/drawingml/2006/main" noGrp="1"/>
          </p:cNvSpPr>
          <p:nvPr/>
        </p:nvSpPr>
        <p:spPr>
          <a:xfrm xmlns:a="http://schemas.openxmlformats.org/drawingml/2006/main">
            <a:off x="3429000" y="395287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03</a:t>
            </a:r>
          </a:p>
        </p:txBody>
      </p:sp>
      <p:sp>
        <p:nvSpPr>
          <p:cNvPr id="21" name="">
            <a:extLst xmlns:a="http://schemas.openxmlformats.org/drawingml/2006/main">
              <a:ext uri="{FF2B5EF4-FFF2-40B4-BE49-F238E27FC236}">
                <a16:creationId xmlns:a16="http://schemas.microsoft.com/office/drawing/2014/main" id="{0000FC09-3EBB-41E3-A27E-B9319CDC80C7}"/>
              </a:ext>
            </a:extLst>
          </p:cNvPr>
          <p:cNvSpPr>
            <a:spLocks xmlns:a="http://schemas.openxmlformats.org/drawingml/2006/main" noGrp="1"/>
          </p:cNvSpPr>
          <p:nvPr/>
        </p:nvSpPr>
        <p:spPr>
          <a:xfrm xmlns:a="http://schemas.openxmlformats.org/drawingml/2006/main">
            <a:off x="3838575" y="3952875"/>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Architecture &amp; Technology</a:t>
            </a:r>
          </a:p>
        </p:txBody>
      </p:sp>
      <p:sp>
        <p:nvSpPr>
          <p:cNvPr id="22" name="">
            <a:extLst xmlns:a="http://schemas.openxmlformats.org/drawingml/2006/main">
              <a:ext uri="{FF2B5EF4-FFF2-40B4-BE49-F238E27FC236}">
                <a16:creationId xmlns:a16="http://schemas.microsoft.com/office/drawing/2014/main" id="{177357A0-DE6A-4F85-B6C6-96E7BD6B56EB}"/>
              </a:ext>
            </a:extLst>
          </p:cNvPr>
          <p:cNvSpPr>
            <a:spLocks xmlns:a="http://schemas.openxmlformats.org/drawingml/2006/main" noGrp="1"/>
          </p:cNvSpPr>
          <p:nvPr/>
        </p:nvSpPr>
        <p:spPr>
          <a:xfrm xmlns:a="http://schemas.openxmlformats.org/drawingml/2006/main">
            <a:off x="3429000" y="4495800"/>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04</a:t>
            </a:r>
          </a:p>
        </p:txBody>
      </p:sp>
      <p:sp>
        <p:nvSpPr>
          <p:cNvPr id="23" name="">
            <a:extLst xmlns:a="http://schemas.openxmlformats.org/drawingml/2006/main">
              <a:ext uri="{FF2B5EF4-FFF2-40B4-BE49-F238E27FC236}">
                <a16:creationId xmlns:a16="http://schemas.microsoft.com/office/drawing/2014/main" id="{3A2A3F48-175E-46AD-80B8-D9AC4A1650B6}"/>
              </a:ext>
            </a:extLst>
          </p:cNvPr>
          <p:cNvSpPr>
            <a:spLocks xmlns:a="http://schemas.openxmlformats.org/drawingml/2006/main" noGrp="1"/>
          </p:cNvSpPr>
          <p:nvPr/>
        </p:nvSpPr>
        <p:spPr>
          <a:xfrm xmlns:a="http://schemas.openxmlformats.org/drawingml/2006/main">
            <a:off x="3838575" y="4495800"/>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Customer, Provider &amp; Admin</a:t>
            </a:r>
          </a:p>
        </p:txBody>
      </p:sp>
      <p:sp>
        <p:nvSpPr>
          <p:cNvPr id="24" name="">
            <a:extLst xmlns:a="http://schemas.openxmlformats.org/drawingml/2006/main">
              <a:ext uri="{FF2B5EF4-FFF2-40B4-BE49-F238E27FC236}">
                <a16:creationId xmlns:a16="http://schemas.microsoft.com/office/drawing/2014/main" id="{9E377D38-2A78-410A-B04F-955EC9162242}"/>
              </a:ext>
            </a:extLst>
          </p:cNvPr>
          <p:cNvSpPr>
            <a:spLocks xmlns:a="http://schemas.openxmlformats.org/drawingml/2006/main" noGrp="1"/>
          </p:cNvSpPr>
          <p:nvPr/>
        </p:nvSpPr>
        <p:spPr>
          <a:xfrm xmlns:a="http://schemas.openxmlformats.org/drawingml/2006/main">
            <a:off x="3429000" y="503872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05</a:t>
            </a:r>
          </a:p>
        </p:txBody>
      </p:sp>
      <p:sp>
        <p:nvSpPr>
          <p:cNvPr id="25" name="">
            <a:extLst xmlns:a="http://schemas.openxmlformats.org/drawingml/2006/main">
              <a:ext uri="{FF2B5EF4-FFF2-40B4-BE49-F238E27FC236}">
                <a16:creationId xmlns:a16="http://schemas.microsoft.com/office/drawing/2014/main" id="{4BB6427A-F4A7-4668-892C-9CD476CC2BA2}"/>
              </a:ext>
            </a:extLst>
          </p:cNvPr>
          <p:cNvSpPr>
            <a:spLocks xmlns:a="http://schemas.openxmlformats.org/drawingml/2006/main" noGrp="1"/>
          </p:cNvSpPr>
          <p:nvPr/>
        </p:nvSpPr>
        <p:spPr>
          <a:xfrm xmlns:a="http://schemas.openxmlformats.org/drawingml/2006/main">
            <a:off x="3838575" y="5038725"/>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Database Relationships</a:t>
            </a:r>
          </a:p>
        </p:txBody>
      </p:sp>
      <p:sp>
        <p:nvSpPr>
          <p:cNvPr id="26" name="">
            <a:extLst xmlns:a="http://schemas.openxmlformats.org/drawingml/2006/main">
              <a:ext uri="{FF2B5EF4-FFF2-40B4-BE49-F238E27FC236}">
                <a16:creationId xmlns:a16="http://schemas.microsoft.com/office/drawing/2014/main" id="{62CAF2B5-A3CD-4740-A2B7-61257E7D222B}"/>
              </a:ext>
            </a:extLst>
          </p:cNvPr>
          <p:cNvSpPr>
            <a:spLocks xmlns:a="http://schemas.openxmlformats.org/drawingml/2006/main" noGrp="1"/>
          </p:cNvSpPr>
          <p:nvPr/>
        </p:nvSpPr>
        <p:spPr>
          <a:xfrm xmlns:a="http://schemas.openxmlformats.org/drawingml/2006/main">
            <a:off x="6286500" y="2619375"/>
            <a:ext cx="533400" cy="5334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3</a:t>
            </a:r>
          </a:p>
        </p:txBody>
      </p:sp>
      <p:sp>
        <p:nvSpPr>
          <p:cNvPr id="27" name="">
            <a:extLst xmlns:a="http://schemas.openxmlformats.org/drawingml/2006/main">
              <a:ext uri="{FF2B5EF4-FFF2-40B4-BE49-F238E27FC236}">
                <a16:creationId xmlns:a16="http://schemas.microsoft.com/office/drawing/2014/main" id="{E432498B-28FA-4C73-B592-0368918FA613}"/>
              </a:ext>
            </a:extLst>
          </p:cNvPr>
          <p:cNvSpPr>
            <a:spLocks xmlns:a="http://schemas.openxmlformats.org/drawingml/2006/main" noGrp="1"/>
          </p:cNvSpPr>
          <p:nvPr/>
        </p:nvSpPr>
        <p:spPr>
          <a:xfrm xmlns:a="http://schemas.openxmlformats.org/drawingml/2006/main">
            <a:off x="6286500" y="333375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Build the experience</a:t>
            </a:r>
          </a:p>
        </p:txBody>
      </p:sp>
      <p:sp>
        <p:nvSpPr>
          <p:cNvPr id="28" name="">
            <a:extLst xmlns:a="http://schemas.openxmlformats.org/drawingml/2006/main">
              <a:ext uri="{FF2B5EF4-FFF2-40B4-BE49-F238E27FC236}">
                <a16:creationId xmlns:a16="http://schemas.microsoft.com/office/drawing/2014/main" id="{7EEDC992-4A74-4D79-A859-8FE4240FC79D}"/>
              </a:ext>
            </a:extLst>
          </p:cNvPr>
          <p:cNvSpPr>
            <a:spLocks xmlns:a="http://schemas.openxmlformats.org/drawingml/2006/main" noGrp="1"/>
          </p:cNvSpPr>
          <p:nvPr/>
        </p:nvSpPr>
        <p:spPr>
          <a:xfrm xmlns:a="http://schemas.openxmlformats.org/drawingml/2006/main">
            <a:off x="6953250" y="2876550"/>
            <a:ext cx="2047875" cy="0"/>
          </a:xfrm>
          <a:prstGeom xmlns:a="http://schemas.openxmlformats.org/drawingml/2006/main" prst="line">
            <a:avLst/>
          </a:prstGeom>
          <a:ln xmlns:a="http://schemas.openxmlformats.org/drawingml/2006/main" w="19050">
            <a:solidFill>
              <a:srgbClr val="1557FF"/>
            </a:solidFill>
          </a:ln>
        </p:spPr>
      </p:sp>
      <p:sp>
        <p:nvSpPr>
          <p:cNvPr id="29" name="">
            <a:extLst xmlns:a="http://schemas.openxmlformats.org/drawingml/2006/main">
              <a:ext uri="{FF2B5EF4-FFF2-40B4-BE49-F238E27FC236}">
                <a16:creationId xmlns:a16="http://schemas.microsoft.com/office/drawing/2014/main" id="{FE169519-077C-45A5-8762-C62DB35E84FC}"/>
              </a:ext>
            </a:extLst>
          </p:cNvPr>
          <p:cNvSpPr>
            <a:spLocks xmlns:a="http://schemas.openxmlformats.org/drawingml/2006/main" noGrp="1"/>
          </p:cNvSpPr>
          <p:nvPr/>
        </p:nvSpPr>
        <p:spPr>
          <a:xfrm xmlns:a="http://schemas.openxmlformats.org/drawingml/2006/main">
            <a:off x="8905875" y="26860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30" name="">
            <a:extLst xmlns:a="http://schemas.openxmlformats.org/drawingml/2006/main">
              <a:ext uri="{FF2B5EF4-FFF2-40B4-BE49-F238E27FC236}">
                <a16:creationId xmlns:a16="http://schemas.microsoft.com/office/drawing/2014/main" id="{5AC6FFA2-B6AE-4D2A-B9A5-F9D7B2A7CC90}"/>
              </a:ext>
            </a:extLst>
          </p:cNvPr>
          <p:cNvSpPr>
            <a:spLocks xmlns:a="http://schemas.openxmlformats.org/drawingml/2006/main" noGrp="1"/>
          </p:cNvSpPr>
          <p:nvPr/>
        </p:nvSpPr>
        <p:spPr>
          <a:xfrm xmlns:a="http://schemas.openxmlformats.org/drawingml/2006/main">
            <a:off x="6286500" y="395287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06</a:t>
            </a:r>
          </a:p>
        </p:txBody>
      </p:sp>
      <p:sp>
        <p:nvSpPr>
          <p:cNvPr id="31" name="">
            <a:extLst xmlns:a="http://schemas.openxmlformats.org/drawingml/2006/main">
              <a:ext uri="{FF2B5EF4-FFF2-40B4-BE49-F238E27FC236}">
                <a16:creationId xmlns:a16="http://schemas.microsoft.com/office/drawing/2014/main" id="{073C8108-9E46-4007-B1E9-A449475F463F}"/>
              </a:ext>
            </a:extLst>
          </p:cNvPr>
          <p:cNvSpPr>
            <a:spLocks xmlns:a="http://schemas.openxmlformats.org/drawingml/2006/main" noGrp="1"/>
          </p:cNvSpPr>
          <p:nvPr/>
        </p:nvSpPr>
        <p:spPr>
          <a:xfrm xmlns:a="http://schemas.openxmlformats.org/drawingml/2006/main">
            <a:off x="6696075" y="3952875"/>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Modules &amp; Workspaces</a:t>
            </a:r>
          </a:p>
        </p:txBody>
      </p:sp>
      <p:sp>
        <p:nvSpPr>
          <p:cNvPr id="32" name="">
            <a:extLst xmlns:a="http://schemas.openxmlformats.org/drawingml/2006/main">
              <a:ext uri="{FF2B5EF4-FFF2-40B4-BE49-F238E27FC236}">
                <a16:creationId xmlns:a16="http://schemas.microsoft.com/office/drawing/2014/main" id="{47C5F8F4-7B98-48A2-8A72-B76846CF8B47}"/>
              </a:ext>
            </a:extLst>
          </p:cNvPr>
          <p:cNvSpPr>
            <a:spLocks xmlns:a="http://schemas.openxmlformats.org/drawingml/2006/main" noGrp="1"/>
          </p:cNvSpPr>
          <p:nvPr/>
        </p:nvSpPr>
        <p:spPr>
          <a:xfrm xmlns:a="http://schemas.openxmlformats.org/drawingml/2006/main">
            <a:off x="6286500" y="4495800"/>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07</a:t>
            </a:r>
          </a:p>
        </p:txBody>
      </p:sp>
      <p:sp>
        <p:nvSpPr>
          <p:cNvPr id="33" name="">
            <a:extLst xmlns:a="http://schemas.openxmlformats.org/drawingml/2006/main">
              <a:ext uri="{FF2B5EF4-FFF2-40B4-BE49-F238E27FC236}">
                <a16:creationId xmlns:a16="http://schemas.microsoft.com/office/drawing/2014/main" id="{A895FB87-C9D3-4FD3-83B4-2F175B35E018}"/>
              </a:ext>
            </a:extLst>
          </p:cNvPr>
          <p:cNvSpPr>
            <a:spLocks xmlns:a="http://schemas.openxmlformats.org/drawingml/2006/main" noGrp="1"/>
          </p:cNvSpPr>
          <p:nvPr/>
        </p:nvSpPr>
        <p:spPr>
          <a:xfrm xmlns:a="http://schemas.openxmlformats.org/drawingml/2006/main">
            <a:off x="6696075" y="4495800"/>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Frontend &amp; Backend</a:t>
            </a:r>
          </a:p>
        </p:txBody>
      </p:sp>
      <p:sp>
        <p:nvSpPr>
          <p:cNvPr id="34" name="">
            <a:extLst xmlns:a="http://schemas.openxmlformats.org/drawingml/2006/main">
              <a:ext uri="{FF2B5EF4-FFF2-40B4-BE49-F238E27FC236}">
                <a16:creationId xmlns:a16="http://schemas.microsoft.com/office/drawing/2014/main" id="{F4596686-EDAA-4A9C-8D05-805681299DE4}"/>
              </a:ext>
            </a:extLst>
          </p:cNvPr>
          <p:cNvSpPr>
            <a:spLocks xmlns:a="http://schemas.openxmlformats.org/drawingml/2006/main" noGrp="1"/>
          </p:cNvSpPr>
          <p:nvPr/>
        </p:nvSpPr>
        <p:spPr>
          <a:xfrm xmlns:a="http://schemas.openxmlformats.org/drawingml/2006/main">
            <a:off x="6286500" y="503872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08</a:t>
            </a:r>
          </a:p>
        </p:txBody>
      </p:sp>
      <p:sp>
        <p:nvSpPr>
          <p:cNvPr id="35" name="">
            <a:extLst xmlns:a="http://schemas.openxmlformats.org/drawingml/2006/main">
              <a:ext uri="{FF2B5EF4-FFF2-40B4-BE49-F238E27FC236}">
                <a16:creationId xmlns:a16="http://schemas.microsoft.com/office/drawing/2014/main" id="{8F604EF5-5149-4DFB-9D07-C9C977DF1D90}"/>
              </a:ext>
            </a:extLst>
          </p:cNvPr>
          <p:cNvSpPr>
            <a:spLocks xmlns:a="http://schemas.openxmlformats.org/drawingml/2006/main" noGrp="1"/>
          </p:cNvSpPr>
          <p:nvPr/>
        </p:nvSpPr>
        <p:spPr>
          <a:xfrm xmlns:a="http://schemas.openxmlformats.org/drawingml/2006/main">
            <a:off x="6696075" y="5038725"/>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APIs &amp; Booking Workflow</a:t>
            </a:r>
          </a:p>
        </p:txBody>
      </p:sp>
      <p:sp>
        <p:nvSpPr>
          <p:cNvPr id="36" name="">
            <a:extLst xmlns:a="http://schemas.openxmlformats.org/drawingml/2006/main">
              <a:ext uri="{FF2B5EF4-FFF2-40B4-BE49-F238E27FC236}">
                <a16:creationId xmlns:a16="http://schemas.microsoft.com/office/drawing/2014/main" id="{4DF89EF8-4E69-410A-8C0A-4C3D650A0973}"/>
              </a:ext>
            </a:extLst>
          </p:cNvPr>
          <p:cNvSpPr>
            <a:spLocks xmlns:a="http://schemas.openxmlformats.org/drawingml/2006/main" noGrp="1"/>
          </p:cNvSpPr>
          <p:nvPr/>
        </p:nvSpPr>
        <p:spPr>
          <a:xfrm xmlns:a="http://schemas.openxmlformats.org/drawingml/2006/main">
            <a:off x="9144000" y="2619375"/>
            <a:ext cx="533400" cy="5334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4</a:t>
            </a:r>
          </a:p>
        </p:txBody>
      </p:sp>
      <p:sp>
        <p:nvSpPr>
          <p:cNvPr id="37" name="">
            <a:extLst xmlns:a="http://schemas.openxmlformats.org/drawingml/2006/main">
              <a:ext uri="{FF2B5EF4-FFF2-40B4-BE49-F238E27FC236}">
                <a16:creationId xmlns:a16="http://schemas.microsoft.com/office/drawing/2014/main" id="{998C5400-29F0-4EAF-A34B-492C0959446D}"/>
              </a:ext>
            </a:extLst>
          </p:cNvPr>
          <p:cNvSpPr>
            <a:spLocks xmlns:a="http://schemas.openxmlformats.org/drawingml/2006/main" noGrp="1"/>
          </p:cNvSpPr>
          <p:nvPr/>
        </p:nvSpPr>
        <p:spPr>
          <a:xfrm xmlns:a="http://schemas.openxmlformats.org/drawingml/2006/main">
            <a:off x="9144000" y="333375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Launch &amp; future</a:t>
            </a:r>
          </a:p>
        </p:txBody>
      </p:sp>
      <p:sp>
        <p:nvSpPr>
          <p:cNvPr id="38" name="">
            <a:extLst xmlns:a="http://schemas.openxmlformats.org/drawingml/2006/main">
              <a:ext uri="{FF2B5EF4-FFF2-40B4-BE49-F238E27FC236}">
                <a16:creationId xmlns:a16="http://schemas.microsoft.com/office/drawing/2014/main" id="{ADAE5088-F4A3-48C6-8F78-9B2BD556EBDB}"/>
              </a:ext>
            </a:extLst>
          </p:cNvPr>
          <p:cNvSpPr>
            <a:spLocks xmlns:a="http://schemas.openxmlformats.org/drawingml/2006/main" noGrp="1"/>
          </p:cNvSpPr>
          <p:nvPr/>
        </p:nvSpPr>
        <p:spPr>
          <a:xfrm xmlns:a="http://schemas.openxmlformats.org/drawingml/2006/main">
            <a:off x="9144000" y="395287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09</a:t>
            </a:r>
          </a:p>
        </p:txBody>
      </p:sp>
      <p:sp>
        <p:nvSpPr>
          <p:cNvPr id="39" name="">
            <a:extLst xmlns:a="http://schemas.openxmlformats.org/drawingml/2006/main">
              <a:ext uri="{FF2B5EF4-FFF2-40B4-BE49-F238E27FC236}">
                <a16:creationId xmlns:a16="http://schemas.microsoft.com/office/drawing/2014/main" id="{8B6645F1-1124-48FE-968C-6ECAA8901FE1}"/>
              </a:ext>
            </a:extLst>
          </p:cNvPr>
          <p:cNvSpPr>
            <a:spLocks xmlns:a="http://schemas.openxmlformats.org/drawingml/2006/main" noGrp="1"/>
          </p:cNvSpPr>
          <p:nvPr/>
        </p:nvSpPr>
        <p:spPr>
          <a:xfrm xmlns:a="http://schemas.openxmlformats.org/drawingml/2006/main">
            <a:off x="9553575" y="3952875"/>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Challenges &amp; Limitations</a:t>
            </a:r>
          </a:p>
        </p:txBody>
      </p:sp>
      <p:sp>
        <p:nvSpPr>
          <p:cNvPr id="40" name="">
            <a:extLst xmlns:a="http://schemas.openxmlformats.org/drawingml/2006/main">
              <a:ext uri="{FF2B5EF4-FFF2-40B4-BE49-F238E27FC236}">
                <a16:creationId xmlns:a16="http://schemas.microsoft.com/office/drawing/2014/main" id="{5E9E96D1-D80B-436E-B4B9-89E76C269FDC}"/>
              </a:ext>
            </a:extLst>
          </p:cNvPr>
          <p:cNvSpPr>
            <a:spLocks xmlns:a="http://schemas.openxmlformats.org/drawingml/2006/main" noGrp="1"/>
          </p:cNvSpPr>
          <p:nvPr/>
        </p:nvSpPr>
        <p:spPr>
          <a:xfrm xmlns:a="http://schemas.openxmlformats.org/drawingml/2006/main">
            <a:off x="9144000" y="4495800"/>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10</a:t>
            </a:r>
          </a:p>
        </p:txBody>
      </p:sp>
      <p:sp>
        <p:nvSpPr>
          <p:cNvPr id="41" name="">
            <a:extLst xmlns:a="http://schemas.openxmlformats.org/drawingml/2006/main">
              <a:ext uri="{FF2B5EF4-FFF2-40B4-BE49-F238E27FC236}">
                <a16:creationId xmlns:a16="http://schemas.microsoft.com/office/drawing/2014/main" id="{380B84AF-913A-4EB7-9CFE-51974D5BAD33}"/>
              </a:ext>
            </a:extLst>
          </p:cNvPr>
          <p:cNvSpPr>
            <a:spLocks xmlns:a="http://schemas.openxmlformats.org/drawingml/2006/main" noGrp="1"/>
          </p:cNvSpPr>
          <p:nvPr/>
        </p:nvSpPr>
        <p:spPr>
          <a:xfrm xmlns:a="http://schemas.openxmlformats.org/drawingml/2006/main">
            <a:off x="9553575" y="4495800"/>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Conclusion &amp; Future Scope</a:t>
            </a:r>
          </a:p>
        </p:txBody>
      </p:sp>
    </p:spTree>
    <p:extLst>
      <p:ext uri="{BB962C8B-B14F-4D97-AF65-F5344CB8AC3E}">
        <p14:creationId xmlns:p14="http://schemas.microsoft.com/office/powerpoint/2010/main" val="10116453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7" name="">
            <a:extLst xmlns:a="http://schemas.openxmlformats.org/drawingml/2006/main">
              <a:ext uri="{FF2B5EF4-FFF2-40B4-BE49-F238E27FC236}">
                <a16:creationId xmlns:a16="http://schemas.microsoft.com/office/drawing/2014/main" id="{347076FA-1A14-4A67-B0CA-C9426F1F0E88}"/>
              </a:ext>
            </a:extLst>
          </p:cNvPr>
          <p:cNvPicPr>
            <a:picLocks xmlns:a="http://schemas.openxmlformats.org/drawingml/2006/main" noChangeAspect="1"/>
          </p:cNvPicPr>
          <p:nvPr/>
        </p:nvPicPr>
        <p:blipFill>
          <a:blip xmlns:r="http://schemas.openxmlformats.org/officeDocument/2006/relationships" xmlns:a="http://schemas.openxmlformats.org/drawingml/2006/main" r:embed="Rfdccbf2adc6b4cfb"/>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884D6B3-1A14-4361-9747-FBA3D643A0A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07195B66-EC34-4450-AA53-D11C6611CB39}"/>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Problem &amp; Existing vs Proposed System</a:t>
            </a:r>
          </a:p>
        </p:txBody>
      </p:sp>
      <p:sp>
        <p:nvSpPr>
          <p:cNvPr id="4" name="">
            <a:extLst xmlns:a="http://schemas.openxmlformats.org/drawingml/2006/main">
              <a:ext uri="{FF2B5EF4-FFF2-40B4-BE49-F238E27FC236}">
                <a16:creationId xmlns:a16="http://schemas.microsoft.com/office/drawing/2014/main" id="{99152F74-28C2-4234-A1FF-55388BC33E2F}"/>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627A3412-3639-49E9-B160-E8F66B4686A6}"/>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CD2269AC-1161-4CFB-8E0F-F0AA3414C66B}"/>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03</a:t>
            </a:r>
          </a:p>
        </p:txBody>
      </p:sp>
      <p:sp>
        <p:nvSpPr>
          <p:cNvPr id="7" name="">
            <a:extLst xmlns:a="http://schemas.openxmlformats.org/drawingml/2006/main">
              <a:ext uri="{FF2B5EF4-FFF2-40B4-BE49-F238E27FC236}">
                <a16:creationId xmlns:a16="http://schemas.microsoft.com/office/drawing/2014/main" id="{89857FBB-3584-4D80-8158-38CD2D5D61D5}"/>
              </a:ext>
            </a:extLst>
          </p:cNvPr>
          <p:cNvSpPr>
            <a:spLocks xmlns:a="http://schemas.openxmlformats.org/drawingml/2006/main" noGrp="1"/>
          </p:cNvSpPr>
          <p:nvPr/>
        </p:nvSpPr>
        <p:spPr>
          <a:xfrm xmlns:a="http://schemas.openxmlformats.org/drawingml/2006/main">
            <a:off x="571500" y="1628775"/>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Fragmented Service Process</a:t>
            </a:r>
          </a:p>
        </p:txBody>
      </p:sp>
      <p:sp>
        <p:nvSpPr>
          <p:cNvPr id="8" name="">
            <a:extLst xmlns:a="http://schemas.openxmlformats.org/drawingml/2006/main">
              <a:ext uri="{FF2B5EF4-FFF2-40B4-BE49-F238E27FC236}">
                <a16:creationId xmlns:a16="http://schemas.microsoft.com/office/drawing/2014/main" id="{1A15C125-C155-429C-AA84-E552163C4F9F}"/>
              </a:ext>
            </a:extLst>
          </p:cNvPr>
          <p:cNvSpPr>
            <a:spLocks xmlns:a="http://schemas.openxmlformats.org/drawingml/2006/main" noGrp="1"/>
          </p:cNvSpPr>
          <p:nvPr/>
        </p:nvSpPr>
        <p:spPr>
          <a:xfrm xmlns:a="http://schemas.openxmlformats.org/drawingml/2006/main">
            <a:off x="571500" y="2190750"/>
            <a:ext cx="400050" cy="400050"/>
          </a:xfrm>
          <a:prstGeom xmlns:a="http://schemas.openxmlformats.org/drawingml/2006/main" prst="rect">
            <a:avLst/>
          </a:prstGeom>
          <a:solidFill xmlns:a="http://schemas.openxmlformats.org/drawingml/2006/main">
            <a:srgbClr val="F0F1F4"/>
          </a:solidFill>
          <a:ln xmlns:a="http://schemas.openxmlformats.org/drawingml/2006/main" w="9525">
            <a:solidFill>
              <a:srgbClr val="F0F1F4"/>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1</a:t>
            </a:r>
          </a:p>
        </p:txBody>
      </p:sp>
      <p:sp>
        <p:nvSpPr>
          <p:cNvPr id="9" name="">
            <a:extLst xmlns:a="http://schemas.openxmlformats.org/drawingml/2006/main">
              <a:ext uri="{FF2B5EF4-FFF2-40B4-BE49-F238E27FC236}">
                <a16:creationId xmlns:a16="http://schemas.microsoft.com/office/drawing/2014/main" id="{9AA42370-90D6-4EC3-B63F-368DCDBFFE2E}"/>
              </a:ext>
            </a:extLst>
          </p:cNvPr>
          <p:cNvSpPr>
            <a:spLocks xmlns:a="http://schemas.openxmlformats.org/drawingml/2006/main" noGrp="1"/>
          </p:cNvSpPr>
          <p:nvPr/>
        </p:nvSpPr>
        <p:spPr>
          <a:xfrm xmlns:a="http://schemas.openxmlformats.org/drawingml/2006/main">
            <a:off x="571500" y="2809875"/>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191D"/>
                </a:solidFill>
              </a:defRPr>
            </a:defPPr>
          </a:lstStyle>
          <a:p xmlns:a="http://schemas.openxmlformats.org/drawingml/2006/main">
            <a:pPr>
              <a:defRPr sz="1800" b="0">
                <a:solidFill>
                  <a:srgbClr val="15191D"/>
                </a:solidFill>
              </a:defRPr>
            </a:pPr>
            <a:r>
              <a:rPr sz="1800" b="0">
                <a:solidFill>
                  <a:srgbClr val="15191D"/>
                </a:solidFill>
              </a:rPr>
              <a:t>Search across listings and contacts</a:t>
            </a:r>
          </a:p>
        </p:txBody>
      </p:sp>
      <p:sp>
        <p:nvSpPr>
          <p:cNvPr id="10" name="">
            <a:extLst xmlns:a="http://schemas.openxmlformats.org/drawingml/2006/main">
              <a:ext uri="{FF2B5EF4-FFF2-40B4-BE49-F238E27FC236}">
                <a16:creationId xmlns:a16="http://schemas.microsoft.com/office/drawing/2014/main" id="{1A216791-6400-4BD1-B8CA-8CC5C7C46DED}"/>
              </a:ext>
            </a:extLst>
          </p:cNvPr>
          <p:cNvSpPr>
            <a:spLocks xmlns:a="http://schemas.openxmlformats.org/drawingml/2006/main" noGrp="1"/>
          </p:cNvSpPr>
          <p:nvPr/>
        </p:nvSpPr>
        <p:spPr>
          <a:xfrm xmlns:a="http://schemas.openxmlformats.org/drawingml/2006/main">
            <a:off x="1333500" y="2390775"/>
            <a:ext cx="1143000" cy="0"/>
          </a:xfrm>
          <a:prstGeom xmlns:a="http://schemas.openxmlformats.org/drawingml/2006/main" prst="line">
            <a:avLst/>
          </a:prstGeom>
          <a:ln xmlns:a="http://schemas.openxmlformats.org/drawingml/2006/main" w="19050">
            <a:solidFill>
              <a:srgbClr val="CFD2D8"/>
            </a:solidFill>
          </a:ln>
        </p:spPr>
      </p:sp>
      <p:sp>
        <p:nvSpPr>
          <p:cNvPr id="11" name="">
            <a:extLst xmlns:a="http://schemas.openxmlformats.org/drawingml/2006/main">
              <a:ext uri="{FF2B5EF4-FFF2-40B4-BE49-F238E27FC236}">
                <a16:creationId xmlns:a16="http://schemas.microsoft.com/office/drawing/2014/main" id="{FD864D97-445E-4AD0-A77A-8C31F82622DA}"/>
              </a:ext>
            </a:extLst>
          </p:cNvPr>
          <p:cNvSpPr>
            <a:spLocks xmlns:a="http://schemas.openxmlformats.org/drawingml/2006/main" noGrp="1"/>
          </p:cNvSpPr>
          <p:nvPr/>
        </p:nvSpPr>
        <p:spPr>
          <a:xfrm xmlns:a="http://schemas.openxmlformats.org/drawingml/2006/main">
            <a:off x="2828925" y="2190750"/>
            <a:ext cx="400050" cy="400050"/>
          </a:xfrm>
          <a:prstGeom xmlns:a="http://schemas.openxmlformats.org/drawingml/2006/main" prst="rect">
            <a:avLst/>
          </a:prstGeom>
          <a:solidFill xmlns:a="http://schemas.openxmlformats.org/drawingml/2006/main">
            <a:srgbClr val="F0F1F4"/>
          </a:solidFill>
          <a:ln xmlns:a="http://schemas.openxmlformats.org/drawingml/2006/main" w="9525">
            <a:solidFill>
              <a:srgbClr val="F0F1F4"/>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2</a:t>
            </a:r>
          </a:p>
        </p:txBody>
      </p:sp>
      <p:sp>
        <p:nvSpPr>
          <p:cNvPr id="12" name="">
            <a:extLst xmlns:a="http://schemas.openxmlformats.org/drawingml/2006/main">
              <a:ext uri="{FF2B5EF4-FFF2-40B4-BE49-F238E27FC236}">
                <a16:creationId xmlns:a16="http://schemas.microsoft.com/office/drawing/2014/main" id="{ECAF2F2B-6BA3-4B82-8FBA-B20C1E7B3EDF}"/>
              </a:ext>
            </a:extLst>
          </p:cNvPr>
          <p:cNvSpPr>
            <a:spLocks xmlns:a="http://schemas.openxmlformats.org/drawingml/2006/main" noGrp="1"/>
          </p:cNvSpPr>
          <p:nvPr/>
        </p:nvSpPr>
        <p:spPr>
          <a:xfrm xmlns:a="http://schemas.openxmlformats.org/drawingml/2006/main">
            <a:off x="2828925" y="2809875"/>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191D"/>
                </a:solidFill>
              </a:defRPr>
            </a:defPPr>
          </a:lstStyle>
          <a:p xmlns:a="http://schemas.openxmlformats.org/drawingml/2006/main">
            <a:pPr>
              <a:defRPr sz="1800" b="0">
                <a:solidFill>
                  <a:srgbClr val="15191D"/>
                </a:solidFill>
              </a:defRPr>
            </a:pPr>
            <a:r>
              <a:rPr sz="1800" b="0">
                <a:solidFill>
                  <a:srgbClr val="15191D"/>
                </a:solidFill>
              </a:rPr>
              <a:t>Confirm coverage through calls</a:t>
            </a:r>
          </a:p>
        </p:txBody>
      </p:sp>
      <p:sp>
        <p:nvSpPr>
          <p:cNvPr id="13" name="">
            <a:extLst xmlns:a="http://schemas.openxmlformats.org/drawingml/2006/main">
              <a:ext uri="{FF2B5EF4-FFF2-40B4-BE49-F238E27FC236}">
                <a16:creationId xmlns:a16="http://schemas.microsoft.com/office/drawing/2014/main" id="{0987D886-A047-4BC5-B8C7-DC92FF4626AE}"/>
              </a:ext>
            </a:extLst>
          </p:cNvPr>
          <p:cNvSpPr>
            <a:spLocks xmlns:a="http://schemas.openxmlformats.org/drawingml/2006/main" noGrp="1"/>
          </p:cNvSpPr>
          <p:nvPr/>
        </p:nvSpPr>
        <p:spPr>
          <a:xfrm xmlns:a="http://schemas.openxmlformats.org/drawingml/2006/main">
            <a:off x="3590925" y="2390775"/>
            <a:ext cx="1143000" cy="0"/>
          </a:xfrm>
          <a:prstGeom xmlns:a="http://schemas.openxmlformats.org/drawingml/2006/main" prst="line">
            <a:avLst/>
          </a:prstGeom>
          <a:ln xmlns:a="http://schemas.openxmlformats.org/drawingml/2006/main" w="19050">
            <a:solidFill>
              <a:srgbClr val="CFD2D8"/>
            </a:solidFill>
          </a:ln>
        </p:spPr>
      </p:sp>
      <p:sp>
        <p:nvSpPr>
          <p:cNvPr id="14" name="">
            <a:extLst xmlns:a="http://schemas.openxmlformats.org/drawingml/2006/main">
              <a:ext uri="{FF2B5EF4-FFF2-40B4-BE49-F238E27FC236}">
                <a16:creationId xmlns:a16="http://schemas.microsoft.com/office/drawing/2014/main" id="{E01D1E98-EAF3-4577-A68E-348460604CC1}"/>
              </a:ext>
            </a:extLst>
          </p:cNvPr>
          <p:cNvSpPr>
            <a:spLocks xmlns:a="http://schemas.openxmlformats.org/drawingml/2006/main" noGrp="1"/>
          </p:cNvSpPr>
          <p:nvPr/>
        </p:nvSpPr>
        <p:spPr>
          <a:xfrm xmlns:a="http://schemas.openxmlformats.org/drawingml/2006/main">
            <a:off x="5086350" y="2190750"/>
            <a:ext cx="400050" cy="400050"/>
          </a:xfrm>
          <a:prstGeom xmlns:a="http://schemas.openxmlformats.org/drawingml/2006/main" prst="rect">
            <a:avLst/>
          </a:prstGeom>
          <a:solidFill xmlns:a="http://schemas.openxmlformats.org/drawingml/2006/main">
            <a:srgbClr val="F0F1F4"/>
          </a:solidFill>
          <a:ln xmlns:a="http://schemas.openxmlformats.org/drawingml/2006/main" w="9525">
            <a:solidFill>
              <a:srgbClr val="F0F1F4"/>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3</a:t>
            </a:r>
          </a:p>
        </p:txBody>
      </p:sp>
      <p:sp>
        <p:nvSpPr>
          <p:cNvPr id="15" name="">
            <a:extLst xmlns:a="http://schemas.openxmlformats.org/drawingml/2006/main">
              <a:ext uri="{FF2B5EF4-FFF2-40B4-BE49-F238E27FC236}">
                <a16:creationId xmlns:a16="http://schemas.microsoft.com/office/drawing/2014/main" id="{1EFDC373-7EDB-4CAD-A516-A1BEDE1BAF9D}"/>
              </a:ext>
            </a:extLst>
          </p:cNvPr>
          <p:cNvSpPr>
            <a:spLocks xmlns:a="http://schemas.openxmlformats.org/drawingml/2006/main" noGrp="1"/>
          </p:cNvSpPr>
          <p:nvPr/>
        </p:nvSpPr>
        <p:spPr>
          <a:xfrm xmlns:a="http://schemas.openxmlformats.org/drawingml/2006/main">
            <a:off x="5086350" y="2809875"/>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191D"/>
                </a:solidFill>
              </a:defRPr>
            </a:defPPr>
          </a:lstStyle>
          <a:p xmlns:a="http://schemas.openxmlformats.org/drawingml/2006/main">
            <a:pPr>
              <a:defRPr sz="1800" b="0">
                <a:solidFill>
                  <a:srgbClr val="15191D"/>
                </a:solidFill>
              </a:defRPr>
            </a:pPr>
            <a:r>
              <a:rPr sz="1800" b="0">
                <a:solidFill>
                  <a:srgbClr val="15191D"/>
                </a:solidFill>
              </a:rPr>
              <a:t>Arrange time through separate chats</a:t>
            </a:r>
          </a:p>
        </p:txBody>
      </p:sp>
      <p:sp>
        <p:nvSpPr>
          <p:cNvPr id="16" name="">
            <a:extLst xmlns:a="http://schemas.openxmlformats.org/drawingml/2006/main">
              <a:ext uri="{FF2B5EF4-FFF2-40B4-BE49-F238E27FC236}">
                <a16:creationId xmlns:a16="http://schemas.microsoft.com/office/drawing/2014/main" id="{48FE7525-2C7D-4E00-BAC2-0CFB973ED021}"/>
              </a:ext>
            </a:extLst>
          </p:cNvPr>
          <p:cNvSpPr>
            <a:spLocks xmlns:a="http://schemas.openxmlformats.org/drawingml/2006/main" noGrp="1"/>
          </p:cNvSpPr>
          <p:nvPr/>
        </p:nvSpPr>
        <p:spPr>
          <a:xfrm xmlns:a="http://schemas.openxmlformats.org/drawingml/2006/main">
            <a:off x="5848350" y="2390775"/>
            <a:ext cx="1143000" cy="0"/>
          </a:xfrm>
          <a:prstGeom xmlns:a="http://schemas.openxmlformats.org/drawingml/2006/main" prst="line">
            <a:avLst/>
          </a:prstGeom>
          <a:ln xmlns:a="http://schemas.openxmlformats.org/drawingml/2006/main" w="19050">
            <a:solidFill>
              <a:srgbClr val="CFD2D8"/>
            </a:solidFill>
          </a:ln>
        </p:spPr>
      </p:sp>
      <p:sp>
        <p:nvSpPr>
          <p:cNvPr id="17" name="">
            <a:extLst xmlns:a="http://schemas.openxmlformats.org/drawingml/2006/main">
              <a:ext uri="{FF2B5EF4-FFF2-40B4-BE49-F238E27FC236}">
                <a16:creationId xmlns:a16="http://schemas.microsoft.com/office/drawing/2014/main" id="{B272A9B6-154C-4586-8BA2-1CD0AF5B1305}"/>
              </a:ext>
            </a:extLst>
          </p:cNvPr>
          <p:cNvSpPr>
            <a:spLocks xmlns:a="http://schemas.openxmlformats.org/drawingml/2006/main" noGrp="1"/>
          </p:cNvSpPr>
          <p:nvPr/>
        </p:nvSpPr>
        <p:spPr>
          <a:xfrm xmlns:a="http://schemas.openxmlformats.org/drawingml/2006/main">
            <a:off x="7343775" y="2190750"/>
            <a:ext cx="400050" cy="400050"/>
          </a:xfrm>
          <a:prstGeom xmlns:a="http://schemas.openxmlformats.org/drawingml/2006/main" prst="rect">
            <a:avLst/>
          </a:prstGeom>
          <a:solidFill xmlns:a="http://schemas.openxmlformats.org/drawingml/2006/main">
            <a:srgbClr val="F0F1F4"/>
          </a:solidFill>
          <a:ln xmlns:a="http://schemas.openxmlformats.org/drawingml/2006/main" w="9525">
            <a:solidFill>
              <a:srgbClr val="F0F1F4"/>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4</a:t>
            </a:r>
          </a:p>
        </p:txBody>
      </p:sp>
      <p:sp>
        <p:nvSpPr>
          <p:cNvPr id="18" name="">
            <a:extLst xmlns:a="http://schemas.openxmlformats.org/drawingml/2006/main">
              <a:ext uri="{FF2B5EF4-FFF2-40B4-BE49-F238E27FC236}">
                <a16:creationId xmlns:a16="http://schemas.microsoft.com/office/drawing/2014/main" id="{DCDD182F-7E09-42D5-A30D-18AB66AFCCC7}"/>
              </a:ext>
            </a:extLst>
          </p:cNvPr>
          <p:cNvSpPr>
            <a:spLocks xmlns:a="http://schemas.openxmlformats.org/drawingml/2006/main" noGrp="1"/>
          </p:cNvSpPr>
          <p:nvPr/>
        </p:nvSpPr>
        <p:spPr>
          <a:xfrm xmlns:a="http://schemas.openxmlformats.org/drawingml/2006/main">
            <a:off x="7343775" y="2809875"/>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191D"/>
                </a:solidFill>
              </a:defRPr>
            </a:defPPr>
          </a:lstStyle>
          <a:p xmlns:a="http://schemas.openxmlformats.org/drawingml/2006/main">
            <a:pPr>
              <a:defRPr sz="1800" b="0">
                <a:solidFill>
                  <a:srgbClr val="15191D"/>
                </a:solidFill>
              </a:defRPr>
            </a:pPr>
            <a:r>
              <a:rPr sz="1800" b="0">
                <a:solidFill>
                  <a:srgbClr val="15191D"/>
                </a:solidFill>
              </a:rPr>
              <a:t>Track booking and payment separately</a:t>
            </a:r>
          </a:p>
        </p:txBody>
      </p:sp>
      <p:sp>
        <p:nvSpPr>
          <p:cNvPr id="19" name="">
            <a:extLst xmlns:a="http://schemas.openxmlformats.org/drawingml/2006/main">
              <a:ext uri="{FF2B5EF4-FFF2-40B4-BE49-F238E27FC236}">
                <a16:creationId xmlns:a16="http://schemas.microsoft.com/office/drawing/2014/main" id="{8DFE201A-CC67-48BE-93B6-DADCD7625158}"/>
              </a:ext>
            </a:extLst>
          </p:cNvPr>
          <p:cNvSpPr>
            <a:spLocks xmlns:a="http://schemas.openxmlformats.org/drawingml/2006/main" noGrp="1"/>
          </p:cNvSpPr>
          <p:nvPr/>
        </p:nvSpPr>
        <p:spPr>
          <a:xfrm xmlns:a="http://schemas.openxmlformats.org/drawingml/2006/main">
            <a:off x="8105775" y="2390775"/>
            <a:ext cx="1143000" cy="0"/>
          </a:xfrm>
          <a:prstGeom xmlns:a="http://schemas.openxmlformats.org/drawingml/2006/main" prst="line">
            <a:avLst/>
          </a:prstGeom>
          <a:ln xmlns:a="http://schemas.openxmlformats.org/drawingml/2006/main" w="19050">
            <a:solidFill>
              <a:srgbClr val="CFD2D8"/>
            </a:solidFill>
          </a:ln>
        </p:spPr>
      </p:sp>
      <p:sp>
        <p:nvSpPr>
          <p:cNvPr id="20" name="">
            <a:extLst xmlns:a="http://schemas.openxmlformats.org/drawingml/2006/main">
              <a:ext uri="{FF2B5EF4-FFF2-40B4-BE49-F238E27FC236}">
                <a16:creationId xmlns:a16="http://schemas.microsoft.com/office/drawing/2014/main" id="{DAED279D-C3AC-4D9D-A9AB-EF10FD949AC2}"/>
              </a:ext>
            </a:extLst>
          </p:cNvPr>
          <p:cNvSpPr>
            <a:spLocks xmlns:a="http://schemas.openxmlformats.org/drawingml/2006/main" noGrp="1"/>
          </p:cNvSpPr>
          <p:nvPr/>
        </p:nvSpPr>
        <p:spPr>
          <a:xfrm xmlns:a="http://schemas.openxmlformats.org/drawingml/2006/main">
            <a:off x="9601200" y="2190750"/>
            <a:ext cx="400050" cy="400050"/>
          </a:xfrm>
          <a:prstGeom xmlns:a="http://schemas.openxmlformats.org/drawingml/2006/main" prst="rect">
            <a:avLst/>
          </a:prstGeom>
          <a:solidFill xmlns:a="http://schemas.openxmlformats.org/drawingml/2006/main">
            <a:srgbClr val="F0F1F4"/>
          </a:solidFill>
          <a:ln xmlns:a="http://schemas.openxmlformats.org/drawingml/2006/main" w="9525">
            <a:solidFill>
              <a:srgbClr val="F0F1F4"/>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5</a:t>
            </a:r>
          </a:p>
        </p:txBody>
      </p:sp>
      <p:sp>
        <p:nvSpPr>
          <p:cNvPr id="21" name="">
            <a:extLst xmlns:a="http://schemas.openxmlformats.org/drawingml/2006/main">
              <a:ext uri="{FF2B5EF4-FFF2-40B4-BE49-F238E27FC236}">
                <a16:creationId xmlns:a16="http://schemas.microsoft.com/office/drawing/2014/main" id="{FD7BE778-C6EF-4C75-BC72-0F4B95AEAB21}"/>
              </a:ext>
            </a:extLst>
          </p:cNvPr>
          <p:cNvSpPr>
            <a:spLocks xmlns:a="http://schemas.openxmlformats.org/drawingml/2006/main" noGrp="1"/>
          </p:cNvSpPr>
          <p:nvPr/>
        </p:nvSpPr>
        <p:spPr>
          <a:xfrm xmlns:a="http://schemas.openxmlformats.org/drawingml/2006/main">
            <a:off x="9601200" y="2809875"/>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191D"/>
                </a:solidFill>
              </a:defRPr>
            </a:defPPr>
          </a:lstStyle>
          <a:p xmlns:a="http://schemas.openxmlformats.org/drawingml/2006/main">
            <a:pPr>
              <a:defRPr sz="1800" b="0">
                <a:solidFill>
                  <a:srgbClr val="15191D"/>
                </a:solidFill>
              </a:defRPr>
            </a:pPr>
            <a:r>
              <a:rPr sz="1800" b="0">
                <a:solidFill>
                  <a:srgbClr val="15191D"/>
                </a:solidFill>
              </a:rPr>
              <a:t>Resolve issues through informal follow-up</a:t>
            </a:r>
          </a:p>
        </p:txBody>
      </p:sp>
      <p:sp>
        <p:nvSpPr>
          <p:cNvPr id="22" name="">
            <a:extLst xmlns:a="http://schemas.openxmlformats.org/drawingml/2006/main">
              <a:ext uri="{FF2B5EF4-FFF2-40B4-BE49-F238E27FC236}">
                <a16:creationId xmlns:a16="http://schemas.microsoft.com/office/drawing/2014/main" id="{A3B77B83-3D70-4901-849F-933A17CB8134}"/>
              </a:ext>
            </a:extLst>
          </p:cNvPr>
          <p:cNvSpPr>
            <a:spLocks xmlns:a="http://schemas.openxmlformats.org/drawingml/2006/main" noGrp="1"/>
          </p:cNvSpPr>
          <p:nvPr/>
        </p:nvSpPr>
        <p:spPr>
          <a:xfrm xmlns:a="http://schemas.openxmlformats.org/drawingml/2006/main">
            <a:off x="400050" y="4048125"/>
            <a:ext cx="11410950" cy="2047875"/>
          </a:xfrm>
          <a:prstGeom xmlns:a="http://schemas.openxmlformats.org/drawingml/2006/main" prst="rect">
            <a:avLst/>
          </a:prstGeom>
          <a:solidFill xmlns:a="http://schemas.openxmlformats.org/drawingml/2006/main">
            <a:srgbClr val="FFF7CD"/>
          </a:solidFill>
          <a:ln xmlns:a="http://schemas.openxmlformats.org/drawingml/2006/main" w="9525">
            <a:solidFill>
              <a:srgbClr val="FFF7CD"/>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3" name="">
            <a:extLst xmlns:a="http://schemas.openxmlformats.org/drawingml/2006/main">
              <a:ext uri="{FF2B5EF4-FFF2-40B4-BE49-F238E27FC236}">
                <a16:creationId xmlns:a16="http://schemas.microsoft.com/office/drawing/2014/main" id="{85170000-D587-4374-A83C-CC3C0939531D}"/>
              </a:ext>
            </a:extLst>
          </p:cNvPr>
          <p:cNvSpPr>
            <a:spLocks xmlns:a="http://schemas.openxmlformats.org/drawingml/2006/main" noGrp="1"/>
          </p:cNvSpPr>
          <p:nvPr/>
        </p:nvSpPr>
        <p:spPr>
          <a:xfrm xmlns:a="http://schemas.openxmlformats.org/drawingml/2006/main">
            <a:off x="571500" y="42291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Nearby Platform</a:t>
            </a:r>
          </a:p>
        </p:txBody>
      </p:sp>
      <p:sp>
        <p:nvSpPr>
          <p:cNvPr id="24" name="">
            <a:extLst xmlns:a="http://schemas.openxmlformats.org/drawingml/2006/main">
              <a:ext uri="{FF2B5EF4-FFF2-40B4-BE49-F238E27FC236}">
                <a16:creationId xmlns:a16="http://schemas.microsoft.com/office/drawing/2014/main" id="{6D18D58F-427B-4675-A625-C9D7E87C7672}"/>
              </a:ext>
            </a:extLst>
          </p:cNvPr>
          <p:cNvSpPr>
            <a:spLocks xmlns:a="http://schemas.openxmlformats.org/drawingml/2006/main" noGrp="1"/>
          </p:cNvSpPr>
          <p:nvPr/>
        </p:nvSpPr>
        <p:spPr>
          <a:xfrm xmlns:a="http://schemas.openxmlformats.org/drawingml/2006/main">
            <a:off x="571500" y="4838700"/>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191D"/>
                </a:solidFill>
              </a:defRPr>
            </a:defPPr>
          </a:lstStyle>
          <a:p xmlns:a="http://schemas.openxmlformats.org/drawingml/2006/main">
            <a:pPr>
              <a:defRPr sz="1800" b="1">
                <a:solidFill>
                  <a:srgbClr val="15191D"/>
                </a:solidFill>
              </a:defRPr>
            </a:pPr>
            <a:r>
              <a:rPr sz="1800" b="1">
                <a:solidFill>
                  <a:srgbClr val="15191D"/>
                </a:solidFill>
              </a:rPr>
              <a:t>Discover services by exact pincode</a:t>
            </a:r>
          </a:p>
        </p:txBody>
      </p:sp>
      <p:sp>
        <p:nvSpPr>
          <p:cNvPr id="25" name="">
            <a:extLst xmlns:a="http://schemas.openxmlformats.org/drawingml/2006/main">
              <a:ext uri="{FF2B5EF4-FFF2-40B4-BE49-F238E27FC236}">
                <a16:creationId xmlns:a16="http://schemas.microsoft.com/office/drawing/2014/main" id="{71A2B2C8-481B-48E0-9910-AE890A897A88}"/>
              </a:ext>
            </a:extLst>
          </p:cNvPr>
          <p:cNvSpPr>
            <a:spLocks xmlns:a="http://schemas.openxmlformats.org/drawingml/2006/main" noGrp="1"/>
          </p:cNvSpPr>
          <p:nvPr/>
        </p:nvSpPr>
        <p:spPr>
          <a:xfrm xmlns:a="http://schemas.openxmlformats.org/drawingml/2006/main">
            <a:off x="2571750" y="4610100"/>
            <a:ext cx="238125" cy="0"/>
          </a:xfrm>
          <a:prstGeom xmlns:a="http://schemas.openxmlformats.org/drawingml/2006/main" prst="line">
            <a:avLst/>
          </a:prstGeom>
          <a:ln xmlns:a="http://schemas.openxmlformats.org/drawingml/2006/main" w="19050">
            <a:solidFill>
              <a:srgbClr val="1557FF"/>
            </a:solidFill>
          </a:ln>
        </p:spPr>
      </p:sp>
      <p:sp>
        <p:nvSpPr>
          <p:cNvPr id="26" name="">
            <a:extLst xmlns:a="http://schemas.openxmlformats.org/drawingml/2006/main">
              <a:ext uri="{FF2B5EF4-FFF2-40B4-BE49-F238E27FC236}">
                <a16:creationId xmlns:a16="http://schemas.microsoft.com/office/drawing/2014/main" id="{AAEE93BA-EDDE-46BF-BA00-AAF69E6F9C6E}"/>
              </a:ext>
            </a:extLst>
          </p:cNvPr>
          <p:cNvSpPr>
            <a:spLocks xmlns:a="http://schemas.openxmlformats.org/drawingml/2006/main" noGrp="1"/>
          </p:cNvSpPr>
          <p:nvPr/>
        </p:nvSpPr>
        <p:spPr>
          <a:xfrm xmlns:a="http://schemas.openxmlformats.org/drawingml/2006/main">
            <a:off x="2714625" y="441960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27" name="">
            <a:extLst xmlns:a="http://schemas.openxmlformats.org/drawingml/2006/main">
              <a:ext uri="{FF2B5EF4-FFF2-40B4-BE49-F238E27FC236}">
                <a16:creationId xmlns:a16="http://schemas.microsoft.com/office/drawing/2014/main" id="{06AE6702-753E-453A-A303-FD4FE1029149}"/>
              </a:ext>
            </a:extLst>
          </p:cNvPr>
          <p:cNvSpPr>
            <a:spLocks xmlns:a="http://schemas.openxmlformats.org/drawingml/2006/main" noGrp="1"/>
          </p:cNvSpPr>
          <p:nvPr/>
        </p:nvSpPr>
        <p:spPr>
          <a:xfrm xmlns:a="http://schemas.openxmlformats.org/drawingml/2006/main">
            <a:off x="2828925" y="4838700"/>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191D"/>
                </a:solidFill>
              </a:defRPr>
            </a:defPPr>
          </a:lstStyle>
          <a:p xmlns:a="http://schemas.openxmlformats.org/drawingml/2006/main">
            <a:pPr>
              <a:defRPr sz="1800" b="1">
                <a:solidFill>
                  <a:srgbClr val="15191D"/>
                </a:solidFill>
              </a:defRPr>
            </a:pPr>
            <a:r>
              <a:rPr sz="1800" b="1">
                <a:solidFill>
                  <a:srgbClr val="15191D"/>
                </a:solidFill>
              </a:rPr>
              <a:t>Check published service areas</a:t>
            </a:r>
          </a:p>
        </p:txBody>
      </p:sp>
      <p:sp>
        <p:nvSpPr>
          <p:cNvPr id="28" name="">
            <a:extLst xmlns:a="http://schemas.openxmlformats.org/drawingml/2006/main">
              <a:ext uri="{FF2B5EF4-FFF2-40B4-BE49-F238E27FC236}">
                <a16:creationId xmlns:a16="http://schemas.microsoft.com/office/drawing/2014/main" id="{4F383921-0037-4C2C-852E-87BD8E0436D4}"/>
              </a:ext>
            </a:extLst>
          </p:cNvPr>
          <p:cNvSpPr>
            <a:spLocks xmlns:a="http://schemas.openxmlformats.org/drawingml/2006/main" noGrp="1"/>
          </p:cNvSpPr>
          <p:nvPr/>
        </p:nvSpPr>
        <p:spPr>
          <a:xfrm xmlns:a="http://schemas.openxmlformats.org/drawingml/2006/main">
            <a:off x="4829175" y="4610100"/>
            <a:ext cx="238125" cy="0"/>
          </a:xfrm>
          <a:prstGeom xmlns:a="http://schemas.openxmlformats.org/drawingml/2006/main" prst="line">
            <a:avLst/>
          </a:prstGeom>
          <a:ln xmlns:a="http://schemas.openxmlformats.org/drawingml/2006/main" w="19050">
            <a:solidFill>
              <a:srgbClr val="1557FF"/>
            </a:solidFill>
          </a:ln>
        </p:spPr>
      </p:sp>
      <p:sp>
        <p:nvSpPr>
          <p:cNvPr id="29" name="">
            <a:extLst xmlns:a="http://schemas.openxmlformats.org/drawingml/2006/main">
              <a:ext uri="{FF2B5EF4-FFF2-40B4-BE49-F238E27FC236}">
                <a16:creationId xmlns:a16="http://schemas.microsoft.com/office/drawing/2014/main" id="{046AFF17-D6AB-4F2C-8DCE-607446285D67}"/>
              </a:ext>
            </a:extLst>
          </p:cNvPr>
          <p:cNvSpPr>
            <a:spLocks xmlns:a="http://schemas.openxmlformats.org/drawingml/2006/main" noGrp="1"/>
          </p:cNvSpPr>
          <p:nvPr/>
        </p:nvSpPr>
        <p:spPr>
          <a:xfrm xmlns:a="http://schemas.openxmlformats.org/drawingml/2006/main">
            <a:off x="4972050" y="441960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30" name="">
            <a:extLst xmlns:a="http://schemas.openxmlformats.org/drawingml/2006/main">
              <a:ext uri="{FF2B5EF4-FFF2-40B4-BE49-F238E27FC236}">
                <a16:creationId xmlns:a16="http://schemas.microsoft.com/office/drawing/2014/main" id="{C3CAC19E-CEB3-4166-9E0A-4CC7A2EE1A88}"/>
              </a:ext>
            </a:extLst>
          </p:cNvPr>
          <p:cNvSpPr>
            <a:spLocks xmlns:a="http://schemas.openxmlformats.org/drawingml/2006/main" noGrp="1"/>
          </p:cNvSpPr>
          <p:nvPr/>
        </p:nvSpPr>
        <p:spPr>
          <a:xfrm xmlns:a="http://schemas.openxmlformats.org/drawingml/2006/main">
            <a:off x="5086350" y="4838700"/>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191D"/>
                </a:solidFill>
              </a:defRPr>
            </a:defPPr>
          </a:lstStyle>
          <a:p xmlns:a="http://schemas.openxmlformats.org/drawingml/2006/main">
            <a:pPr>
              <a:defRPr sz="1800" b="1">
                <a:solidFill>
                  <a:srgbClr val="15191D"/>
                </a:solidFill>
              </a:defRPr>
            </a:pPr>
            <a:r>
              <a:rPr sz="1800" b="1">
                <a:solidFill>
                  <a:srgbClr val="15191D"/>
                </a:solidFill>
              </a:rPr>
              <a:t>Request a published availability slot</a:t>
            </a:r>
          </a:p>
        </p:txBody>
      </p:sp>
      <p:sp>
        <p:nvSpPr>
          <p:cNvPr id="31" name="">
            <a:extLst xmlns:a="http://schemas.openxmlformats.org/drawingml/2006/main">
              <a:ext uri="{FF2B5EF4-FFF2-40B4-BE49-F238E27FC236}">
                <a16:creationId xmlns:a16="http://schemas.microsoft.com/office/drawing/2014/main" id="{836D106C-0AE9-46B8-B149-22183CDC20BD}"/>
              </a:ext>
            </a:extLst>
          </p:cNvPr>
          <p:cNvSpPr>
            <a:spLocks xmlns:a="http://schemas.openxmlformats.org/drawingml/2006/main" noGrp="1"/>
          </p:cNvSpPr>
          <p:nvPr/>
        </p:nvSpPr>
        <p:spPr>
          <a:xfrm xmlns:a="http://schemas.openxmlformats.org/drawingml/2006/main">
            <a:off x="7086600" y="4610100"/>
            <a:ext cx="238125" cy="0"/>
          </a:xfrm>
          <a:prstGeom xmlns:a="http://schemas.openxmlformats.org/drawingml/2006/main" prst="line">
            <a:avLst/>
          </a:prstGeom>
          <a:ln xmlns:a="http://schemas.openxmlformats.org/drawingml/2006/main" w="19050">
            <a:solidFill>
              <a:srgbClr val="1557FF"/>
            </a:solidFill>
          </a:ln>
        </p:spPr>
      </p:sp>
      <p:sp>
        <p:nvSpPr>
          <p:cNvPr id="32" name="">
            <a:extLst xmlns:a="http://schemas.openxmlformats.org/drawingml/2006/main">
              <a:ext uri="{FF2B5EF4-FFF2-40B4-BE49-F238E27FC236}">
                <a16:creationId xmlns:a16="http://schemas.microsoft.com/office/drawing/2014/main" id="{2AE97EE3-7DEA-487A-BF41-C6197AF7ADD7}"/>
              </a:ext>
            </a:extLst>
          </p:cNvPr>
          <p:cNvSpPr>
            <a:spLocks xmlns:a="http://schemas.openxmlformats.org/drawingml/2006/main" noGrp="1"/>
          </p:cNvSpPr>
          <p:nvPr/>
        </p:nvSpPr>
        <p:spPr>
          <a:xfrm xmlns:a="http://schemas.openxmlformats.org/drawingml/2006/main">
            <a:off x="7229475" y="441960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33" name="">
            <a:extLst xmlns:a="http://schemas.openxmlformats.org/drawingml/2006/main">
              <a:ext uri="{FF2B5EF4-FFF2-40B4-BE49-F238E27FC236}">
                <a16:creationId xmlns:a16="http://schemas.microsoft.com/office/drawing/2014/main" id="{506FB514-01EA-4536-B7A7-FAF95CCE6FB9}"/>
              </a:ext>
            </a:extLst>
          </p:cNvPr>
          <p:cNvSpPr>
            <a:spLocks xmlns:a="http://schemas.openxmlformats.org/drawingml/2006/main" noGrp="1"/>
          </p:cNvSpPr>
          <p:nvPr/>
        </p:nvSpPr>
        <p:spPr>
          <a:xfrm xmlns:a="http://schemas.openxmlformats.org/drawingml/2006/main">
            <a:off x="7343775" y="4838700"/>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191D"/>
                </a:solidFill>
              </a:defRPr>
            </a:defPPr>
          </a:lstStyle>
          <a:p xmlns:a="http://schemas.openxmlformats.org/drawingml/2006/main">
            <a:pPr>
              <a:defRPr sz="1800" b="1">
                <a:solidFill>
                  <a:srgbClr val="15191D"/>
                </a:solidFill>
              </a:defRPr>
            </a:pPr>
            <a:r>
              <a:rPr sz="1800" b="1">
                <a:solidFill>
                  <a:srgbClr val="15191D"/>
                </a:solidFill>
              </a:rPr>
              <a:t>Manage booking and INR checkout together</a:t>
            </a:r>
          </a:p>
        </p:txBody>
      </p:sp>
      <p:sp>
        <p:nvSpPr>
          <p:cNvPr id="34" name="">
            <a:extLst xmlns:a="http://schemas.openxmlformats.org/drawingml/2006/main">
              <a:ext uri="{FF2B5EF4-FFF2-40B4-BE49-F238E27FC236}">
                <a16:creationId xmlns:a16="http://schemas.microsoft.com/office/drawing/2014/main" id="{5C680669-EA29-40B0-8004-05E884A13093}"/>
              </a:ext>
            </a:extLst>
          </p:cNvPr>
          <p:cNvSpPr>
            <a:spLocks xmlns:a="http://schemas.openxmlformats.org/drawingml/2006/main" noGrp="1"/>
          </p:cNvSpPr>
          <p:nvPr/>
        </p:nvSpPr>
        <p:spPr>
          <a:xfrm xmlns:a="http://schemas.openxmlformats.org/drawingml/2006/main">
            <a:off x="9344025" y="4610100"/>
            <a:ext cx="238125" cy="0"/>
          </a:xfrm>
          <a:prstGeom xmlns:a="http://schemas.openxmlformats.org/drawingml/2006/main" prst="line">
            <a:avLst/>
          </a:prstGeom>
          <a:ln xmlns:a="http://schemas.openxmlformats.org/drawingml/2006/main" w="19050">
            <a:solidFill>
              <a:srgbClr val="1557FF"/>
            </a:solidFill>
          </a:ln>
        </p:spPr>
      </p:sp>
      <p:sp>
        <p:nvSpPr>
          <p:cNvPr id="35" name="">
            <a:extLst xmlns:a="http://schemas.openxmlformats.org/drawingml/2006/main">
              <a:ext uri="{FF2B5EF4-FFF2-40B4-BE49-F238E27FC236}">
                <a16:creationId xmlns:a16="http://schemas.microsoft.com/office/drawing/2014/main" id="{6CC08063-61E1-441D-97ED-FC8573643EF0}"/>
              </a:ext>
            </a:extLst>
          </p:cNvPr>
          <p:cNvSpPr>
            <a:spLocks xmlns:a="http://schemas.openxmlformats.org/drawingml/2006/main" noGrp="1"/>
          </p:cNvSpPr>
          <p:nvPr/>
        </p:nvSpPr>
        <p:spPr>
          <a:xfrm xmlns:a="http://schemas.openxmlformats.org/drawingml/2006/main">
            <a:off x="9486900" y="441960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36" name="">
            <a:extLst xmlns:a="http://schemas.openxmlformats.org/drawingml/2006/main">
              <a:ext uri="{FF2B5EF4-FFF2-40B4-BE49-F238E27FC236}">
                <a16:creationId xmlns:a16="http://schemas.microsoft.com/office/drawing/2014/main" id="{256CA6B6-8888-4155-8A19-A83413CE3DF7}"/>
              </a:ext>
            </a:extLst>
          </p:cNvPr>
          <p:cNvSpPr>
            <a:spLocks xmlns:a="http://schemas.openxmlformats.org/drawingml/2006/main" noGrp="1"/>
          </p:cNvSpPr>
          <p:nvPr/>
        </p:nvSpPr>
        <p:spPr>
          <a:xfrm xmlns:a="http://schemas.openxmlformats.org/drawingml/2006/main">
            <a:off x="9601200" y="4838700"/>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191D"/>
                </a:solidFill>
              </a:defRPr>
            </a:defPPr>
          </a:lstStyle>
          <a:p xmlns:a="http://schemas.openxmlformats.org/drawingml/2006/main">
            <a:pPr>
              <a:defRPr sz="1800" b="1">
                <a:solidFill>
                  <a:srgbClr val="15191D"/>
                </a:solidFill>
              </a:defRPr>
            </a:pPr>
            <a:r>
              <a:rPr sz="1800" b="1">
                <a:solidFill>
                  <a:srgbClr val="15191D"/>
                </a:solidFill>
              </a:rPr>
              <a:t>Use booking-linked chat, reviews and disputes</a:t>
            </a:r>
          </a:p>
        </p:txBody>
      </p:sp>
    </p:spTree>
    <p:extLst>
      <p:ext uri="{BB962C8B-B14F-4D97-AF65-F5344CB8AC3E}">
        <p14:creationId xmlns:p14="http://schemas.microsoft.com/office/powerpoint/2010/main" val="18396488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6" name="">
            <a:extLst xmlns:a="http://schemas.openxmlformats.org/drawingml/2006/main">
              <a:ext uri="{FF2B5EF4-FFF2-40B4-BE49-F238E27FC236}">
                <a16:creationId xmlns:a16="http://schemas.microsoft.com/office/drawing/2014/main" id="{593323F3-9ECF-4686-BEAF-744C7A9DC6AC}"/>
              </a:ext>
            </a:extLst>
          </p:cNvPr>
          <p:cNvPicPr>
            <a:picLocks xmlns:a="http://schemas.openxmlformats.org/drawingml/2006/main" noChangeAspect="1"/>
          </p:cNvPicPr>
          <p:nvPr/>
        </p:nvPicPr>
        <p:blipFill>
          <a:blip xmlns:r="http://schemas.openxmlformats.org/officeDocument/2006/relationships" xmlns:a="http://schemas.openxmlformats.org/drawingml/2006/main" r:embed="Reb39acc1a3c34dc9"/>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1C0B3FC-34F8-4A24-8730-9C2FDC7507C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DFC4D171-D2F4-4262-B9BC-3A72D0A5660B}"/>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Functional &amp; Non-Functional Requirements</a:t>
            </a:r>
          </a:p>
        </p:txBody>
      </p:sp>
      <p:sp>
        <p:nvSpPr>
          <p:cNvPr id="4" name="">
            <a:extLst xmlns:a="http://schemas.openxmlformats.org/drawingml/2006/main">
              <a:ext uri="{FF2B5EF4-FFF2-40B4-BE49-F238E27FC236}">
                <a16:creationId xmlns:a16="http://schemas.microsoft.com/office/drawing/2014/main" id="{5D57F186-8224-4C59-AF43-DE1C0B40833D}"/>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900DD41B-4A3B-4C0A-914C-01FA845DEDB9}"/>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A22224D4-6707-48B5-8146-E368676116DD}"/>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04</a:t>
            </a:r>
          </a:p>
        </p:txBody>
      </p:sp>
      <p:sp>
        <p:nvSpPr>
          <p:cNvPr id="7" name="">
            <a:extLst xmlns:a="http://schemas.openxmlformats.org/drawingml/2006/main">
              <a:ext uri="{FF2B5EF4-FFF2-40B4-BE49-F238E27FC236}">
                <a16:creationId xmlns:a16="http://schemas.microsoft.com/office/drawing/2014/main" id="{44D1EDE6-C999-4DD2-89AC-88EF87ACC5DD}"/>
              </a:ext>
            </a:extLst>
          </p:cNvPr>
          <p:cNvSpPr>
            <a:spLocks xmlns:a="http://schemas.openxmlformats.org/drawingml/2006/main" noGrp="1"/>
          </p:cNvSpPr>
          <p:nvPr/>
        </p:nvSpPr>
        <p:spPr>
          <a:xfrm xmlns:a="http://schemas.openxmlformats.org/drawingml/2006/main">
            <a:off x="571500" y="1571625"/>
            <a:ext cx="685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Functional Requirements</a:t>
            </a:r>
          </a:p>
        </p:txBody>
      </p:sp>
      <p:sp>
        <p:nvSpPr>
          <p:cNvPr id="8" name="">
            <a:extLst xmlns:a="http://schemas.openxmlformats.org/drawingml/2006/main">
              <a:ext uri="{FF2B5EF4-FFF2-40B4-BE49-F238E27FC236}">
                <a16:creationId xmlns:a16="http://schemas.microsoft.com/office/drawing/2014/main" id="{DE33E05D-337E-4733-B514-D98FB019FE8E}"/>
              </a:ext>
            </a:extLst>
          </p:cNvPr>
          <p:cNvSpPr>
            <a:spLocks xmlns:a="http://schemas.openxmlformats.org/drawingml/2006/main" noGrp="1"/>
          </p:cNvSpPr>
          <p:nvPr/>
        </p:nvSpPr>
        <p:spPr>
          <a:xfrm xmlns:a="http://schemas.openxmlformats.org/drawingml/2006/main">
            <a:off x="571500" y="21145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1</a:t>
            </a:r>
          </a:p>
        </p:txBody>
      </p:sp>
      <p:sp>
        <p:nvSpPr>
          <p:cNvPr id="9" name="">
            <a:extLst xmlns:a="http://schemas.openxmlformats.org/drawingml/2006/main">
              <a:ext uri="{FF2B5EF4-FFF2-40B4-BE49-F238E27FC236}">
                <a16:creationId xmlns:a16="http://schemas.microsoft.com/office/drawing/2014/main" id="{788DDC84-DC47-4D32-ADE9-41988B939E60}"/>
              </a:ext>
            </a:extLst>
          </p:cNvPr>
          <p:cNvSpPr>
            <a:spLocks xmlns:a="http://schemas.openxmlformats.org/drawingml/2006/main" noGrp="1"/>
          </p:cNvSpPr>
          <p:nvPr/>
        </p:nvSpPr>
        <p:spPr>
          <a:xfrm xmlns:a="http://schemas.openxmlformats.org/drawingml/2006/main">
            <a:off x="1028700" y="21145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Login for customer, provider and admin roles</a:t>
            </a:r>
          </a:p>
        </p:txBody>
      </p:sp>
      <p:sp>
        <p:nvSpPr>
          <p:cNvPr id="10" name="">
            <a:extLst xmlns:a="http://schemas.openxmlformats.org/drawingml/2006/main">
              <a:ext uri="{FF2B5EF4-FFF2-40B4-BE49-F238E27FC236}">
                <a16:creationId xmlns:a16="http://schemas.microsoft.com/office/drawing/2014/main" id="{7B948DAF-7035-4292-815E-E38EB45729B9}"/>
              </a:ext>
            </a:extLst>
          </p:cNvPr>
          <p:cNvSpPr>
            <a:spLocks xmlns:a="http://schemas.openxmlformats.org/drawingml/2006/main" noGrp="1"/>
          </p:cNvSpPr>
          <p:nvPr/>
        </p:nvSpPr>
        <p:spPr>
          <a:xfrm xmlns:a="http://schemas.openxmlformats.org/drawingml/2006/main">
            <a:off x="3429000" y="21145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2</a:t>
            </a:r>
          </a:p>
        </p:txBody>
      </p:sp>
      <p:sp>
        <p:nvSpPr>
          <p:cNvPr id="11" name="">
            <a:extLst xmlns:a="http://schemas.openxmlformats.org/drawingml/2006/main">
              <a:ext uri="{FF2B5EF4-FFF2-40B4-BE49-F238E27FC236}">
                <a16:creationId xmlns:a16="http://schemas.microsoft.com/office/drawing/2014/main" id="{3BC27C9D-36D2-4E91-BB79-A502EA108074}"/>
              </a:ext>
            </a:extLst>
          </p:cNvPr>
          <p:cNvSpPr>
            <a:spLocks xmlns:a="http://schemas.openxmlformats.org/drawingml/2006/main" noGrp="1"/>
          </p:cNvSpPr>
          <p:nvPr/>
        </p:nvSpPr>
        <p:spPr>
          <a:xfrm xmlns:a="http://schemas.openxmlformats.org/drawingml/2006/main">
            <a:off x="3886200" y="21145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Search services by six-digit pincode</a:t>
            </a:r>
          </a:p>
        </p:txBody>
      </p:sp>
      <p:sp>
        <p:nvSpPr>
          <p:cNvPr id="12" name="">
            <a:extLst xmlns:a="http://schemas.openxmlformats.org/drawingml/2006/main">
              <a:ext uri="{FF2B5EF4-FFF2-40B4-BE49-F238E27FC236}">
                <a16:creationId xmlns:a16="http://schemas.microsoft.com/office/drawing/2014/main" id="{96BCA1ED-5A55-42AB-BFB7-8A4EDC723EDB}"/>
              </a:ext>
            </a:extLst>
          </p:cNvPr>
          <p:cNvSpPr>
            <a:spLocks xmlns:a="http://schemas.openxmlformats.org/drawingml/2006/main" noGrp="1"/>
          </p:cNvSpPr>
          <p:nvPr/>
        </p:nvSpPr>
        <p:spPr>
          <a:xfrm xmlns:a="http://schemas.openxmlformats.org/drawingml/2006/main">
            <a:off x="6286500" y="21145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3</a:t>
            </a:r>
          </a:p>
        </p:txBody>
      </p:sp>
      <p:sp>
        <p:nvSpPr>
          <p:cNvPr id="13" name="">
            <a:extLst xmlns:a="http://schemas.openxmlformats.org/drawingml/2006/main">
              <a:ext uri="{FF2B5EF4-FFF2-40B4-BE49-F238E27FC236}">
                <a16:creationId xmlns:a16="http://schemas.microsoft.com/office/drawing/2014/main" id="{4434C670-F857-44C2-9136-7CA661DA9F58}"/>
              </a:ext>
            </a:extLst>
          </p:cNvPr>
          <p:cNvSpPr>
            <a:spLocks xmlns:a="http://schemas.openxmlformats.org/drawingml/2006/main" noGrp="1"/>
          </p:cNvSpPr>
          <p:nvPr/>
        </p:nvSpPr>
        <p:spPr>
          <a:xfrm xmlns:a="http://schemas.openxmlformats.org/drawingml/2006/main">
            <a:off x="6743700" y="21145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Manage provider profiles and service listings</a:t>
            </a:r>
          </a:p>
        </p:txBody>
      </p:sp>
      <p:sp>
        <p:nvSpPr>
          <p:cNvPr id="14" name="">
            <a:extLst xmlns:a="http://schemas.openxmlformats.org/drawingml/2006/main">
              <a:ext uri="{FF2B5EF4-FFF2-40B4-BE49-F238E27FC236}">
                <a16:creationId xmlns:a16="http://schemas.microsoft.com/office/drawing/2014/main" id="{90FE5D97-8171-41BF-860E-10CA7A8AD27B}"/>
              </a:ext>
            </a:extLst>
          </p:cNvPr>
          <p:cNvSpPr>
            <a:spLocks xmlns:a="http://schemas.openxmlformats.org/drawingml/2006/main" noGrp="1"/>
          </p:cNvSpPr>
          <p:nvPr/>
        </p:nvSpPr>
        <p:spPr>
          <a:xfrm xmlns:a="http://schemas.openxmlformats.org/drawingml/2006/main">
            <a:off x="9144000" y="21145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4</a:t>
            </a:r>
          </a:p>
        </p:txBody>
      </p:sp>
      <p:sp>
        <p:nvSpPr>
          <p:cNvPr id="15" name="">
            <a:extLst xmlns:a="http://schemas.openxmlformats.org/drawingml/2006/main">
              <a:ext uri="{FF2B5EF4-FFF2-40B4-BE49-F238E27FC236}">
                <a16:creationId xmlns:a16="http://schemas.microsoft.com/office/drawing/2014/main" id="{DE0E05FB-1689-468D-8944-465A58A11305}"/>
              </a:ext>
            </a:extLst>
          </p:cNvPr>
          <p:cNvSpPr>
            <a:spLocks xmlns:a="http://schemas.openxmlformats.org/drawingml/2006/main" noGrp="1"/>
          </p:cNvSpPr>
          <p:nvPr/>
        </p:nvSpPr>
        <p:spPr>
          <a:xfrm xmlns:a="http://schemas.openxmlformats.org/drawingml/2006/main">
            <a:off x="9601200" y="21145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Publish availability and request bookings</a:t>
            </a:r>
          </a:p>
        </p:txBody>
      </p:sp>
      <p:sp>
        <p:nvSpPr>
          <p:cNvPr id="16" name="">
            <a:extLst xmlns:a="http://schemas.openxmlformats.org/drawingml/2006/main">
              <a:ext uri="{FF2B5EF4-FFF2-40B4-BE49-F238E27FC236}">
                <a16:creationId xmlns:a16="http://schemas.microsoft.com/office/drawing/2014/main" id="{AD188591-FC7B-463F-BD94-1928A6B209B0}"/>
              </a:ext>
            </a:extLst>
          </p:cNvPr>
          <p:cNvSpPr>
            <a:spLocks xmlns:a="http://schemas.openxmlformats.org/drawingml/2006/main" noGrp="1"/>
          </p:cNvSpPr>
          <p:nvPr/>
        </p:nvSpPr>
        <p:spPr>
          <a:xfrm xmlns:a="http://schemas.openxmlformats.org/drawingml/2006/main">
            <a:off x="571500" y="31051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5</a:t>
            </a:r>
          </a:p>
        </p:txBody>
      </p:sp>
      <p:sp>
        <p:nvSpPr>
          <p:cNvPr id="17" name="">
            <a:extLst xmlns:a="http://schemas.openxmlformats.org/drawingml/2006/main">
              <a:ext uri="{FF2B5EF4-FFF2-40B4-BE49-F238E27FC236}">
                <a16:creationId xmlns:a16="http://schemas.microsoft.com/office/drawing/2014/main" id="{83B4DB2A-7205-4CF1-BC57-04C8D8D7EF22}"/>
              </a:ext>
            </a:extLst>
          </p:cNvPr>
          <p:cNvSpPr>
            <a:spLocks xmlns:a="http://schemas.openxmlformats.org/drawingml/2006/main" noGrp="1"/>
          </p:cNvSpPr>
          <p:nvPr/>
        </p:nvSpPr>
        <p:spPr>
          <a:xfrm xmlns:a="http://schemas.openxmlformats.org/drawingml/2006/main">
            <a:off x="1028700" y="31051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Accept requests before customer checkout</a:t>
            </a:r>
          </a:p>
        </p:txBody>
      </p:sp>
      <p:sp>
        <p:nvSpPr>
          <p:cNvPr id="18" name="">
            <a:extLst xmlns:a="http://schemas.openxmlformats.org/drawingml/2006/main">
              <a:ext uri="{FF2B5EF4-FFF2-40B4-BE49-F238E27FC236}">
                <a16:creationId xmlns:a16="http://schemas.microsoft.com/office/drawing/2014/main" id="{46D2EF25-E81F-46A2-839E-93973070C763}"/>
              </a:ext>
            </a:extLst>
          </p:cNvPr>
          <p:cNvSpPr>
            <a:spLocks xmlns:a="http://schemas.openxmlformats.org/drawingml/2006/main" noGrp="1"/>
          </p:cNvSpPr>
          <p:nvPr/>
        </p:nvSpPr>
        <p:spPr>
          <a:xfrm xmlns:a="http://schemas.openxmlformats.org/drawingml/2006/main">
            <a:off x="3429000" y="31051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6</a:t>
            </a:r>
          </a:p>
        </p:txBody>
      </p:sp>
      <p:sp>
        <p:nvSpPr>
          <p:cNvPr id="19" name="">
            <a:extLst xmlns:a="http://schemas.openxmlformats.org/drawingml/2006/main">
              <a:ext uri="{FF2B5EF4-FFF2-40B4-BE49-F238E27FC236}">
                <a16:creationId xmlns:a16="http://schemas.microsoft.com/office/drawing/2014/main" id="{DE0A48AE-61B4-41CC-AAA5-D2B890D3AC86}"/>
              </a:ext>
            </a:extLst>
          </p:cNvPr>
          <p:cNvSpPr>
            <a:spLocks xmlns:a="http://schemas.openxmlformats.org/drawingml/2006/main" noGrp="1"/>
          </p:cNvSpPr>
          <p:nvPr/>
        </p:nvSpPr>
        <p:spPr>
          <a:xfrm xmlns:a="http://schemas.openxmlformats.org/drawingml/2006/main">
            <a:off x="3886200" y="31051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Exchange booking-linked messages</a:t>
            </a:r>
          </a:p>
        </p:txBody>
      </p:sp>
      <p:sp>
        <p:nvSpPr>
          <p:cNvPr id="20" name="">
            <a:extLst xmlns:a="http://schemas.openxmlformats.org/drawingml/2006/main">
              <a:ext uri="{FF2B5EF4-FFF2-40B4-BE49-F238E27FC236}">
                <a16:creationId xmlns:a16="http://schemas.microsoft.com/office/drawing/2014/main" id="{8DA6061D-FE21-4FA7-AD0B-4DEA57DF34F5}"/>
              </a:ext>
            </a:extLst>
          </p:cNvPr>
          <p:cNvSpPr>
            <a:spLocks xmlns:a="http://schemas.openxmlformats.org/drawingml/2006/main" noGrp="1"/>
          </p:cNvSpPr>
          <p:nvPr/>
        </p:nvSpPr>
        <p:spPr>
          <a:xfrm xmlns:a="http://schemas.openxmlformats.org/drawingml/2006/main">
            <a:off x="6286500" y="31051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7</a:t>
            </a:r>
          </a:p>
        </p:txBody>
      </p:sp>
      <p:sp>
        <p:nvSpPr>
          <p:cNvPr id="21" name="">
            <a:extLst xmlns:a="http://schemas.openxmlformats.org/drawingml/2006/main">
              <a:ext uri="{FF2B5EF4-FFF2-40B4-BE49-F238E27FC236}">
                <a16:creationId xmlns:a16="http://schemas.microsoft.com/office/drawing/2014/main" id="{742F23E6-0C77-4C24-B009-62E99AEB9E2E}"/>
              </a:ext>
            </a:extLst>
          </p:cNvPr>
          <p:cNvSpPr>
            <a:spLocks xmlns:a="http://schemas.openxmlformats.org/drawingml/2006/main" noGrp="1"/>
          </p:cNvSpPr>
          <p:nvPr/>
        </p:nvSpPr>
        <p:spPr>
          <a:xfrm xmlns:a="http://schemas.openxmlformats.org/drawingml/2006/main">
            <a:off x="6743700" y="31051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Submit reviews and raise disputes</a:t>
            </a:r>
          </a:p>
        </p:txBody>
      </p:sp>
      <p:sp>
        <p:nvSpPr>
          <p:cNvPr id="22" name="">
            <a:extLst xmlns:a="http://schemas.openxmlformats.org/drawingml/2006/main">
              <a:ext uri="{FF2B5EF4-FFF2-40B4-BE49-F238E27FC236}">
                <a16:creationId xmlns:a16="http://schemas.microsoft.com/office/drawing/2014/main" id="{BCB66C8B-271B-48AC-9AEC-DF190CBC51C9}"/>
              </a:ext>
            </a:extLst>
          </p:cNvPr>
          <p:cNvSpPr>
            <a:spLocks xmlns:a="http://schemas.openxmlformats.org/drawingml/2006/main" noGrp="1"/>
          </p:cNvSpPr>
          <p:nvPr/>
        </p:nvSpPr>
        <p:spPr>
          <a:xfrm xmlns:a="http://schemas.openxmlformats.org/drawingml/2006/main">
            <a:off x="571500" y="4095750"/>
            <a:ext cx="11049000" cy="0"/>
          </a:xfrm>
          <a:prstGeom xmlns:a="http://schemas.openxmlformats.org/drawingml/2006/main" prst="line">
            <a:avLst/>
          </a:prstGeom>
          <a:ln xmlns:a="http://schemas.openxmlformats.org/drawingml/2006/main" w="38100">
            <a:solidFill>
              <a:srgbClr val="FFDA35"/>
            </a:solidFill>
          </a:ln>
        </p:spPr>
      </p:sp>
      <p:sp>
        <p:nvSpPr>
          <p:cNvPr id="23" name="">
            <a:extLst xmlns:a="http://schemas.openxmlformats.org/drawingml/2006/main">
              <a:ext uri="{FF2B5EF4-FFF2-40B4-BE49-F238E27FC236}">
                <a16:creationId xmlns:a16="http://schemas.microsoft.com/office/drawing/2014/main" id="{14CCE180-EC29-4E32-92F9-66460ECAF8D7}"/>
              </a:ext>
            </a:extLst>
          </p:cNvPr>
          <p:cNvSpPr>
            <a:spLocks xmlns:a="http://schemas.openxmlformats.org/drawingml/2006/main" noGrp="1"/>
          </p:cNvSpPr>
          <p:nvPr/>
        </p:nvSpPr>
        <p:spPr>
          <a:xfrm xmlns:a="http://schemas.openxmlformats.org/drawingml/2006/main">
            <a:off x="571500" y="428625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Non-Functional Requirements</a:t>
            </a:r>
          </a:p>
        </p:txBody>
      </p:sp>
      <p:sp>
        <p:nvSpPr>
          <p:cNvPr id="24" name="">
            <a:extLst xmlns:a="http://schemas.openxmlformats.org/drawingml/2006/main">
              <a:ext uri="{FF2B5EF4-FFF2-40B4-BE49-F238E27FC236}">
                <a16:creationId xmlns:a16="http://schemas.microsoft.com/office/drawing/2014/main" id="{9B07C69C-12AD-4AB2-B608-97637B3D3827}"/>
              </a:ext>
            </a:extLst>
          </p:cNvPr>
          <p:cNvSpPr>
            <a:spLocks xmlns:a="http://schemas.openxmlformats.org/drawingml/2006/main" noGrp="1"/>
          </p:cNvSpPr>
          <p:nvPr/>
        </p:nvSpPr>
        <p:spPr>
          <a:xfrm xmlns:a="http://schemas.openxmlformats.org/drawingml/2006/main">
            <a:off x="571500" y="4810125"/>
            <a:ext cx="347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557FF"/>
                </a:solidFill>
              </a:defRPr>
            </a:defPPr>
          </a:lstStyle>
          <a:p xmlns:a="http://schemas.openxmlformats.org/drawingml/2006/main">
            <a:pPr>
              <a:defRPr sz="1650" b="1">
                <a:solidFill>
                  <a:srgbClr val="1557FF"/>
                </a:solidFill>
              </a:defRPr>
            </a:pPr>
            <a:r>
              <a:rPr sz="1650" b="1">
                <a:solidFill>
                  <a:srgbClr val="1557FF"/>
                </a:solidFill>
              </a:rPr>
              <a:t>Security</a:t>
            </a:r>
          </a:p>
        </p:txBody>
      </p:sp>
      <p:sp>
        <p:nvSpPr>
          <p:cNvPr id="25" name="">
            <a:extLst xmlns:a="http://schemas.openxmlformats.org/drawingml/2006/main">
              <a:ext uri="{FF2B5EF4-FFF2-40B4-BE49-F238E27FC236}">
                <a16:creationId xmlns:a16="http://schemas.microsoft.com/office/drawing/2014/main" id="{A18DE3BE-F257-4593-9A5B-0100A355D073}"/>
              </a:ext>
            </a:extLst>
          </p:cNvPr>
          <p:cNvSpPr>
            <a:spLocks xmlns:a="http://schemas.openxmlformats.org/drawingml/2006/main" noGrp="1"/>
          </p:cNvSpPr>
          <p:nvPr/>
        </p:nvSpPr>
        <p:spPr>
          <a:xfrm xmlns:a="http://schemas.openxmlformats.org/drawingml/2006/main">
            <a:off x="571500" y="509587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JWT, hashed passwords and role checks</a:t>
            </a:r>
          </a:p>
        </p:txBody>
      </p:sp>
      <p:sp>
        <p:nvSpPr>
          <p:cNvPr id="26" name="">
            <a:extLst xmlns:a="http://schemas.openxmlformats.org/drawingml/2006/main">
              <a:ext uri="{FF2B5EF4-FFF2-40B4-BE49-F238E27FC236}">
                <a16:creationId xmlns:a16="http://schemas.microsoft.com/office/drawing/2014/main" id="{A247B088-D0F0-49FB-9668-7FE922DEE1B1}"/>
              </a:ext>
            </a:extLst>
          </p:cNvPr>
          <p:cNvSpPr>
            <a:spLocks xmlns:a="http://schemas.openxmlformats.org/drawingml/2006/main" noGrp="1"/>
          </p:cNvSpPr>
          <p:nvPr/>
        </p:nvSpPr>
        <p:spPr>
          <a:xfrm xmlns:a="http://schemas.openxmlformats.org/drawingml/2006/main">
            <a:off x="4381500" y="4810125"/>
            <a:ext cx="347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557FF"/>
                </a:solidFill>
              </a:defRPr>
            </a:defPPr>
          </a:lstStyle>
          <a:p xmlns:a="http://schemas.openxmlformats.org/drawingml/2006/main">
            <a:pPr>
              <a:defRPr sz="1650" b="1">
                <a:solidFill>
                  <a:srgbClr val="1557FF"/>
                </a:solidFill>
              </a:defRPr>
            </a:pPr>
            <a:r>
              <a:rPr sz="1650" b="1">
                <a:solidFill>
                  <a:srgbClr val="1557FF"/>
                </a:solidFill>
              </a:rPr>
              <a:t>Usability</a:t>
            </a:r>
          </a:p>
        </p:txBody>
      </p:sp>
      <p:sp>
        <p:nvSpPr>
          <p:cNvPr id="27" name="">
            <a:extLst xmlns:a="http://schemas.openxmlformats.org/drawingml/2006/main">
              <a:ext uri="{FF2B5EF4-FFF2-40B4-BE49-F238E27FC236}">
                <a16:creationId xmlns:a16="http://schemas.microsoft.com/office/drawing/2014/main" id="{98373927-1DD2-4DD9-968F-2A67523C01EC}"/>
              </a:ext>
            </a:extLst>
          </p:cNvPr>
          <p:cNvSpPr>
            <a:spLocks xmlns:a="http://schemas.openxmlformats.org/drawingml/2006/main" noGrp="1"/>
          </p:cNvSpPr>
          <p:nvPr/>
        </p:nvSpPr>
        <p:spPr>
          <a:xfrm xmlns:a="http://schemas.openxmlformats.org/drawingml/2006/main">
            <a:off x="4381500" y="509587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Responsive pages and role-based navigation</a:t>
            </a:r>
          </a:p>
        </p:txBody>
      </p:sp>
      <p:sp>
        <p:nvSpPr>
          <p:cNvPr id="28" name="">
            <a:extLst xmlns:a="http://schemas.openxmlformats.org/drawingml/2006/main">
              <a:ext uri="{FF2B5EF4-FFF2-40B4-BE49-F238E27FC236}">
                <a16:creationId xmlns:a16="http://schemas.microsoft.com/office/drawing/2014/main" id="{8FAA9F83-0AAC-4B74-858C-C44835F9B118}"/>
              </a:ext>
            </a:extLst>
          </p:cNvPr>
          <p:cNvSpPr>
            <a:spLocks xmlns:a="http://schemas.openxmlformats.org/drawingml/2006/main" noGrp="1"/>
          </p:cNvSpPr>
          <p:nvPr/>
        </p:nvSpPr>
        <p:spPr>
          <a:xfrm xmlns:a="http://schemas.openxmlformats.org/drawingml/2006/main">
            <a:off x="8191500" y="4810125"/>
            <a:ext cx="347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557FF"/>
                </a:solidFill>
              </a:defRPr>
            </a:defPPr>
          </a:lstStyle>
          <a:p xmlns:a="http://schemas.openxmlformats.org/drawingml/2006/main">
            <a:pPr>
              <a:defRPr sz="1650" b="1">
                <a:solidFill>
                  <a:srgbClr val="1557FF"/>
                </a:solidFill>
              </a:defRPr>
            </a:pPr>
            <a:r>
              <a:rPr sz="1650" b="1">
                <a:solidFill>
                  <a:srgbClr val="1557FF"/>
                </a:solidFill>
              </a:rPr>
              <a:t>Integrity</a:t>
            </a:r>
          </a:p>
        </p:txBody>
      </p:sp>
      <p:sp>
        <p:nvSpPr>
          <p:cNvPr id="29" name="">
            <a:extLst xmlns:a="http://schemas.openxmlformats.org/drawingml/2006/main">
              <a:ext uri="{FF2B5EF4-FFF2-40B4-BE49-F238E27FC236}">
                <a16:creationId xmlns:a16="http://schemas.microsoft.com/office/drawing/2014/main" id="{1453D329-703B-4877-821F-D58ABE2B9774}"/>
              </a:ext>
            </a:extLst>
          </p:cNvPr>
          <p:cNvSpPr>
            <a:spLocks xmlns:a="http://schemas.openxmlformats.org/drawingml/2006/main" noGrp="1"/>
          </p:cNvSpPr>
          <p:nvPr/>
        </p:nvSpPr>
        <p:spPr>
          <a:xfrm xmlns:a="http://schemas.openxmlformats.org/drawingml/2006/main">
            <a:off x="8191500" y="509587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Validated fields and unique booking records</a:t>
            </a:r>
          </a:p>
        </p:txBody>
      </p:sp>
      <p:sp>
        <p:nvSpPr>
          <p:cNvPr id="30" name="">
            <a:extLst xmlns:a="http://schemas.openxmlformats.org/drawingml/2006/main">
              <a:ext uri="{FF2B5EF4-FFF2-40B4-BE49-F238E27FC236}">
                <a16:creationId xmlns:a16="http://schemas.microsoft.com/office/drawing/2014/main" id="{5CB9D906-FF81-40A7-A3D5-6A5C323B54FB}"/>
              </a:ext>
            </a:extLst>
          </p:cNvPr>
          <p:cNvSpPr>
            <a:spLocks xmlns:a="http://schemas.openxmlformats.org/drawingml/2006/main" noGrp="1"/>
          </p:cNvSpPr>
          <p:nvPr/>
        </p:nvSpPr>
        <p:spPr>
          <a:xfrm xmlns:a="http://schemas.openxmlformats.org/drawingml/2006/main">
            <a:off x="571500" y="5562600"/>
            <a:ext cx="347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557FF"/>
                </a:solidFill>
              </a:defRPr>
            </a:defPPr>
          </a:lstStyle>
          <a:p xmlns:a="http://schemas.openxmlformats.org/drawingml/2006/main">
            <a:pPr>
              <a:defRPr sz="1650" b="1">
                <a:solidFill>
                  <a:srgbClr val="1557FF"/>
                </a:solidFill>
              </a:defRPr>
            </a:pPr>
            <a:r>
              <a:rPr sz="1650" b="1">
                <a:solidFill>
                  <a:srgbClr val="1557FF"/>
                </a:solidFill>
              </a:rPr>
              <a:t>Performance</a:t>
            </a:r>
          </a:p>
        </p:txBody>
      </p:sp>
      <p:sp>
        <p:nvSpPr>
          <p:cNvPr id="31" name="">
            <a:extLst xmlns:a="http://schemas.openxmlformats.org/drawingml/2006/main">
              <a:ext uri="{FF2B5EF4-FFF2-40B4-BE49-F238E27FC236}">
                <a16:creationId xmlns:a16="http://schemas.microsoft.com/office/drawing/2014/main" id="{331CA77B-6B5E-415A-8793-CC038B744FF4}"/>
              </a:ext>
            </a:extLst>
          </p:cNvPr>
          <p:cNvSpPr>
            <a:spLocks xmlns:a="http://schemas.openxmlformats.org/drawingml/2006/main" noGrp="1"/>
          </p:cNvSpPr>
          <p:nvPr/>
        </p:nvSpPr>
        <p:spPr>
          <a:xfrm xmlns:a="http://schemas.openxmlformats.org/drawingml/2006/main">
            <a:off x="571500" y="5848350"/>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Indexed searches and paginated results</a:t>
            </a:r>
          </a:p>
        </p:txBody>
      </p:sp>
      <p:sp>
        <p:nvSpPr>
          <p:cNvPr id="32" name="">
            <a:extLst xmlns:a="http://schemas.openxmlformats.org/drawingml/2006/main">
              <a:ext uri="{FF2B5EF4-FFF2-40B4-BE49-F238E27FC236}">
                <a16:creationId xmlns:a16="http://schemas.microsoft.com/office/drawing/2014/main" id="{C6E20616-C666-42B9-A8EA-E1B932D12E10}"/>
              </a:ext>
            </a:extLst>
          </p:cNvPr>
          <p:cNvSpPr>
            <a:spLocks xmlns:a="http://schemas.openxmlformats.org/drawingml/2006/main" noGrp="1"/>
          </p:cNvSpPr>
          <p:nvPr/>
        </p:nvSpPr>
        <p:spPr>
          <a:xfrm xmlns:a="http://schemas.openxmlformats.org/drawingml/2006/main">
            <a:off x="4381500" y="5562600"/>
            <a:ext cx="347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557FF"/>
                </a:solidFill>
              </a:defRPr>
            </a:defPPr>
          </a:lstStyle>
          <a:p xmlns:a="http://schemas.openxmlformats.org/drawingml/2006/main">
            <a:pPr>
              <a:defRPr sz="1650" b="1">
                <a:solidFill>
                  <a:srgbClr val="1557FF"/>
                </a:solidFill>
              </a:defRPr>
            </a:pPr>
            <a:r>
              <a:rPr sz="1650" b="1">
                <a:solidFill>
                  <a:srgbClr val="1557FF"/>
                </a:solidFill>
              </a:rPr>
              <a:t>Maintainability</a:t>
            </a:r>
          </a:p>
        </p:txBody>
      </p:sp>
      <p:sp>
        <p:nvSpPr>
          <p:cNvPr id="33" name="">
            <a:extLst xmlns:a="http://schemas.openxmlformats.org/drawingml/2006/main">
              <a:ext uri="{FF2B5EF4-FFF2-40B4-BE49-F238E27FC236}">
                <a16:creationId xmlns:a16="http://schemas.microsoft.com/office/drawing/2014/main" id="{2F4AC64A-C4CF-4B03-AAA1-5546353484A7}"/>
              </a:ext>
            </a:extLst>
          </p:cNvPr>
          <p:cNvSpPr>
            <a:spLocks xmlns:a="http://schemas.openxmlformats.org/drawingml/2006/main" noGrp="1"/>
          </p:cNvSpPr>
          <p:nvPr/>
        </p:nvSpPr>
        <p:spPr>
          <a:xfrm xmlns:a="http://schemas.openxmlformats.org/drawingml/2006/main">
            <a:off x="4381500" y="5848350"/>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Modular API routes and Mongoose models</a:t>
            </a:r>
          </a:p>
        </p:txBody>
      </p:sp>
      <p:sp>
        <p:nvSpPr>
          <p:cNvPr id="34" name="">
            <a:extLst xmlns:a="http://schemas.openxmlformats.org/drawingml/2006/main">
              <a:ext uri="{FF2B5EF4-FFF2-40B4-BE49-F238E27FC236}">
                <a16:creationId xmlns:a16="http://schemas.microsoft.com/office/drawing/2014/main" id="{1BFE7560-2753-4EAD-BB02-5604FAF2AB6D}"/>
              </a:ext>
            </a:extLst>
          </p:cNvPr>
          <p:cNvSpPr>
            <a:spLocks xmlns:a="http://schemas.openxmlformats.org/drawingml/2006/main" noGrp="1"/>
          </p:cNvSpPr>
          <p:nvPr/>
        </p:nvSpPr>
        <p:spPr>
          <a:xfrm xmlns:a="http://schemas.openxmlformats.org/drawingml/2006/main">
            <a:off x="8191500" y="5562600"/>
            <a:ext cx="347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557FF"/>
                </a:solidFill>
              </a:defRPr>
            </a:defPPr>
          </a:lstStyle>
          <a:p xmlns:a="http://schemas.openxmlformats.org/drawingml/2006/main">
            <a:pPr>
              <a:defRPr sz="1650" b="1">
                <a:solidFill>
                  <a:srgbClr val="1557FF"/>
                </a:solidFill>
              </a:defRPr>
            </a:pPr>
            <a:r>
              <a:rPr sz="1650" b="1">
                <a:solidFill>
                  <a:srgbClr val="1557FF"/>
                </a:solidFill>
              </a:rPr>
              <a:t>Reliability</a:t>
            </a:r>
          </a:p>
        </p:txBody>
      </p:sp>
      <p:sp>
        <p:nvSpPr>
          <p:cNvPr id="35" name="">
            <a:extLst xmlns:a="http://schemas.openxmlformats.org/drawingml/2006/main">
              <a:ext uri="{FF2B5EF4-FFF2-40B4-BE49-F238E27FC236}">
                <a16:creationId xmlns:a16="http://schemas.microsoft.com/office/drawing/2014/main" id="{29093CF7-6B4C-4B78-AFB5-5FD986A22CD7}"/>
              </a:ext>
            </a:extLst>
          </p:cNvPr>
          <p:cNvSpPr>
            <a:spLocks xmlns:a="http://schemas.openxmlformats.org/drawingml/2006/main" noGrp="1"/>
          </p:cNvSpPr>
          <p:nvPr/>
        </p:nvSpPr>
        <p:spPr>
          <a:xfrm xmlns:a="http://schemas.openxmlformats.org/drawingml/2006/main">
            <a:off x="8191500" y="5848350"/>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Database health checks and signed webhooks</a:t>
            </a:r>
          </a:p>
        </p:txBody>
      </p:sp>
    </p:spTree>
    <p:extLst>
      <p:ext uri="{BB962C8B-B14F-4D97-AF65-F5344CB8AC3E}">
        <p14:creationId xmlns:p14="http://schemas.microsoft.com/office/powerpoint/2010/main" val="10959191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BD00014B-EADB-44B9-8BED-68463302B291}"/>
              </a:ext>
            </a:extLst>
          </p:cNvPr>
          <p:cNvPicPr>
            <a:picLocks xmlns:a="http://schemas.openxmlformats.org/drawingml/2006/main" noChangeAspect="1"/>
          </p:cNvPicPr>
          <p:nvPr/>
        </p:nvPicPr>
        <p:blipFill>
          <a:blip xmlns:r="http://schemas.openxmlformats.org/officeDocument/2006/relationships" xmlns:a="http://schemas.openxmlformats.org/drawingml/2006/main" r:embed="Re13821438b844723"/>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BD9A600-3BC0-435C-8AA8-CEA45D60D2D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68F9BC1E-6EEF-4397-B1AD-A7369B1A6BEF}"/>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System Architecture &amp; Technology Stack</a:t>
            </a:r>
          </a:p>
        </p:txBody>
      </p:sp>
      <p:sp>
        <p:nvSpPr>
          <p:cNvPr id="4" name="">
            <a:extLst xmlns:a="http://schemas.openxmlformats.org/drawingml/2006/main">
              <a:ext uri="{FF2B5EF4-FFF2-40B4-BE49-F238E27FC236}">
                <a16:creationId xmlns:a16="http://schemas.microsoft.com/office/drawing/2014/main" id="{D25FCF7A-67D2-4D5D-A105-DA6E7F6AF27D}"/>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EA49F043-157F-4E80-B567-A644581F622C}"/>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FE1AA300-9DD2-4C16-90D2-9C31FE496AFF}"/>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05</a:t>
            </a:r>
          </a:p>
        </p:txBody>
      </p:sp>
      <p:sp>
        <p:nvSpPr>
          <p:cNvPr id="7" name="">
            <a:extLst xmlns:a="http://schemas.openxmlformats.org/drawingml/2006/main">
              <a:ext uri="{FF2B5EF4-FFF2-40B4-BE49-F238E27FC236}">
                <a16:creationId xmlns:a16="http://schemas.microsoft.com/office/drawing/2014/main" id="{8B8C6F8E-5B8D-4192-B4A8-33B883BD8AFC}"/>
              </a:ext>
            </a:extLst>
          </p:cNvPr>
          <p:cNvSpPr>
            <a:spLocks xmlns:a="http://schemas.openxmlformats.org/drawingml/2006/main" noGrp="1"/>
          </p:cNvSpPr>
          <p:nvPr/>
        </p:nvSpPr>
        <p:spPr>
          <a:xfrm xmlns:a="http://schemas.openxmlformats.org/drawingml/2006/main">
            <a:off x="571500" y="1952625"/>
            <a:ext cx="3095625" cy="11906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Presentation Tier</a:t>
            </a:r>
          </a:p>
          <a:p xmlns:a="http://schemas.openxmlformats.org/drawingml/2006/main">
            <a:pPr algn="ctr">
              <a:defRPr sz="1725" b="1">
                <a:solidFill>
                  <a:srgbClr val="15191D"/>
                </a:solidFill>
              </a:defRPr>
            </a:pPr>
            <a:r>
              <a:rPr sz="1725" b="1">
                <a:solidFill>
                  <a:srgbClr val="15191D"/>
                </a:solidFill>
              </a:rPr>
              <a:t>React + Vite + Tailwind CSS</a:t>
            </a:r>
          </a:p>
        </p:txBody>
      </p:sp>
      <p:sp>
        <p:nvSpPr>
          <p:cNvPr id="8" name="">
            <a:extLst xmlns:a="http://schemas.openxmlformats.org/drawingml/2006/main">
              <a:ext uri="{FF2B5EF4-FFF2-40B4-BE49-F238E27FC236}">
                <a16:creationId xmlns:a16="http://schemas.microsoft.com/office/drawing/2014/main" id="{03920055-B9B7-42F6-9777-7248F46173EA}"/>
              </a:ext>
            </a:extLst>
          </p:cNvPr>
          <p:cNvSpPr>
            <a:spLocks xmlns:a="http://schemas.openxmlformats.org/drawingml/2006/main" noGrp="1"/>
          </p:cNvSpPr>
          <p:nvPr/>
        </p:nvSpPr>
        <p:spPr>
          <a:xfrm xmlns:a="http://schemas.openxmlformats.org/drawingml/2006/main">
            <a:off x="4543425" y="1952625"/>
            <a:ext cx="3095625" cy="11906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Application Tier</a:t>
            </a:r>
          </a:p>
          <a:p xmlns:a="http://schemas.openxmlformats.org/drawingml/2006/main">
            <a:pPr algn="ctr">
              <a:defRPr sz="1725" b="1">
                <a:solidFill>
                  <a:srgbClr val="15191D"/>
                </a:solidFill>
              </a:defRPr>
            </a:pPr>
            <a:r>
              <a:rPr sz="1725" b="1">
                <a:solidFill>
                  <a:srgbClr val="15191D"/>
                </a:solidFill>
              </a:rPr>
              <a:t>Node.js + Express</a:t>
            </a:r>
          </a:p>
          <a:p xmlns:a="http://schemas.openxmlformats.org/drawingml/2006/main">
            <a:pPr algn="ctr">
              <a:defRPr sz="1725" b="1">
                <a:solidFill>
                  <a:srgbClr val="15191D"/>
                </a:solidFill>
              </a:defRPr>
            </a:pPr>
            <a:r>
              <a:rPr sz="1725" b="1">
                <a:solidFill>
                  <a:srgbClr val="15191D"/>
                </a:solidFill>
              </a:rPr>
              <a:t>JWT + REST APIs</a:t>
            </a:r>
          </a:p>
        </p:txBody>
      </p:sp>
      <p:sp>
        <p:nvSpPr>
          <p:cNvPr id="9" name="">
            <a:extLst xmlns:a="http://schemas.openxmlformats.org/drawingml/2006/main">
              <a:ext uri="{FF2B5EF4-FFF2-40B4-BE49-F238E27FC236}">
                <a16:creationId xmlns:a16="http://schemas.microsoft.com/office/drawing/2014/main" id="{351061E1-F675-4FAF-98CA-2FC0F18957EC}"/>
              </a:ext>
            </a:extLst>
          </p:cNvPr>
          <p:cNvSpPr>
            <a:spLocks xmlns:a="http://schemas.openxmlformats.org/drawingml/2006/main" noGrp="1"/>
          </p:cNvSpPr>
          <p:nvPr/>
        </p:nvSpPr>
        <p:spPr>
          <a:xfrm xmlns:a="http://schemas.openxmlformats.org/drawingml/2006/main">
            <a:off x="8524875" y="1952625"/>
            <a:ext cx="3095625" cy="11906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Data Tier</a:t>
            </a:r>
          </a:p>
          <a:p xmlns:a="http://schemas.openxmlformats.org/drawingml/2006/main">
            <a:pPr algn="ctr">
              <a:defRPr sz="1725" b="1">
                <a:solidFill>
                  <a:srgbClr val="15191D"/>
                </a:solidFill>
              </a:defRPr>
            </a:pPr>
            <a:r>
              <a:rPr sz="1725" b="1">
                <a:solidFill>
                  <a:srgbClr val="15191D"/>
                </a:solidFill>
              </a:rPr>
              <a:t>MongoDB + Mongoose</a:t>
            </a:r>
          </a:p>
          <a:p xmlns:a="http://schemas.openxmlformats.org/drawingml/2006/main">
            <a:pPr algn="ctr">
              <a:defRPr sz="1725" b="1">
                <a:solidFill>
                  <a:srgbClr val="15191D"/>
                </a:solidFill>
              </a:defRPr>
            </a:pPr>
            <a:r>
              <a:rPr sz="1725" b="1">
                <a:solidFill>
                  <a:srgbClr val="15191D"/>
                </a:solidFill>
              </a:rPr>
              <a:t>Referenced collections</a:t>
            </a:r>
          </a:p>
        </p:txBody>
      </p:sp>
      <p:sp>
        <p:nvSpPr>
          <p:cNvPr id="10" name="">
            <a:extLst xmlns:a="http://schemas.openxmlformats.org/drawingml/2006/main">
              <a:ext uri="{FF2B5EF4-FFF2-40B4-BE49-F238E27FC236}">
                <a16:creationId xmlns:a16="http://schemas.microsoft.com/office/drawing/2014/main" id="{854753AC-42A6-46E5-819E-29BB04BB313A}"/>
              </a:ext>
            </a:extLst>
          </p:cNvPr>
          <p:cNvSpPr>
            <a:spLocks xmlns:a="http://schemas.openxmlformats.org/drawingml/2006/main" noGrp="1"/>
          </p:cNvSpPr>
          <p:nvPr/>
        </p:nvSpPr>
        <p:spPr>
          <a:xfrm xmlns:a="http://schemas.openxmlformats.org/drawingml/2006/main">
            <a:off x="3667125" y="2543175"/>
            <a:ext cx="876300" cy="0"/>
          </a:xfrm>
          <a:prstGeom xmlns:a="http://schemas.openxmlformats.org/drawingml/2006/main" prst="line">
            <a:avLst/>
          </a:prstGeom>
          <a:ln xmlns:a="http://schemas.openxmlformats.org/drawingml/2006/main" w="28575">
            <a:solidFill>
              <a:srgbClr val="1557FF"/>
            </a:solidFill>
          </a:ln>
        </p:spPr>
      </p:sp>
      <p:sp>
        <p:nvSpPr>
          <p:cNvPr id="11" name="">
            <a:extLst xmlns:a="http://schemas.openxmlformats.org/drawingml/2006/main">
              <a:ext uri="{FF2B5EF4-FFF2-40B4-BE49-F238E27FC236}">
                <a16:creationId xmlns:a16="http://schemas.microsoft.com/office/drawing/2014/main" id="{64D6C46B-E3D6-44FB-8310-108C5CA0FB7E}"/>
              </a:ext>
            </a:extLst>
          </p:cNvPr>
          <p:cNvSpPr>
            <a:spLocks xmlns:a="http://schemas.openxmlformats.org/drawingml/2006/main" noGrp="1"/>
          </p:cNvSpPr>
          <p:nvPr/>
        </p:nvSpPr>
        <p:spPr>
          <a:xfrm xmlns:a="http://schemas.openxmlformats.org/drawingml/2006/main">
            <a:off x="7639050" y="2543175"/>
            <a:ext cx="885825" cy="0"/>
          </a:xfrm>
          <a:prstGeom xmlns:a="http://schemas.openxmlformats.org/drawingml/2006/main" prst="line">
            <a:avLst/>
          </a:prstGeom>
          <a:ln xmlns:a="http://schemas.openxmlformats.org/drawingml/2006/main" w="28575">
            <a:solidFill>
              <a:srgbClr val="1557FF"/>
            </a:solidFill>
          </a:ln>
        </p:spPr>
      </p:sp>
      <p:sp>
        <p:nvSpPr>
          <p:cNvPr id="12" name="">
            <a:extLst xmlns:a="http://schemas.openxmlformats.org/drawingml/2006/main">
              <a:ext uri="{FF2B5EF4-FFF2-40B4-BE49-F238E27FC236}">
                <a16:creationId xmlns:a16="http://schemas.microsoft.com/office/drawing/2014/main" id="{6320C7E1-6916-447D-AAB0-BE36D46D35E9}"/>
              </a:ext>
            </a:extLst>
          </p:cNvPr>
          <p:cNvSpPr>
            <a:spLocks xmlns:a="http://schemas.openxmlformats.org/drawingml/2006/main" noGrp="1"/>
          </p:cNvSpPr>
          <p:nvPr/>
        </p:nvSpPr>
        <p:spPr>
          <a:xfrm xmlns:a="http://schemas.openxmlformats.org/drawingml/2006/main">
            <a:off x="3724275" y="2124075"/>
            <a:ext cx="809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1557FF"/>
                </a:solidFill>
              </a:defRPr>
            </a:defPPr>
          </a:lstStyle>
          <a:p xmlns:a="http://schemas.openxmlformats.org/drawingml/2006/main">
            <a:pPr>
              <a:defRPr sz="1200" b="0">
                <a:solidFill>
                  <a:srgbClr val="1557FF"/>
                </a:solidFill>
              </a:defRPr>
            </a:pPr>
            <a:r>
              <a:rPr sz="1200" b="0">
                <a:solidFill>
                  <a:srgbClr val="1557FF"/>
                </a:solidFill>
              </a:rPr>
              <a:t>HTTPS / JSON</a:t>
            </a:r>
          </a:p>
        </p:txBody>
      </p:sp>
      <p:sp>
        <p:nvSpPr>
          <p:cNvPr id="13" name="">
            <a:extLst xmlns:a="http://schemas.openxmlformats.org/drawingml/2006/main">
              <a:ext uri="{FF2B5EF4-FFF2-40B4-BE49-F238E27FC236}">
                <a16:creationId xmlns:a16="http://schemas.microsoft.com/office/drawing/2014/main" id="{D78AAF34-BE21-4DE4-A016-08D7E1A069ED}"/>
              </a:ext>
            </a:extLst>
          </p:cNvPr>
          <p:cNvSpPr>
            <a:spLocks xmlns:a="http://schemas.openxmlformats.org/drawingml/2006/main" noGrp="1"/>
          </p:cNvSpPr>
          <p:nvPr/>
        </p:nvSpPr>
        <p:spPr>
          <a:xfrm xmlns:a="http://schemas.openxmlformats.org/drawingml/2006/main">
            <a:off x="7762875" y="2124075"/>
            <a:ext cx="742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1557FF"/>
                </a:solidFill>
              </a:defRPr>
            </a:defPPr>
          </a:lstStyle>
          <a:p xmlns:a="http://schemas.openxmlformats.org/drawingml/2006/main">
            <a:pPr>
              <a:defRPr sz="1275" b="0">
                <a:solidFill>
                  <a:srgbClr val="1557FF"/>
                </a:solidFill>
              </a:defRPr>
            </a:pPr>
            <a:r>
              <a:rPr sz="1275" b="0">
                <a:solidFill>
                  <a:srgbClr val="1557FF"/>
                </a:solidFill>
              </a:rPr>
              <a:t>Queries</a:t>
            </a:r>
          </a:p>
        </p:txBody>
      </p:sp>
      <p:sp>
        <p:nvSpPr>
          <p:cNvPr id="14" name="">
            <a:extLst xmlns:a="http://schemas.openxmlformats.org/drawingml/2006/main">
              <a:ext uri="{FF2B5EF4-FFF2-40B4-BE49-F238E27FC236}">
                <a16:creationId xmlns:a16="http://schemas.microsoft.com/office/drawing/2014/main" id="{79BD71BC-3FA0-4FD9-A684-496C98AEEA78}"/>
              </a:ext>
            </a:extLst>
          </p:cNvPr>
          <p:cNvSpPr>
            <a:spLocks xmlns:a="http://schemas.openxmlformats.org/drawingml/2006/main" noGrp="1"/>
          </p:cNvSpPr>
          <p:nvPr/>
        </p:nvSpPr>
        <p:spPr>
          <a:xfrm xmlns:a="http://schemas.openxmlformats.org/drawingml/2006/main">
            <a:off x="6096000" y="3143250"/>
            <a:ext cx="0" cy="714375"/>
          </a:xfrm>
          <a:prstGeom xmlns:a="http://schemas.openxmlformats.org/drawingml/2006/main" prst="line">
            <a:avLst/>
          </a:prstGeom>
          <a:ln xmlns:a="http://schemas.openxmlformats.org/drawingml/2006/main" w="19050">
            <a:solidFill>
              <a:srgbClr val="1557FF"/>
            </a:solidFill>
          </a:ln>
        </p:spPr>
      </p:sp>
      <p:sp>
        <p:nvSpPr>
          <p:cNvPr id="15" name="">
            <a:extLst xmlns:a="http://schemas.openxmlformats.org/drawingml/2006/main">
              <a:ext uri="{FF2B5EF4-FFF2-40B4-BE49-F238E27FC236}">
                <a16:creationId xmlns:a16="http://schemas.microsoft.com/office/drawing/2014/main" id="{5F4BC428-C959-46D7-A59A-20223EA77A1D}"/>
              </a:ext>
            </a:extLst>
          </p:cNvPr>
          <p:cNvSpPr>
            <a:spLocks xmlns:a="http://schemas.openxmlformats.org/drawingml/2006/main" noGrp="1"/>
          </p:cNvSpPr>
          <p:nvPr/>
        </p:nvSpPr>
        <p:spPr>
          <a:xfrm xmlns:a="http://schemas.openxmlformats.org/drawingml/2006/main">
            <a:off x="2114550" y="3857625"/>
            <a:ext cx="7953375" cy="0"/>
          </a:xfrm>
          <a:prstGeom xmlns:a="http://schemas.openxmlformats.org/drawingml/2006/main" prst="line">
            <a:avLst/>
          </a:prstGeom>
          <a:ln xmlns:a="http://schemas.openxmlformats.org/drawingml/2006/main" w="19050">
            <a:solidFill>
              <a:srgbClr val="1557FF"/>
            </a:solidFill>
          </a:ln>
        </p:spPr>
      </p:sp>
      <p:sp>
        <p:nvSpPr>
          <p:cNvPr id="16" name="">
            <a:extLst xmlns:a="http://schemas.openxmlformats.org/drawingml/2006/main">
              <a:ext uri="{FF2B5EF4-FFF2-40B4-BE49-F238E27FC236}">
                <a16:creationId xmlns:a16="http://schemas.microsoft.com/office/drawing/2014/main" id="{4523A3E7-DE65-423E-9BE6-3F1EE3C76CA2}"/>
              </a:ext>
            </a:extLst>
          </p:cNvPr>
          <p:cNvSpPr>
            <a:spLocks xmlns:a="http://schemas.openxmlformats.org/drawingml/2006/main" noGrp="1"/>
          </p:cNvSpPr>
          <p:nvPr/>
        </p:nvSpPr>
        <p:spPr>
          <a:xfrm xmlns:a="http://schemas.openxmlformats.org/drawingml/2006/main">
            <a:off x="2114550" y="3857625"/>
            <a:ext cx="0" cy="304800"/>
          </a:xfrm>
          <a:prstGeom xmlns:a="http://schemas.openxmlformats.org/drawingml/2006/main" prst="line">
            <a:avLst/>
          </a:prstGeom>
          <a:ln xmlns:a="http://schemas.openxmlformats.org/drawingml/2006/main" w="19050">
            <a:solidFill>
              <a:srgbClr val="1557FF"/>
            </a:solidFill>
          </a:ln>
        </p:spPr>
      </p:sp>
      <p:sp>
        <p:nvSpPr>
          <p:cNvPr id="17" name="">
            <a:extLst xmlns:a="http://schemas.openxmlformats.org/drawingml/2006/main">
              <a:ext uri="{FF2B5EF4-FFF2-40B4-BE49-F238E27FC236}">
                <a16:creationId xmlns:a16="http://schemas.microsoft.com/office/drawing/2014/main" id="{1B95A60C-D079-4F6D-907C-74B52CE27936}"/>
              </a:ext>
            </a:extLst>
          </p:cNvPr>
          <p:cNvSpPr>
            <a:spLocks xmlns:a="http://schemas.openxmlformats.org/drawingml/2006/main" noGrp="1"/>
          </p:cNvSpPr>
          <p:nvPr/>
        </p:nvSpPr>
        <p:spPr>
          <a:xfrm xmlns:a="http://schemas.openxmlformats.org/drawingml/2006/main">
            <a:off x="571500" y="4162425"/>
            <a:ext cx="3095625"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Socket.IO</a:t>
            </a:r>
          </a:p>
          <a:p xmlns:a="http://schemas.openxmlformats.org/drawingml/2006/main">
            <a:pPr algn="ctr">
              <a:defRPr sz="1725" b="1">
                <a:solidFill>
                  <a:srgbClr val="15191D"/>
                </a:solidFill>
              </a:defRPr>
            </a:pPr>
            <a:r>
              <a:rPr sz="1725" b="1">
                <a:solidFill>
                  <a:srgbClr val="15191D"/>
                </a:solidFill>
              </a:rPr>
              <a:t>Booking-linked live chat</a:t>
            </a:r>
          </a:p>
        </p:txBody>
      </p:sp>
      <p:sp>
        <p:nvSpPr>
          <p:cNvPr id="18" name="">
            <a:extLst xmlns:a="http://schemas.openxmlformats.org/drawingml/2006/main">
              <a:ext uri="{FF2B5EF4-FFF2-40B4-BE49-F238E27FC236}">
                <a16:creationId xmlns:a16="http://schemas.microsoft.com/office/drawing/2014/main" id="{E9DAA07F-821A-4F1A-A397-7FE900D8173B}"/>
              </a:ext>
            </a:extLst>
          </p:cNvPr>
          <p:cNvSpPr>
            <a:spLocks xmlns:a="http://schemas.openxmlformats.org/drawingml/2006/main" noGrp="1"/>
          </p:cNvSpPr>
          <p:nvPr/>
        </p:nvSpPr>
        <p:spPr>
          <a:xfrm xmlns:a="http://schemas.openxmlformats.org/drawingml/2006/main">
            <a:off x="6086475" y="3857625"/>
            <a:ext cx="0" cy="304800"/>
          </a:xfrm>
          <a:prstGeom xmlns:a="http://schemas.openxmlformats.org/drawingml/2006/main" prst="line">
            <a:avLst/>
          </a:prstGeom>
          <a:ln xmlns:a="http://schemas.openxmlformats.org/drawingml/2006/main" w="19050">
            <a:solidFill>
              <a:srgbClr val="1557FF"/>
            </a:solidFill>
          </a:ln>
        </p:spPr>
      </p:sp>
      <p:sp>
        <p:nvSpPr>
          <p:cNvPr id="19" name="">
            <a:extLst xmlns:a="http://schemas.openxmlformats.org/drawingml/2006/main">
              <a:ext uri="{FF2B5EF4-FFF2-40B4-BE49-F238E27FC236}">
                <a16:creationId xmlns:a16="http://schemas.microsoft.com/office/drawing/2014/main" id="{EE593EAF-73FE-470D-A96C-DE9D20567702}"/>
              </a:ext>
            </a:extLst>
          </p:cNvPr>
          <p:cNvSpPr>
            <a:spLocks xmlns:a="http://schemas.openxmlformats.org/drawingml/2006/main" noGrp="1"/>
          </p:cNvSpPr>
          <p:nvPr/>
        </p:nvSpPr>
        <p:spPr>
          <a:xfrm xmlns:a="http://schemas.openxmlformats.org/drawingml/2006/main">
            <a:off x="4543425" y="4162425"/>
            <a:ext cx="3095625"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Razorpay Checkout + Route</a:t>
            </a:r>
          </a:p>
          <a:p xmlns:a="http://schemas.openxmlformats.org/drawingml/2006/main">
            <a:pPr algn="ctr">
              <a:defRPr sz="1725" b="1">
                <a:solidFill>
                  <a:srgbClr val="15191D"/>
                </a:solidFill>
              </a:defRPr>
            </a:pPr>
            <a:r>
              <a:rPr sz="1725" b="1">
                <a:solidFill>
                  <a:srgbClr val="15191D"/>
                </a:solidFill>
              </a:rPr>
              <a:t>Payments and provider transfers</a:t>
            </a:r>
          </a:p>
        </p:txBody>
      </p:sp>
      <p:sp>
        <p:nvSpPr>
          <p:cNvPr id="20" name="">
            <a:extLst xmlns:a="http://schemas.openxmlformats.org/drawingml/2006/main">
              <a:ext uri="{FF2B5EF4-FFF2-40B4-BE49-F238E27FC236}">
                <a16:creationId xmlns:a16="http://schemas.microsoft.com/office/drawing/2014/main" id="{994260A6-CFC6-4BF9-AA40-9ED0689980D6}"/>
              </a:ext>
            </a:extLst>
          </p:cNvPr>
          <p:cNvSpPr>
            <a:spLocks xmlns:a="http://schemas.openxmlformats.org/drawingml/2006/main" noGrp="1"/>
          </p:cNvSpPr>
          <p:nvPr/>
        </p:nvSpPr>
        <p:spPr>
          <a:xfrm xmlns:a="http://schemas.openxmlformats.org/drawingml/2006/main">
            <a:off x="10058400" y="3857625"/>
            <a:ext cx="0" cy="304800"/>
          </a:xfrm>
          <a:prstGeom xmlns:a="http://schemas.openxmlformats.org/drawingml/2006/main" prst="line">
            <a:avLst/>
          </a:prstGeom>
          <a:ln xmlns:a="http://schemas.openxmlformats.org/drawingml/2006/main" w="19050">
            <a:solidFill>
              <a:srgbClr val="1557FF"/>
            </a:solidFill>
          </a:ln>
        </p:spPr>
      </p:sp>
      <p:sp>
        <p:nvSpPr>
          <p:cNvPr id="21" name="">
            <a:extLst xmlns:a="http://schemas.openxmlformats.org/drawingml/2006/main">
              <a:ext uri="{FF2B5EF4-FFF2-40B4-BE49-F238E27FC236}">
                <a16:creationId xmlns:a16="http://schemas.microsoft.com/office/drawing/2014/main" id="{A69C4BC6-0B19-46C8-82EA-60178908CFE3}"/>
              </a:ext>
            </a:extLst>
          </p:cNvPr>
          <p:cNvSpPr>
            <a:spLocks xmlns:a="http://schemas.openxmlformats.org/drawingml/2006/main" noGrp="1"/>
          </p:cNvSpPr>
          <p:nvPr/>
        </p:nvSpPr>
        <p:spPr>
          <a:xfrm xmlns:a="http://schemas.openxmlformats.org/drawingml/2006/main">
            <a:off x="8515350" y="4162425"/>
            <a:ext cx="3095625"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KYC vendor + Email</a:t>
            </a:r>
          </a:p>
          <a:p xmlns:a="http://schemas.openxmlformats.org/drawingml/2006/main">
            <a:pPr algn="ctr">
              <a:defRPr sz="1725" b="1">
                <a:solidFill>
                  <a:srgbClr val="15191D"/>
                </a:solidFill>
              </a:defRPr>
            </a:pPr>
            <a:r>
              <a:rPr sz="1725" b="1">
                <a:solidFill>
                  <a:srgbClr val="15191D"/>
                </a:solidFill>
              </a:rPr>
              <a:t>External service adapters</a:t>
            </a:r>
          </a:p>
        </p:txBody>
      </p:sp>
      <p:sp>
        <p:nvSpPr>
          <p:cNvPr id="22" name="">
            <a:extLst xmlns:a="http://schemas.openxmlformats.org/drawingml/2006/main">
              <a:ext uri="{FF2B5EF4-FFF2-40B4-BE49-F238E27FC236}">
                <a16:creationId xmlns:a16="http://schemas.microsoft.com/office/drawing/2014/main" id="{14CD0A3A-93FD-4AA3-8164-6F00B9A9B697}"/>
              </a:ext>
            </a:extLst>
          </p:cNvPr>
          <p:cNvSpPr>
            <a:spLocks xmlns:a="http://schemas.openxmlformats.org/drawingml/2006/main" noGrp="1"/>
          </p:cNvSpPr>
          <p:nvPr/>
        </p:nvSpPr>
        <p:spPr>
          <a:xfrm xmlns:a="http://schemas.openxmlformats.org/drawingml/2006/main">
            <a:off x="571500" y="5619750"/>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3565E"/>
                </a:solidFill>
              </a:defRPr>
            </a:defPPr>
          </a:lstStyle>
          <a:p xmlns:a="http://schemas.openxmlformats.org/drawingml/2006/main">
            <a:pPr>
              <a:defRPr sz="1800" b="0">
                <a:solidFill>
                  <a:srgbClr val="53565E"/>
                </a:solidFill>
              </a:defRPr>
            </a:pPr>
            <a:r>
              <a:rPr sz="1800" b="0">
                <a:solidFill>
                  <a:srgbClr val="53565E"/>
                </a:solidFill>
              </a:rPr>
              <a:t>Production payments and KYC require configured external accounts and vendor approval.</a:t>
            </a:r>
          </a:p>
        </p:txBody>
      </p:sp>
    </p:spTree>
    <p:extLst>
      <p:ext uri="{BB962C8B-B14F-4D97-AF65-F5344CB8AC3E}">
        <p14:creationId xmlns:p14="http://schemas.microsoft.com/office/powerpoint/2010/main" val="14936762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2" name="">
            <a:extLst xmlns:a="http://schemas.openxmlformats.org/drawingml/2006/main">
              <a:ext uri="{FF2B5EF4-FFF2-40B4-BE49-F238E27FC236}">
                <a16:creationId xmlns:a16="http://schemas.microsoft.com/office/drawing/2014/main" id="{6323221F-025E-4669-AAAD-0285E5657E5A}"/>
              </a:ext>
            </a:extLst>
          </p:cNvPr>
          <p:cNvPicPr>
            <a:picLocks xmlns:a="http://schemas.openxmlformats.org/drawingml/2006/main" noChangeAspect="1"/>
          </p:cNvPicPr>
          <p:nvPr/>
        </p:nvPicPr>
        <p:blipFill>
          <a:blip xmlns:r="http://schemas.openxmlformats.org/officeDocument/2006/relationships" xmlns:a="http://schemas.openxmlformats.org/drawingml/2006/main" r:embed="R74c388fe0d4f4443"/>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5B9E394-0AA4-4694-B771-70DF0E96CCC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8A1F3D22-BE8A-46CE-A0C2-116A3106E98A}"/>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Use Cases: Customer, Provider &amp; Admin</a:t>
            </a:r>
          </a:p>
        </p:txBody>
      </p:sp>
      <p:sp>
        <p:nvSpPr>
          <p:cNvPr id="4" name="">
            <a:extLst xmlns:a="http://schemas.openxmlformats.org/drawingml/2006/main">
              <a:ext uri="{FF2B5EF4-FFF2-40B4-BE49-F238E27FC236}">
                <a16:creationId xmlns:a16="http://schemas.microsoft.com/office/drawing/2014/main" id="{FA71A760-5F8F-4428-B542-C28B12DFA53D}"/>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7CF1CC18-D465-47C8-A1EF-CADF9A18B5B5}"/>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3D059458-661E-4D5A-93BE-A7EC31664BBA}"/>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06</a:t>
            </a:r>
          </a:p>
        </p:txBody>
      </p:sp>
      <p:sp>
        <p:nvSpPr>
          <p:cNvPr id="7" name="">
            <a:extLst xmlns:a="http://schemas.openxmlformats.org/drawingml/2006/main">
              <a:ext uri="{FF2B5EF4-FFF2-40B4-BE49-F238E27FC236}">
                <a16:creationId xmlns:a16="http://schemas.microsoft.com/office/drawing/2014/main" id="{972DE4BD-6F20-485A-91E9-0D5D5844E716}"/>
              </a:ext>
            </a:extLst>
          </p:cNvPr>
          <p:cNvSpPr>
            <a:spLocks xmlns:a="http://schemas.openxmlformats.org/drawingml/2006/main" noGrp="1"/>
          </p:cNvSpPr>
          <p:nvPr/>
        </p:nvSpPr>
        <p:spPr>
          <a:xfrm xmlns:a="http://schemas.openxmlformats.org/drawingml/2006/main">
            <a:off x="571500" y="1733550"/>
            <a:ext cx="1952625" cy="1000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Customer</a:t>
            </a:r>
          </a:p>
        </p:txBody>
      </p:sp>
      <p:sp>
        <p:nvSpPr>
          <p:cNvPr id="8" name="">
            <a:extLst xmlns:a="http://schemas.openxmlformats.org/drawingml/2006/main">
              <a:ext uri="{FF2B5EF4-FFF2-40B4-BE49-F238E27FC236}">
                <a16:creationId xmlns:a16="http://schemas.microsoft.com/office/drawing/2014/main" id="{6D88837C-DB96-4732-9FC5-A628041D85CA}"/>
              </a:ext>
            </a:extLst>
          </p:cNvPr>
          <p:cNvSpPr>
            <a:spLocks xmlns:a="http://schemas.openxmlformats.org/drawingml/2006/main" noGrp="1"/>
          </p:cNvSpPr>
          <p:nvPr/>
        </p:nvSpPr>
        <p:spPr>
          <a:xfrm xmlns:a="http://schemas.openxmlformats.org/drawingml/2006/main">
            <a:off x="3048000" y="1733550"/>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Discover services</a:t>
            </a:r>
          </a:p>
        </p:txBody>
      </p:sp>
      <p:sp>
        <p:nvSpPr>
          <p:cNvPr id="9" name="">
            <a:extLst xmlns:a="http://schemas.openxmlformats.org/drawingml/2006/main">
              <a:ext uri="{FF2B5EF4-FFF2-40B4-BE49-F238E27FC236}">
                <a16:creationId xmlns:a16="http://schemas.microsoft.com/office/drawing/2014/main" id="{57F721FF-4DCE-49BB-8220-207BA9A8C4E4}"/>
              </a:ext>
            </a:extLst>
          </p:cNvPr>
          <p:cNvSpPr>
            <a:spLocks xmlns:a="http://schemas.openxmlformats.org/drawingml/2006/main" noGrp="1"/>
          </p:cNvSpPr>
          <p:nvPr/>
        </p:nvSpPr>
        <p:spPr>
          <a:xfrm xmlns:a="http://schemas.openxmlformats.org/drawingml/2006/main">
            <a:off x="5667375" y="2228850"/>
            <a:ext cx="333375" cy="0"/>
          </a:xfrm>
          <a:prstGeom xmlns:a="http://schemas.openxmlformats.org/drawingml/2006/main" prst="line">
            <a:avLst/>
          </a:prstGeom>
          <a:ln xmlns:a="http://schemas.openxmlformats.org/drawingml/2006/main" w="19050">
            <a:solidFill>
              <a:srgbClr val="1557FF"/>
            </a:solidFill>
          </a:ln>
        </p:spPr>
      </p:sp>
      <p:sp>
        <p:nvSpPr>
          <p:cNvPr id="10" name="">
            <a:extLst xmlns:a="http://schemas.openxmlformats.org/drawingml/2006/main">
              <a:ext uri="{FF2B5EF4-FFF2-40B4-BE49-F238E27FC236}">
                <a16:creationId xmlns:a16="http://schemas.microsoft.com/office/drawing/2014/main" id="{16977068-837C-48D0-98D3-0D5537B0FE8C}"/>
              </a:ext>
            </a:extLst>
          </p:cNvPr>
          <p:cNvSpPr>
            <a:spLocks xmlns:a="http://schemas.openxmlformats.org/drawingml/2006/main" noGrp="1"/>
          </p:cNvSpPr>
          <p:nvPr/>
        </p:nvSpPr>
        <p:spPr>
          <a:xfrm xmlns:a="http://schemas.openxmlformats.org/drawingml/2006/main">
            <a:off x="5905500" y="20383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11" name="">
            <a:extLst xmlns:a="http://schemas.openxmlformats.org/drawingml/2006/main">
              <a:ext uri="{FF2B5EF4-FFF2-40B4-BE49-F238E27FC236}">
                <a16:creationId xmlns:a16="http://schemas.microsoft.com/office/drawing/2014/main" id="{29AB4699-2070-4493-9D5A-42373483B037}"/>
              </a:ext>
            </a:extLst>
          </p:cNvPr>
          <p:cNvSpPr>
            <a:spLocks xmlns:a="http://schemas.openxmlformats.org/drawingml/2006/main" noGrp="1"/>
          </p:cNvSpPr>
          <p:nvPr/>
        </p:nvSpPr>
        <p:spPr>
          <a:xfrm xmlns:a="http://schemas.openxmlformats.org/drawingml/2006/main">
            <a:off x="6000750" y="1733550"/>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Request and pay for bookings</a:t>
            </a:r>
          </a:p>
        </p:txBody>
      </p:sp>
      <p:sp>
        <p:nvSpPr>
          <p:cNvPr id="12" name="">
            <a:extLst xmlns:a="http://schemas.openxmlformats.org/drawingml/2006/main">
              <a:ext uri="{FF2B5EF4-FFF2-40B4-BE49-F238E27FC236}">
                <a16:creationId xmlns:a16="http://schemas.microsoft.com/office/drawing/2014/main" id="{292E7C6B-2153-46F6-9DF3-900DF4AFD3B3}"/>
              </a:ext>
            </a:extLst>
          </p:cNvPr>
          <p:cNvSpPr>
            <a:spLocks xmlns:a="http://schemas.openxmlformats.org/drawingml/2006/main" noGrp="1"/>
          </p:cNvSpPr>
          <p:nvPr/>
        </p:nvSpPr>
        <p:spPr>
          <a:xfrm xmlns:a="http://schemas.openxmlformats.org/drawingml/2006/main">
            <a:off x="8620125" y="2228850"/>
            <a:ext cx="333375" cy="0"/>
          </a:xfrm>
          <a:prstGeom xmlns:a="http://schemas.openxmlformats.org/drawingml/2006/main" prst="line">
            <a:avLst/>
          </a:prstGeom>
          <a:ln xmlns:a="http://schemas.openxmlformats.org/drawingml/2006/main" w="19050">
            <a:solidFill>
              <a:srgbClr val="1557FF"/>
            </a:solidFill>
          </a:ln>
        </p:spPr>
      </p:sp>
      <p:sp>
        <p:nvSpPr>
          <p:cNvPr id="13" name="">
            <a:extLst xmlns:a="http://schemas.openxmlformats.org/drawingml/2006/main">
              <a:ext uri="{FF2B5EF4-FFF2-40B4-BE49-F238E27FC236}">
                <a16:creationId xmlns:a16="http://schemas.microsoft.com/office/drawing/2014/main" id="{483CCFBD-EAA2-48F6-8A55-3271B3C3F6E8}"/>
              </a:ext>
            </a:extLst>
          </p:cNvPr>
          <p:cNvSpPr>
            <a:spLocks xmlns:a="http://schemas.openxmlformats.org/drawingml/2006/main" noGrp="1"/>
          </p:cNvSpPr>
          <p:nvPr/>
        </p:nvSpPr>
        <p:spPr>
          <a:xfrm xmlns:a="http://schemas.openxmlformats.org/drawingml/2006/main">
            <a:off x="8858250" y="20383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14" name="">
            <a:extLst xmlns:a="http://schemas.openxmlformats.org/drawingml/2006/main">
              <a:ext uri="{FF2B5EF4-FFF2-40B4-BE49-F238E27FC236}">
                <a16:creationId xmlns:a16="http://schemas.microsoft.com/office/drawing/2014/main" id="{5D3B1945-019F-4DCC-8096-0456533D4A3B}"/>
              </a:ext>
            </a:extLst>
          </p:cNvPr>
          <p:cNvSpPr>
            <a:spLocks xmlns:a="http://schemas.openxmlformats.org/drawingml/2006/main" noGrp="1"/>
          </p:cNvSpPr>
          <p:nvPr/>
        </p:nvSpPr>
        <p:spPr>
          <a:xfrm xmlns:a="http://schemas.openxmlformats.org/drawingml/2006/main">
            <a:off x="8953500" y="1733550"/>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Chat, review and raise disputes</a:t>
            </a:r>
          </a:p>
        </p:txBody>
      </p:sp>
      <p:sp>
        <p:nvSpPr>
          <p:cNvPr id="15" name="">
            <a:extLst xmlns:a="http://schemas.openxmlformats.org/drawingml/2006/main">
              <a:ext uri="{FF2B5EF4-FFF2-40B4-BE49-F238E27FC236}">
                <a16:creationId xmlns:a16="http://schemas.microsoft.com/office/drawing/2014/main" id="{FE7F8838-6E66-48D9-9C0B-269D663EB6FB}"/>
              </a:ext>
            </a:extLst>
          </p:cNvPr>
          <p:cNvSpPr>
            <a:spLocks xmlns:a="http://schemas.openxmlformats.org/drawingml/2006/main" noGrp="1"/>
          </p:cNvSpPr>
          <p:nvPr/>
        </p:nvSpPr>
        <p:spPr>
          <a:xfrm xmlns:a="http://schemas.openxmlformats.org/drawingml/2006/main">
            <a:off x="571500" y="3190875"/>
            <a:ext cx="1952625" cy="1000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Provider</a:t>
            </a:r>
          </a:p>
        </p:txBody>
      </p:sp>
      <p:sp>
        <p:nvSpPr>
          <p:cNvPr id="16" name="">
            <a:extLst xmlns:a="http://schemas.openxmlformats.org/drawingml/2006/main">
              <a:ext uri="{FF2B5EF4-FFF2-40B4-BE49-F238E27FC236}">
                <a16:creationId xmlns:a16="http://schemas.microsoft.com/office/drawing/2014/main" id="{7FF0B77A-E536-4D72-8BDE-E6DB93D5B59D}"/>
              </a:ext>
            </a:extLst>
          </p:cNvPr>
          <p:cNvSpPr>
            <a:spLocks xmlns:a="http://schemas.openxmlformats.org/drawingml/2006/main" noGrp="1"/>
          </p:cNvSpPr>
          <p:nvPr/>
        </p:nvSpPr>
        <p:spPr>
          <a:xfrm xmlns:a="http://schemas.openxmlformats.org/drawingml/2006/main">
            <a:off x="3048000" y="3190875"/>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Maintain profile and listings</a:t>
            </a:r>
          </a:p>
        </p:txBody>
      </p:sp>
      <p:sp>
        <p:nvSpPr>
          <p:cNvPr id="17" name="">
            <a:extLst xmlns:a="http://schemas.openxmlformats.org/drawingml/2006/main">
              <a:ext uri="{FF2B5EF4-FFF2-40B4-BE49-F238E27FC236}">
                <a16:creationId xmlns:a16="http://schemas.microsoft.com/office/drawing/2014/main" id="{622DCF02-30D1-4D52-8EBA-96F64734B54F}"/>
              </a:ext>
            </a:extLst>
          </p:cNvPr>
          <p:cNvSpPr>
            <a:spLocks xmlns:a="http://schemas.openxmlformats.org/drawingml/2006/main" noGrp="1"/>
          </p:cNvSpPr>
          <p:nvPr/>
        </p:nvSpPr>
        <p:spPr>
          <a:xfrm xmlns:a="http://schemas.openxmlformats.org/drawingml/2006/main">
            <a:off x="5667375" y="3686175"/>
            <a:ext cx="333375" cy="0"/>
          </a:xfrm>
          <a:prstGeom xmlns:a="http://schemas.openxmlformats.org/drawingml/2006/main" prst="line">
            <a:avLst/>
          </a:prstGeom>
          <a:ln xmlns:a="http://schemas.openxmlformats.org/drawingml/2006/main" w="19050">
            <a:solidFill>
              <a:srgbClr val="1557FF"/>
            </a:solidFill>
          </a:ln>
        </p:spPr>
      </p:sp>
      <p:sp>
        <p:nvSpPr>
          <p:cNvPr id="18" name="">
            <a:extLst xmlns:a="http://schemas.openxmlformats.org/drawingml/2006/main">
              <a:ext uri="{FF2B5EF4-FFF2-40B4-BE49-F238E27FC236}">
                <a16:creationId xmlns:a16="http://schemas.microsoft.com/office/drawing/2014/main" id="{A918DCFB-6C5C-42CB-9531-3955D7C31ADD}"/>
              </a:ext>
            </a:extLst>
          </p:cNvPr>
          <p:cNvSpPr>
            <a:spLocks xmlns:a="http://schemas.openxmlformats.org/drawingml/2006/main" noGrp="1"/>
          </p:cNvSpPr>
          <p:nvPr/>
        </p:nvSpPr>
        <p:spPr>
          <a:xfrm xmlns:a="http://schemas.openxmlformats.org/drawingml/2006/main">
            <a:off x="5905500" y="3495675"/>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19" name="">
            <a:extLst xmlns:a="http://schemas.openxmlformats.org/drawingml/2006/main">
              <a:ext uri="{FF2B5EF4-FFF2-40B4-BE49-F238E27FC236}">
                <a16:creationId xmlns:a16="http://schemas.microsoft.com/office/drawing/2014/main" id="{04A8BF07-7C8C-412A-B8D0-81FDBFC77B9D}"/>
              </a:ext>
            </a:extLst>
          </p:cNvPr>
          <p:cNvSpPr>
            <a:spLocks xmlns:a="http://schemas.openxmlformats.org/drawingml/2006/main" noGrp="1"/>
          </p:cNvSpPr>
          <p:nvPr/>
        </p:nvSpPr>
        <p:spPr>
          <a:xfrm xmlns:a="http://schemas.openxmlformats.org/drawingml/2006/main">
            <a:off x="6000750" y="3190875"/>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Publish availability</a:t>
            </a:r>
          </a:p>
        </p:txBody>
      </p:sp>
      <p:sp>
        <p:nvSpPr>
          <p:cNvPr id="20" name="">
            <a:extLst xmlns:a="http://schemas.openxmlformats.org/drawingml/2006/main">
              <a:ext uri="{FF2B5EF4-FFF2-40B4-BE49-F238E27FC236}">
                <a16:creationId xmlns:a16="http://schemas.microsoft.com/office/drawing/2014/main" id="{57FB9531-D853-458E-9340-7981D83266DC}"/>
              </a:ext>
            </a:extLst>
          </p:cNvPr>
          <p:cNvSpPr>
            <a:spLocks xmlns:a="http://schemas.openxmlformats.org/drawingml/2006/main" noGrp="1"/>
          </p:cNvSpPr>
          <p:nvPr/>
        </p:nvSpPr>
        <p:spPr>
          <a:xfrm xmlns:a="http://schemas.openxmlformats.org/drawingml/2006/main">
            <a:off x="8620125" y="3686175"/>
            <a:ext cx="333375" cy="0"/>
          </a:xfrm>
          <a:prstGeom xmlns:a="http://schemas.openxmlformats.org/drawingml/2006/main" prst="line">
            <a:avLst/>
          </a:prstGeom>
          <a:ln xmlns:a="http://schemas.openxmlformats.org/drawingml/2006/main" w="19050">
            <a:solidFill>
              <a:srgbClr val="1557FF"/>
            </a:solidFill>
          </a:ln>
        </p:spPr>
      </p:sp>
      <p:sp>
        <p:nvSpPr>
          <p:cNvPr id="21" name="">
            <a:extLst xmlns:a="http://schemas.openxmlformats.org/drawingml/2006/main">
              <a:ext uri="{FF2B5EF4-FFF2-40B4-BE49-F238E27FC236}">
                <a16:creationId xmlns:a16="http://schemas.microsoft.com/office/drawing/2014/main" id="{E8F81E69-5FF6-4C75-AE53-E96FD455E64C}"/>
              </a:ext>
            </a:extLst>
          </p:cNvPr>
          <p:cNvSpPr>
            <a:spLocks xmlns:a="http://schemas.openxmlformats.org/drawingml/2006/main" noGrp="1"/>
          </p:cNvSpPr>
          <p:nvPr/>
        </p:nvSpPr>
        <p:spPr>
          <a:xfrm xmlns:a="http://schemas.openxmlformats.org/drawingml/2006/main">
            <a:off x="8858250" y="3495675"/>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22" name="">
            <a:extLst xmlns:a="http://schemas.openxmlformats.org/drawingml/2006/main">
              <a:ext uri="{FF2B5EF4-FFF2-40B4-BE49-F238E27FC236}">
                <a16:creationId xmlns:a16="http://schemas.microsoft.com/office/drawing/2014/main" id="{6B0FED06-654F-479E-93BF-B788B4D6FA78}"/>
              </a:ext>
            </a:extLst>
          </p:cNvPr>
          <p:cNvSpPr>
            <a:spLocks xmlns:a="http://schemas.openxmlformats.org/drawingml/2006/main" noGrp="1"/>
          </p:cNvSpPr>
          <p:nvPr/>
        </p:nvSpPr>
        <p:spPr>
          <a:xfrm xmlns:a="http://schemas.openxmlformats.org/drawingml/2006/main">
            <a:off x="8953500" y="3190875"/>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Accept and complete bookings</a:t>
            </a:r>
          </a:p>
        </p:txBody>
      </p:sp>
      <p:sp>
        <p:nvSpPr>
          <p:cNvPr id="23" name="">
            <a:extLst xmlns:a="http://schemas.openxmlformats.org/drawingml/2006/main">
              <a:ext uri="{FF2B5EF4-FFF2-40B4-BE49-F238E27FC236}">
                <a16:creationId xmlns:a16="http://schemas.microsoft.com/office/drawing/2014/main" id="{4AA31B66-BA0A-498B-9957-27C000E44A24}"/>
              </a:ext>
            </a:extLst>
          </p:cNvPr>
          <p:cNvSpPr>
            <a:spLocks xmlns:a="http://schemas.openxmlformats.org/drawingml/2006/main" noGrp="1"/>
          </p:cNvSpPr>
          <p:nvPr/>
        </p:nvSpPr>
        <p:spPr>
          <a:xfrm xmlns:a="http://schemas.openxmlformats.org/drawingml/2006/main">
            <a:off x="571500" y="4648200"/>
            <a:ext cx="1952625" cy="1000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Admin</a:t>
            </a:r>
          </a:p>
        </p:txBody>
      </p:sp>
      <p:sp>
        <p:nvSpPr>
          <p:cNvPr id="24" name="">
            <a:extLst xmlns:a="http://schemas.openxmlformats.org/drawingml/2006/main">
              <a:ext uri="{FF2B5EF4-FFF2-40B4-BE49-F238E27FC236}">
                <a16:creationId xmlns:a16="http://schemas.microsoft.com/office/drawing/2014/main" id="{2E528C5C-4CBA-46B0-8558-D4F75D867439}"/>
              </a:ext>
            </a:extLst>
          </p:cNvPr>
          <p:cNvSpPr>
            <a:spLocks xmlns:a="http://schemas.openxmlformats.org/drawingml/2006/main" noGrp="1"/>
          </p:cNvSpPr>
          <p:nvPr/>
        </p:nvSpPr>
        <p:spPr>
          <a:xfrm xmlns:a="http://schemas.openxmlformats.org/drawingml/2006/main">
            <a:off x="3048000" y="4648200"/>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Review provider status</a:t>
            </a:r>
          </a:p>
        </p:txBody>
      </p:sp>
      <p:sp>
        <p:nvSpPr>
          <p:cNvPr id="25" name="">
            <a:extLst xmlns:a="http://schemas.openxmlformats.org/drawingml/2006/main">
              <a:ext uri="{FF2B5EF4-FFF2-40B4-BE49-F238E27FC236}">
                <a16:creationId xmlns:a16="http://schemas.microsoft.com/office/drawing/2014/main" id="{7753C9E5-EBCB-4D9F-A201-64517D1C6661}"/>
              </a:ext>
            </a:extLst>
          </p:cNvPr>
          <p:cNvSpPr>
            <a:spLocks xmlns:a="http://schemas.openxmlformats.org/drawingml/2006/main" noGrp="1"/>
          </p:cNvSpPr>
          <p:nvPr/>
        </p:nvSpPr>
        <p:spPr>
          <a:xfrm xmlns:a="http://schemas.openxmlformats.org/drawingml/2006/main">
            <a:off x="5667375" y="5143500"/>
            <a:ext cx="333375" cy="0"/>
          </a:xfrm>
          <a:prstGeom xmlns:a="http://schemas.openxmlformats.org/drawingml/2006/main" prst="line">
            <a:avLst/>
          </a:prstGeom>
          <a:ln xmlns:a="http://schemas.openxmlformats.org/drawingml/2006/main" w="19050">
            <a:solidFill>
              <a:srgbClr val="1557FF"/>
            </a:solidFill>
          </a:ln>
        </p:spPr>
      </p:sp>
      <p:sp>
        <p:nvSpPr>
          <p:cNvPr id="26" name="">
            <a:extLst xmlns:a="http://schemas.openxmlformats.org/drawingml/2006/main">
              <a:ext uri="{FF2B5EF4-FFF2-40B4-BE49-F238E27FC236}">
                <a16:creationId xmlns:a16="http://schemas.microsoft.com/office/drawing/2014/main" id="{AF5766B3-BAF8-43B7-BB4F-BE25CDD72E91}"/>
              </a:ext>
            </a:extLst>
          </p:cNvPr>
          <p:cNvSpPr>
            <a:spLocks xmlns:a="http://schemas.openxmlformats.org/drawingml/2006/main" noGrp="1"/>
          </p:cNvSpPr>
          <p:nvPr/>
        </p:nvSpPr>
        <p:spPr>
          <a:xfrm xmlns:a="http://schemas.openxmlformats.org/drawingml/2006/main">
            <a:off x="5905500" y="495300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27" name="">
            <a:extLst xmlns:a="http://schemas.openxmlformats.org/drawingml/2006/main">
              <a:ext uri="{FF2B5EF4-FFF2-40B4-BE49-F238E27FC236}">
                <a16:creationId xmlns:a16="http://schemas.microsoft.com/office/drawing/2014/main" id="{DB82D4DD-1031-477E-8EF3-136E5A85ADAD}"/>
              </a:ext>
            </a:extLst>
          </p:cNvPr>
          <p:cNvSpPr>
            <a:spLocks xmlns:a="http://schemas.openxmlformats.org/drawingml/2006/main" noGrp="1"/>
          </p:cNvSpPr>
          <p:nvPr/>
        </p:nvSpPr>
        <p:spPr>
          <a:xfrm xmlns:a="http://schemas.openxmlformats.org/drawingml/2006/main">
            <a:off x="6000750" y="4648200"/>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Configure marketplace policies</a:t>
            </a:r>
          </a:p>
        </p:txBody>
      </p:sp>
      <p:sp>
        <p:nvSpPr>
          <p:cNvPr id="28" name="">
            <a:extLst xmlns:a="http://schemas.openxmlformats.org/drawingml/2006/main">
              <a:ext uri="{FF2B5EF4-FFF2-40B4-BE49-F238E27FC236}">
                <a16:creationId xmlns:a16="http://schemas.microsoft.com/office/drawing/2014/main" id="{F79AC394-099B-433A-85AC-9E419A235118}"/>
              </a:ext>
            </a:extLst>
          </p:cNvPr>
          <p:cNvSpPr>
            <a:spLocks xmlns:a="http://schemas.openxmlformats.org/drawingml/2006/main" noGrp="1"/>
          </p:cNvSpPr>
          <p:nvPr/>
        </p:nvSpPr>
        <p:spPr>
          <a:xfrm xmlns:a="http://schemas.openxmlformats.org/drawingml/2006/main">
            <a:off x="8620125" y="5143500"/>
            <a:ext cx="333375" cy="0"/>
          </a:xfrm>
          <a:prstGeom xmlns:a="http://schemas.openxmlformats.org/drawingml/2006/main" prst="line">
            <a:avLst/>
          </a:prstGeom>
          <a:ln xmlns:a="http://schemas.openxmlformats.org/drawingml/2006/main" w="19050">
            <a:solidFill>
              <a:srgbClr val="1557FF"/>
            </a:solidFill>
          </a:ln>
        </p:spPr>
      </p:sp>
      <p:sp>
        <p:nvSpPr>
          <p:cNvPr id="29" name="">
            <a:extLst xmlns:a="http://schemas.openxmlformats.org/drawingml/2006/main">
              <a:ext uri="{FF2B5EF4-FFF2-40B4-BE49-F238E27FC236}">
                <a16:creationId xmlns:a16="http://schemas.microsoft.com/office/drawing/2014/main" id="{0D47602B-7674-4415-9A6A-84EA3E4FEBE9}"/>
              </a:ext>
            </a:extLst>
          </p:cNvPr>
          <p:cNvSpPr>
            <a:spLocks xmlns:a="http://schemas.openxmlformats.org/drawingml/2006/main" noGrp="1"/>
          </p:cNvSpPr>
          <p:nvPr/>
        </p:nvSpPr>
        <p:spPr>
          <a:xfrm xmlns:a="http://schemas.openxmlformats.org/drawingml/2006/main">
            <a:off x="8858250" y="495300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30" name="">
            <a:extLst xmlns:a="http://schemas.openxmlformats.org/drawingml/2006/main">
              <a:ext uri="{FF2B5EF4-FFF2-40B4-BE49-F238E27FC236}">
                <a16:creationId xmlns:a16="http://schemas.microsoft.com/office/drawing/2014/main" id="{D1CB2574-A581-469D-9B88-C607ECF35F90}"/>
              </a:ext>
            </a:extLst>
          </p:cNvPr>
          <p:cNvSpPr>
            <a:spLocks xmlns:a="http://schemas.openxmlformats.org/drawingml/2006/main" noGrp="1"/>
          </p:cNvSpPr>
          <p:nvPr/>
        </p:nvSpPr>
        <p:spPr>
          <a:xfrm xmlns:a="http://schemas.openxmlformats.org/drawingml/2006/main">
            <a:off x="8953500" y="4648200"/>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Resolve disputes and refunds</a:t>
            </a:r>
          </a:p>
        </p:txBody>
      </p:sp>
      <p:sp>
        <p:nvSpPr>
          <p:cNvPr id="31" name="">
            <a:extLst xmlns:a="http://schemas.openxmlformats.org/drawingml/2006/main">
              <a:ext uri="{FF2B5EF4-FFF2-40B4-BE49-F238E27FC236}">
                <a16:creationId xmlns:a16="http://schemas.microsoft.com/office/drawing/2014/main" id="{2A6E8883-1182-4E24-A037-CF21175B977F}"/>
              </a:ext>
            </a:extLst>
          </p:cNvPr>
          <p:cNvSpPr>
            <a:spLocks xmlns:a="http://schemas.openxmlformats.org/drawingml/2006/main" noGrp="1"/>
          </p:cNvSpPr>
          <p:nvPr/>
        </p:nvSpPr>
        <p:spPr>
          <a:xfrm xmlns:a="http://schemas.openxmlformats.org/drawingml/2006/main">
            <a:off x="571500" y="61722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565E"/>
                </a:solidFill>
              </a:defRPr>
            </a:defPPr>
          </a:lstStyle>
          <a:p xmlns:a="http://schemas.openxmlformats.org/drawingml/2006/main">
            <a:pPr>
              <a:defRPr sz="1200" b="0">
                <a:solidFill>
                  <a:srgbClr val="53565E"/>
                </a:solidFill>
              </a:defRPr>
            </a:pPr>
            <a:r>
              <a:rPr sz="1200" b="0">
                <a:solidFill>
                  <a:srgbClr val="53565E"/>
                </a:solidFill>
              </a:rPr>
              <a:t>Each role has a distinct set of permitted actions.</a:t>
            </a:r>
          </a:p>
        </p:txBody>
      </p:sp>
    </p:spTree>
    <p:extLst>
      <p:ext uri="{BB962C8B-B14F-4D97-AF65-F5344CB8AC3E}">
        <p14:creationId xmlns:p14="http://schemas.microsoft.com/office/powerpoint/2010/main" val="134257166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4" name="">
            <a:extLst xmlns:a="http://schemas.openxmlformats.org/drawingml/2006/main">
              <a:ext uri="{FF2B5EF4-FFF2-40B4-BE49-F238E27FC236}">
                <a16:creationId xmlns:a16="http://schemas.microsoft.com/office/drawing/2014/main" id="{34819B23-5294-4F20-BA23-5E1DFA4EC98C}"/>
              </a:ext>
            </a:extLst>
          </p:cNvPr>
          <p:cNvPicPr>
            <a:picLocks xmlns:a="http://schemas.openxmlformats.org/drawingml/2006/main" noChangeAspect="1"/>
          </p:cNvPicPr>
          <p:nvPr/>
        </p:nvPicPr>
        <p:blipFill>
          <a:blip xmlns:r="http://schemas.openxmlformats.org/officeDocument/2006/relationships" xmlns:a="http://schemas.openxmlformats.org/drawingml/2006/main" r:embed="Rb2ff7ccc32934b8f"/>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86DCB6B-A7D9-45C7-876D-945D2B0FA37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3352B8A2-23DE-4804-8E51-BE66E51F20B3}"/>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Database Design &amp; Key Relationships</a:t>
            </a:r>
          </a:p>
        </p:txBody>
      </p:sp>
      <p:sp>
        <p:nvSpPr>
          <p:cNvPr id="4" name="">
            <a:extLst xmlns:a="http://schemas.openxmlformats.org/drawingml/2006/main">
              <a:ext uri="{FF2B5EF4-FFF2-40B4-BE49-F238E27FC236}">
                <a16:creationId xmlns:a16="http://schemas.microsoft.com/office/drawing/2014/main" id="{D956A675-6C02-4222-AC55-0E54883C3BD8}"/>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E1283FF9-543E-4623-9148-F7F00A54E3CB}"/>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6C51717B-249D-4254-ACE5-805A59CDF3AC}"/>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07</a:t>
            </a:r>
          </a:p>
        </p:txBody>
      </p:sp>
      <p:sp>
        <p:nvSpPr>
          <p:cNvPr id="7" name="">
            <a:extLst xmlns:a="http://schemas.openxmlformats.org/drawingml/2006/main">
              <a:ext uri="{FF2B5EF4-FFF2-40B4-BE49-F238E27FC236}">
                <a16:creationId xmlns:a16="http://schemas.microsoft.com/office/drawing/2014/main" id="{C09FA719-E35D-44CF-A4B4-B1C006EC3830}"/>
              </a:ext>
            </a:extLst>
          </p:cNvPr>
          <p:cNvSpPr>
            <a:spLocks xmlns:a="http://schemas.openxmlformats.org/drawingml/2006/main" noGrp="1"/>
          </p:cNvSpPr>
          <p:nvPr/>
        </p:nvSpPr>
        <p:spPr>
          <a:xfrm xmlns:a="http://schemas.openxmlformats.org/drawingml/2006/main">
            <a:off x="571500" y="1600200"/>
            <a:ext cx="2667000" cy="8382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User</a:t>
            </a:r>
          </a:p>
          <a:p xmlns:a="http://schemas.openxmlformats.org/drawingml/2006/main">
            <a:pPr algn="ctr">
              <a:defRPr sz="1725" b="1">
                <a:solidFill>
                  <a:srgbClr val="15191D"/>
                </a:solidFill>
              </a:defRPr>
            </a:pPr>
            <a:r>
              <a:rPr sz="1725" b="1">
                <a:solidFill>
                  <a:srgbClr val="15191D"/>
                </a:solidFill>
              </a:rPr>
              <a:t>name, email, role</a:t>
            </a:r>
          </a:p>
        </p:txBody>
      </p:sp>
      <p:sp>
        <p:nvSpPr>
          <p:cNvPr id="8" name="">
            <a:extLst xmlns:a="http://schemas.openxmlformats.org/drawingml/2006/main">
              <a:ext uri="{FF2B5EF4-FFF2-40B4-BE49-F238E27FC236}">
                <a16:creationId xmlns:a16="http://schemas.microsoft.com/office/drawing/2014/main" id="{27511749-7EB3-44ED-8166-2E25027B5B79}"/>
              </a:ext>
            </a:extLst>
          </p:cNvPr>
          <p:cNvSpPr>
            <a:spLocks xmlns:a="http://schemas.openxmlformats.org/drawingml/2006/main" noGrp="1"/>
          </p:cNvSpPr>
          <p:nvPr/>
        </p:nvSpPr>
        <p:spPr>
          <a:xfrm xmlns:a="http://schemas.openxmlformats.org/drawingml/2006/main">
            <a:off x="4619625" y="1600200"/>
            <a:ext cx="2952750" cy="8382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ProviderProfile</a:t>
            </a:r>
          </a:p>
          <a:p xmlns:a="http://schemas.openxmlformats.org/drawingml/2006/main">
            <a:pPr algn="ctr">
              <a:defRPr sz="1725" b="1">
                <a:solidFill>
                  <a:srgbClr val="15191D"/>
                </a:solidFill>
              </a:defRPr>
            </a:pPr>
            <a:r>
              <a:rPr sz="1725" b="1">
                <a:solidFill>
                  <a:srgbClr val="15191D"/>
                </a:solidFill>
              </a:rPr>
              <a:t>user, servicePincodes</a:t>
            </a:r>
          </a:p>
        </p:txBody>
      </p:sp>
      <p:sp>
        <p:nvSpPr>
          <p:cNvPr id="9" name="">
            <a:extLst xmlns:a="http://schemas.openxmlformats.org/drawingml/2006/main">
              <a:ext uri="{FF2B5EF4-FFF2-40B4-BE49-F238E27FC236}">
                <a16:creationId xmlns:a16="http://schemas.microsoft.com/office/drawing/2014/main" id="{CC7FE4A5-243E-42EF-9AEA-38FC65E497C9}"/>
              </a:ext>
            </a:extLst>
          </p:cNvPr>
          <p:cNvSpPr>
            <a:spLocks xmlns:a="http://schemas.openxmlformats.org/drawingml/2006/main" noGrp="1"/>
          </p:cNvSpPr>
          <p:nvPr/>
        </p:nvSpPr>
        <p:spPr>
          <a:xfrm xmlns:a="http://schemas.openxmlformats.org/drawingml/2006/main">
            <a:off x="8953500" y="1600200"/>
            <a:ext cx="2667000" cy="8382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Service</a:t>
            </a:r>
          </a:p>
          <a:p xmlns:a="http://schemas.openxmlformats.org/drawingml/2006/main">
            <a:pPr algn="ctr">
              <a:defRPr sz="1725" b="1">
                <a:solidFill>
                  <a:srgbClr val="15191D"/>
                </a:solidFill>
              </a:defRPr>
            </a:pPr>
            <a:r>
              <a:rPr sz="1725" b="1">
                <a:solidFill>
                  <a:srgbClr val="15191D"/>
                </a:solidFill>
              </a:rPr>
              <a:t>provider, pricePaise</a:t>
            </a:r>
          </a:p>
        </p:txBody>
      </p:sp>
      <p:sp>
        <p:nvSpPr>
          <p:cNvPr id="10" name="">
            <a:extLst xmlns:a="http://schemas.openxmlformats.org/drawingml/2006/main">
              <a:ext uri="{FF2B5EF4-FFF2-40B4-BE49-F238E27FC236}">
                <a16:creationId xmlns:a16="http://schemas.microsoft.com/office/drawing/2014/main" id="{FF71E70F-9FBE-43B3-991C-384128316257}"/>
              </a:ext>
            </a:extLst>
          </p:cNvPr>
          <p:cNvSpPr>
            <a:spLocks xmlns:a="http://schemas.openxmlformats.org/drawingml/2006/main" noGrp="1"/>
          </p:cNvSpPr>
          <p:nvPr/>
        </p:nvSpPr>
        <p:spPr>
          <a:xfrm xmlns:a="http://schemas.openxmlformats.org/drawingml/2006/main">
            <a:off x="3238500" y="2009775"/>
            <a:ext cx="1381125" cy="0"/>
          </a:xfrm>
          <a:prstGeom xmlns:a="http://schemas.openxmlformats.org/drawingml/2006/main" prst="line">
            <a:avLst/>
          </a:prstGeom>
          <a:ln xmlns:a="http://schemas.openxmlformats.org/drawingml/2006/main" w="19050">
            <a:solidFill>
              <a:srgbClr val="1557FF"/>
            </a:solidFill>
          </a:ln>
        </p:spPr>
      </p:sp>
      <p:sp>
        <p:nvSpPr>
          <p:cNvPr id="11" name="">
            <a:extLst xmlns:a="http://schemas.openxmlformats.org/drawingml/2006/main">
              <a:ext uri="{FF2B5EF4-FFF2-40B4-BE49-F238E27FC236}">
                <a16:creationId xmlns:a16="http://schemas.microsoft.com/office/drawing/2014/main" id="{8A99ECD3-282A-4EB0-9AB8-2FE390005F1F}"/>
              </a:ext>
            </a:extLst>
          </p:cNvPr>
          <p:cNvSpPr>
            <a:spLocks xmlns:a="http://schemas.openxmlformats.org/drawingml/2006/main" noGrp="1"/>
          </p:cNvSpPr>
          <p:nvPr/>
        </p:nvSpPr>
        <p:spPr>
          <a:xfrm xmlns:a="http://schemas.openxmlformats.org/drawingml/2006/main">
            <a:off x="7572375" y="2009775"/>
            <a:ext cx="1381125" cy="0"/>
          </a:xfrm>
          <a:prstGeom xmlns:a="http://schemas.openxmlformats.org/drawingml/2006/main" prst="line">
            <a:avLst/>
          </a:prstGeom>
          <a:ln xmlns:a="http://schemas.openxmlformats.org/drawingml/2006/main" w="19050">
            <a:solidFill>
              <a:srgbClr val="1557FF"/>
            </a:solidFill>
          </a:ln>
        </p:spPr>
      </p:sp>
      <p:sp>
        <p:nvSpPr>
          <p:cNvPr id="12" name="">
            <a:extLst xmlns:a="http://schemas.openxmlformats.org/drawingml/2006/main">
              <a:ext uri="{FF2B5EF4-FFF2-40B4-BE49-F238E27FC236}">
                <a16:creationId xmlns:a16="http://schemas.microsoft.com/office/drawing/2014/main" id="{01477863-F5A3-4DE5-9F34-95C8AD717C2A}"/>
              </a:ext>
            </a:extLst>
          </p:cNvPr>
          <p:cNvSpPr>
            <a:spLocks xmlns:a="http://schemas.openxmlformats.org/drawingml/2006/main" noGrp="1"/>
          </p:cNvSpPr>
          <p:nvPr/>
        </p:nvSpPr>
        <p:spPr>
          <a:xfrm xmlns:a="http://schemas.openxmlformats.org/drawingml/2006/main">
            <a:off x="3429000" y="16573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1557FF"/>
                </a:solidFill>
              </a:defRPr>
            </a:defPPr>
          </a:lstStyle>
          <a:p xmlns:a="http://schemas.openxmlformats.org/drawingml/2006/main">
            <a:pPr>
              <a:defRPr sz="1350" b="0">
                <a:solidFill>
                  <a:srgbClr val="1557FF"/>
                </a:solidFill>
              </a:defRPr>
            </a:pPr>
            <a:r>
              <a:rPr sz="1350" b="0">
                <a:solidFill>
                  <a:srgbClr val="1557FF"/>
                </a:solidFill>
              </a:rPr>
              <a:t>1 to 0..1</a:t>
            </a:r>
          </a:p>
        </p:txBody>
      </p:sp>
      <p:sp>
        <p:nvSpPr>
          <p:cNvPr id="13" name="">
            <a:extLst xmlns:a="http://schemas.openxmlformats.org/drawingml/2006/main">
              <a:ext uri="{FF2B5EF4-FFF2-40B4-BE49-F238E27FC236}">
                <a16:creationId xmlns:a16="http://schemas.microsoft.com/office/drawing/2014/main" id="{91C60610-6278-4A60-A60B-A373A0558001}"/>
              </a:ext>
            </a:extLst>
          </p:cNvPr>
          <p:cNvSpPr>
            <a:spLocks xmlns:a="http://schemas.openxmlformats.org/drawingml/2006/main" noGrp="1"/>
          </p:cNvSpPr>
          <p:nvPr/>
        </p:nvSpPr>
        <p:spPr>
          <a:xfrm xmlns:a="http://schemas.openxmlformats.org/drawingml/2006/main">
            <a:off x="7762875" y="16573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1557FF"/>
                </a:solidFill>
              </a:defRPr>
            </a:defPPr>
          </a:lstStyle>
          <a:p xmlns:a="http://schemas.openxmlformats.org/drawingml/2006/main">
            <a:pPr>
              <a:defRPr sz="1350" b="0">
                <a:solidFill>
                  <a:srgbClr val="1557FF"/>
                </a:solidFill>
              </a:defRPr>
            </a:pPr>
            <a:r>
              <a:rPr sz="1350" b="0">
                <a:solidFill>
                  <a:srgbClr val="1557FF"/>
                </a:solidFill>
              </a:rPr>
              <a:t>1 to many</a:t>
            </a:r>
          </a:p>
        </p:txBody>
      </p:sp>
      <p:sp>
        <p:nvSpPr>
          <p:cNvPr id="14" name="">
            <a:extLst xmlns:a="http://schemas.openxmlformats.org/drawingml/2006/main">
              <a:ext uri="{FF2B5EF4-FFF2-40B4-BE49-F238E27FC236}">
                <a16:creationId xmlns:a16="http://schemas.microsoft.com/office/drawing/2014/main" id="{3116056A-ED16-46FD-B74B-1165B42886C8}"/>
              </a:ext>
            </a:extLst>
          </p:cNvPr>
          <p:cNvSpPr>
            <a:spLocks xmlns:a="http://schemas.openxmlformats.org/drawingml/2006/main" noGrp="1"/>
          </p:cNvSpPr>
          <p:nvPr/>
        </p:nvSpPr>
        <p:spPr>
          <a:xfrm xmlns:a="http://schemas.openxmlformats.org/drawingml/2006/main">
            <a:off x="4333875" y="3190875"/>
            <a:ext cx="3524250" cy="104775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Booking</a:t>
            </a:r>
          </a:p>
          <a:p xmlns:a="http://schemas.openxmlformats.org/drawingml/2006/main">
            <a:pPr algn="ctr">
              <a:defRPr sz="1800" b="1">
                <a:solidFill>
                  <a:srgbClr val="15191D"/>
                </a:solidFill>
              </a:defRPr>
            </a:pPr>
            <a:r>
              <a:rPr sz="1800" b="1">
                <a:solidFill>
                  <a:srgbClr val="15191D"/>
                </a:solidFill>
              </a:rPr>
              <a:t>customer, provider, service</a:t>
            </a:r>
          </a:p>
          <a:p xmlns:a="http://schemas.openxmlformats.org/drawingml/2006/main">
            <a:pPr algn="ctr">
              <a:defRPr sz="1800" b="1">
                <a:solidFill>
                  <a:srgbClr val="15191D"/>
                </a:solidFill>
              </a:defRPr>
            </a:pPr>
            <a:r>
              <a:rPr sz="1800" b="1">
                <a:solidFill>
                  <a:srgbClr val="15191D"/>
                </a:solidFill>
              </a:rPr>
              <a:t>scheduledAt, status</a:t>
            </a:r>
          </a:p>
        </p:txBody>
      </p:sp>
      <p:sp>
        <p:nvSpPr>
          <p:cNvPr id="15" name="">
            <a:extLst xmlns:a="http://schemas.openxmlformats.org/drawingml/2006/main">
              <a:ext uri="{FF2B5EF4-FFF2-40B4-BE49-F238E27FC236}">
                <a16:creationId xmlns:a16="http://schemas.microsoft.com/office/drawing/2014/main" id="{28187B4D-0FE3-42CB-8490-1A4DDD4144B9}"/>
              </a:ext>
            </a:extLst>
          </p:cNvPr>
          <p:cNvSpPr>
            <a:spLocks xmlns:a="http://schemas.openxmlformats.org/drawingml/2006/main" noGrp="1"/>
          </p:cNvSpPr>
          <p:nvPr/>
        </p:nvSpPr>
        <p:spPr>
          <a:xfrm xmlns:a="http://schemas.openxmlformats.org/drawingml/2006/main">
            <a:off x="6096000" y="2438400"/>
            <a:ext cx="0" cy="752475"/>
          </a:xfrm>
          <a:prstGeom xmlns:a="http://schemas.openxmlformats.org/drawingml/2006/main" prst="line">
            <a:avLst/>
          </a:prstGeom>
          <a:ln xmlns:a="http://schemas.openxmlformats.org/drawingml/2006/main" w="19050">
            <a:solidFill>
              <a:srgbClr val="1557FF"/>
            </a:solidFill>
          </a:ln>
        </p:spPr>
      </p:sp>
      <p:sp>
        <p:nvSpPr>
          <p:cNvPr id="16" name="">
            <a:extLst xmlns:a="http://schemas.openxmlformats.org/drawingml/2006/main">
              <a:ext uri="{FF2B5EF4-FFF2-40B4-BE49-F238E27FC236}">
                <a16:creationId xmlns:a16="http://schemas.microsoft.com/office/drawing/2014/main" id="{F17B3E4E-F56E-4C60-A353-A419EDC1BF60}"/>
              </a:ext>
            </a:extLst>
          </p:cNvPr>
          <p:cNvSpPr>
            <a:spLocks xmlns:a="http://schemas.openxmlformats.org/drawingml/2006/main" noGrp="1"/>
          </p:cNvSpPr>
          <p:nvPr/>
        </p:nvSpPr>
        <p:spPr>
          <a:xfrm xmlns:a="http://schemas.openxmlformats.org/drawingml/2006/main">
            <a:off x="1905000" y="2438400"/>
            <a:ext cx="0" cy="1276350"/>
          </a:xfrm>
          <a:prstGeom xmlns:a="http://schemas.openxmlformats.org/drawingml/2006/main" prst="line">
            <a:avLst/>
          </a:prstGeom>
          <a:ln xmlns:a="http://schemas.openxmlformats.org/drawingml/2006/main" w="19050">
            <a:solidFill>
              <a:srgbClr val="1557FF"/>
            </a:solidFill>
          </a:ln>
        </p:spPr>
      </p:sp>
      <p:sp>
        <p:nvSpPr>
          <p:cNvPr id="17" name="">
            <a:extLst xmlns:a="http://schemas.openxmlformats.org/drawingml/2006/main">
              <a:ext uri="{FF2B5EF4-FFF2-40B4-BE49-F238E27FC236}">
                <a16:creationId xmlns:a16="http://schemas.microsoft.com/office/drawing/2014/main" id="{3DF1095B-2B1A-4441-95C4-A39E8918BA8C}"/>
              </a:ext>
            </a:extLst>
          </p:cNvPr>
          <p:cNvSpPr>
            <a:spLocks xmlns:a="http://schemas.openxmlformats.org/drawingml/2006/main" noGrp="1"/>
          </p:cNvSpPr>
          <p:nvPr/>
        </p:nvSpPr>
        <p:spPr>
          <a:xfrm xmlns:a="http://schemas.openxmlformats.org/drawingml/2006/main">
            <a:off x="1905000" y="3714750"/>
            <a:ext cx="2428875" cy="0"/>
          </a:xfrm>
          <a:prstGeom xmlns:a="http://schemas.openxmlformats.org/drawingml/2006/main" prst="line">
            <a:avLst/>
          </a:prstGeom>
          <a:ln xmlns:a="http://schemas.openxmlformats.org/drawingml/2006/main" w="19050">
            <a:solidFill>
              <a:srgbClr val="1557FF"/>
            </a:solidFill>
          </a:ln>
        </p:spPr>
      </p:sp>
      <p:sp>
        <p:nvSpPr>
          <p:cNvPr id="18" name="">
            <a:extLst xmlns:a="http://schemas.openxmlformats.org/drawingml/2006/main">
              <a:ext uri="{FF2B5EF4-FFF2-40B4-BE49-F238E27FC236}">
                <a16:creationId xmlns:a16="http://schemas.microsoft.com/office/drawing/2014/main" id="{6F1CA043-6E2D-48EF-AD64-7C01E0208950}"/>
              </a:ext>
            </a:extLst>
          </p:cNvPr>
          <p:cNvSpPr>
            <a:spLocks xmlns:a="http://schemas.openxmlformats.org/drawingml/2006/main" noGrp="1"/>
          </p:cNvSpPr>
          <p:nvPr/>
        </p:nvSpPr>
        <p:spPr>
          <a:xfrm xmlns:a="http://schemas.openxmlformats.org/drawingml/2006/main">
            <a:off x="10287000" y="2438400"/>
            <a:ext cx="0" cy="1276350"/>
          </a:xfrm>
          <a:prstGeom xmlns:a="http://schemas.openxmlformats.org/drawingml/2006/main" prst="line">
            <a:avLst/>
          </a:prstGeom>
          <a:ln xmlns:a="http://schemas.openxmlformats.org/drawingml/2006/main" w="19050">
            <a:solidFill>
              <a:srgbClr val="1557FF"/>
            </a:solidFill>
          </a:ln>
        </p:spPr>
      </p:sp>
      <p:sp>
        <p:nvSpPr>
          <p:cNvPr id="19" name="">
            <a:extLst xmlns:a="http://schemas.openxmlformats.org/drawingml/2006/main">
              <a:ext uri="{FF2B5EF4-FFF2-40B4-BE49-F238E27FC236}">
                <a16:creationId xmlns:a16="http://schemas.microsoft.com/office/drawing/2014/main" id="{32C434A2-D2F5-4A30-8289-86369B593A49}"/>
              </a:ext>
            </a:extLst>
          </p:cNvPr>
          <p:cNvSpPr>
            <a:spLocks xmlns:a="http://schemas.openxmlformats.org/drawingml/2006/main" noGrp="1"/>
          </p:cNvSpPr>
          <p:nvPr/>
        </p:nvSpPr>
        <p:spPr>
          <a:xfrm xmlns:a="http://schemas.openxmlformats.org/drawingml/2006/main">
            <a:off x="7858125" y="3714750"/>
            <a:ext cx="2428875" cy="0"/>
          </a:xfrm>
          <a:prstGeom xmlns:a="http://schemas.openxmlformats.org/drawingml/2006/main" prst="line">
            <a:avLst/>
          </a:prstGeom>
          <a:ln xmlns:a="http://schemas.openxmlformats.org/drawingml/2006/main" w="19050">
            <a:solidFill>
              <a:srgbClr val="1557FF"/>
            </a:solidFill>
          </a:ln>
        </p:spPr>
      </p:sp>
      <p:sp>
        <p:nvSpPr>
          <p:cNvPr id="20" name="">
            <a:extLst xmlns:a="http://schemas.openxmlformats.org/drawingml/2006/main">
              <a:ext uri="{FF2B5EF4-FFF2-40B4-BE49-F238E27FC236}">
                <a16:creationId xmlns:a16="http://schemas.microsoft.com/office/drawing/2014/main" id="{359CFAAE-DD98-42D0-AF1D-843AF7C6F4C9}"/>
              </a:ext>
            </a:extLst>
          </p:cNvPr>
          <p:cNvSpPr>
            <a:spLocks xmlns:a="http://schemas.openxmlformats.org/drawingml/2006/main" noGrp="1"/>
          </p:cNvSpPr>
          <p:nvPr/>
        </p:nvSpPr>
        <p:spPr>
          <a:xfrm xmlns:a="http://schemas.openxmlformats.org/drawingml/2006/main">
            <a:off x="6096000" y="4238625"/>
            <a:ext cx="0" cy="552450"/>
          </a:xfrm>
          <a:prstGeom xmlns:a="http://schemas.openxmlformats.org/drawingml/2006/main" prst="line">
            <a:avLst/>
          </a:prstGeom>
          <a:ln xmlns:a="http://schemas.openxmlformats.org/drawingml/2006/main" w="19050">
            <a:solidFill>
              <a:srgbClr val="1557FF"/>
            </a:solidFill>
          </a:ln>
        </p:spPr>
      </p:sp>
      <p:sp>
        <p:nvSpPr>
          <p:cNvPr id="21" name="">
            <a:extLst xmlns:a="http://schemas.openxmlformats.org/drawingml/2006/main">
              <a:ext uri="{FF2B5EF4-FFF2-40B4-BE49-F238E27FC236}">
                <a16:creationId xmlns:a16="http://schemas.microsoft.com/office/drawing/2014/main" id="{2FB4108C-70DC-44AD-8D92-57EFF44F767C}"/>
              </a:ext>
            </a:extLst>
          </p:cNvPr>
          <p:cNvSpPr>
            <a:spLocks xmlns:a="http://schemas.openxmlformats.org/drawingml/2006/main" noGrp="1"/>
          </p:cNvSpPr>
          <p:nvPr/>
        </p:nvSpPr>
        <p:spPr>
          <a:xfrm xmlns:a="http://schemas.openxmlformats.org/drawingml/2006/main">
            <a:off x="1809750" y="4791075"/>
            <a:ext cx="8572500" cy="0"/>
          </a:xfrm>
          <a:prstGeom xmlns:a="http://schemas.openxmlformats.org/drawingml/2006/main" prst="line">
            <a:avLst/>
          </a:prstGeom>
          <a:ln xmlns:a="http://schemas.openxmlformats.org/drawingml/2006/main" w="19050">
            <a:solidFill>
              <a:srgbClr val="1557FF"/>
            </a:solidFill>
          </a:ln>
        </p:spPr>
      </p:sp>
      <p:sp>
        <p:nvSpPr>
          <p:cNvPr id="22" name="">
            <a:extLst xmlns:a="http://schemas.openxmlformats.org/drawingml/2006/main">
              <a:ext uri="{FF2B5EF4-FFF2-40B4-BE49-F238E27FC236}">
                <a16:creationId xmlns:a16="http://schemas.microsoft.com/office/drawing/2014/main" id="{36E72024-2E42-46CD-B854-1ABA28D26935}"/>
              </a:ext>
            </a:extLst>
          </p:cNvPr>
          <p:cNvSpPr>
            <a:spLocks xmlns:a="http://schemas.openxmlformats.org/drawingml/2006/main" noGrp="1"/>
          </p:cNvSpPr>
          <p:nvPr/>
        </p:nvSpPr>
        <p:spPr>
          <a:xfrm xmlns:a="http://schemas.openxmlformats.org/drawingml/2006/main">
            <a:off x="1809750" y="4791075"/>
            <a:ext cx="0" cy="304800"/>
          </a:xfrm>
          <a:prstGeom xmlns:a="http://schemas.openxmlformats.org/drawingml/2006/main" prst="line">
            <a:avLst/>
          </a:prstGeom>
          <a:ln xmlns:a="http://schemas.openxmlformats.org/drawingml/2006/main" w="19050">
            <a:solidFill>
              <a:srgbClr val="1557FF"/>
            </a:solidFill>
          </a:ln>
        </p:spPr>
      </p:sp>
      <p:sp>
        <p:nvSpPr>
          <p:cNvPr id="23" name="">
            <a:extLst xmlns:a="http://schemas.openxmlformats.org/drawingml/2006/main">
              <a:ext uri="{FF2B5EF4-FFF2-40B4-BE49-F238E27FC236}">
                <a16:creationId xmlns:a16="http://schemas.microsoft.com/office/drawing/2014/main" id="{43B26991-F168-4C87-9BFA-9B24A47A66E7}"/>
              </a:ext>
            </a:extLst>
          </p:cNvPr>
          <p:cNvSpPr>
            <a:spLocks xmlns:a="http://schemas.openxmlformats.org/drawingml/2006/main" noGrp="1"/>
          </p:cNvSpPr>
          <p:nvPr/>
        </p:nvSpPr>
        <p:spPr>
          <a:xfrm xmlns:a="http://schemas.openxmlformats.org/drawingml/2006/main">
            <a:off x="571500" y="5095875"/>
            <a:ext cx="24765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Payment</a:t>
            </a:r>
          </a:p>
          <a:p xmlns:a="http://schemas.openxmlformats.org/drawingml/2006/main">
            <a:pPr algn="ctr">
              <a:defRPr sz="1650" b="1">
                <a:solidFill>
                  <a:srgbClr val="15191D"/>
                </a:solidFill>
              </a:defRPr>
            </a:pPr>
            <a:r>
              <a:rPr sz="1650" b="1">
                <a:solidFill>
                  <a:srgbClr val="15191D"/>
                </a:solidFill>
              </a:rPr>
              <a:t>booking, amountPaise</a:t>
            </a:r>
          </a:p>
        </p:txBody>
      </p:sp>
      <p:sp>
        <p:nvSpPr>
          <p:cNvPr id="24" name="">
            <a:extLst xmlns:a="http://schemas.openxmlformats.org/drawingml/2006/main">
              <a:ext uri="{FF2B5EF4-FFF2-40B4-BE49-F238E27FC236}">
                <a16:creationId xmlns:a16="http://schemas.microsoft.com/office/drawing/2014/main" id="{EB946FC4-F2B2-43DB-A4BD-D1473A8D5240}"/>
              </a:ext>
            </a:extLst>
          </p:cNvPr>
          <p:cNvSpPr>
            <a:spLocks xmlns:a="http://schemas.openxmlformats.org/drawingml/2006/main" noGrp="1"/>
          </p:cNvSpPr>
          <p:nvPr/>
        </p:nvSpPr>
        <p:spPr>
          <a:xfrm xmlns:a="http://schemas.openxmlformats.org/drawingml/2006/main">
            <a:off x="571500" y="59817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3565E"/>
                </a:solidFill>
              </a:defRPr>
            </a:defPPr>
          </a:lstStyle>
          <a:p xmlns:a="http://schemas.openxmlformats.org/drawingml/2006/main">
            <a:pPr>
              <a:defRPr sz="1500" b="0">
                <a:solidFill>
                  <a:srgbClr val="53565E"/>
                </a:solidFill>
              </a:defRPr>
            </a:pPr>
            <a:r>
              <a:rPr sz="1500" b="0">
                <a:solidFill>
                  <a:srgbClr val="53565E"/>
                </a:solidFill>
              </a:rPr>
              <a:t>0..1 per booking</a:t>
            </a:r>
          </a:p>
        </p:txBody>
      </p:sp>
      <p:sp>
        <p:nvSpPr>
          <p:cNvPr id="25" name="">
            <a:extLst xmlns:a="http://schemas.openxmlformats.org/drawingml/2006/main">
              <a:ext uri="{FF2B5EF4-FFF2-40B4-BE49-F238E27FC236}">
                <a16:creationId xmlns:a16="http://schemas.microsoft.com/office/drawing/2014/main" id="{FC76452B-E529-4CDF-B290-733E0E22DA31}"/>
              </a:ext>
            </a:extLst>
          </p:cNvPr>
          <p:cNvSpPr>
            <a:spLocks xmlns:a="http://schemas.openxmlformats.org/drawingml/2006/main" noGrp="1"/>
          </p:cNvSpPr>
          <p:nvPr/>
        </p:nvSpPr>
        <p:spPr>
          <a:xfrm xmlns:a="http://schemas.openxmlformats.org/drawingml/2006/main">
            <a:off x="4667250" y="4791075"/>
            <a:ext cx="0" cy="304800"/>
          </a:xfrm>
          <a:prstGeom xmlns:a="http://schemas.openxmlformats.org/drawingml/2006/main" prst="line">
            <a:avLst/>
          </a:prstGeom>
          <a:ln xmlns:a="http://schemas.openxmlformats.org/drawingml/2006/main" w="19050">
            <a:solidFill>
              <a:srgbClr val="1557FF"/>
            </a:solidFill>
          </a:ln>
        </p:spPr>
      </p:sp>
      <p:sp>
        <p:nvSpPr>
          <p:cNvPr id="26" name="">
            <a:extLst xmlns:a="http://schemas.openxmlformats.org/drawingml/2006/main">
              <a:ext uri="{FF2B5EF4-FFF2-40B4-BE49-F238E27FC236}">
                <a16:creationId xmlns:a16="http://schemas.microsoft.com/office/drawing/2014/main" id="{00F7A6D7-26A0-4721-B01F-56137ED97E05}"/>
              </a:ext>
            </a:extLst>
          </p:cNvPr>
          <p:cNvSpPr>
            <a:spLocks xmlns:a="http://schemas.openxmlformats.org/drawingml/2006/main" noGrp="1"/>
          </p:cNvSpPr>
          <p:nvPr/>
        </p:nvSpPr>
        <p:spPr>
          <a:xfrm xmlns:a="http://schemas.openxmlformats.org/drawingml/2006/main">
            <a:off x="3429000" y="5095875"/>
            <a:ext cx="24765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Review</a:t>
            </a:r>
          </a:p>
          <a:p xmlns:a="http://schemas.openxmlformats.org/drawingml/2006/main">
            <a:pPr algn="ctr">
              <a:defRPr sz="1650" b="1">
                <a:solidFill>
                  <a:srgbClr val="15191D"/>
                </a:solidFill>
              </a:defRPr>
            </a:pPr>
            <a:r>
              <a:rPr sz="1650" b="1">
                <a:solidFill>
                  <a:srgbClr val="15191D"/>
                </a:solidFill>
              </a:rPr>
              <a:t>booking, rating</a:t>
            </a:r>
          </a:p>
        </p:txBody>
      </p:sp>
      <p:sp>
        <p:nvSpPr>
          <p:cNvPr id="27" name="">
            <a:extLst xmlns:a="http://schemas.openxmlformats.org/drawingml/2006/main">
              <a:ext uri="{FF2B5EF4-FFF2-40B4-BE49-F238E27FC236}">
                <a16:creationId xmlns:a16="http://schemas.microsoft.com/office/drawing/2014/main" id="{428B05F7-FC72-4B08-88B7-E3CBE99CC1E4}"/>
              </a:ext>
            </a:extLst>
          </p:cNvPr>
          <p:cNvSpPr>
            <a:spLocks xmlns:a="http://schemas.openxmlformats.org/drawingml/2006/main" noGrp="1"/>
          </p:cNvSpPr>
          <p:nvPr/>
        </p:nvSpPr>
        <p:spPr>
          <a:xfrm xmlns:a="http://schemas.openxmlformats.org/drawingml/2006/main">
            <a:off x="3429000" y="59817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3565E"/>
                </a:solidFill>
              </a:defRPr>
            </a:defPPr>
          </a:lstStyle>
          <a:p xmlns:a="http://schemas.openxmlformats.org/drawingml/2006/main">
            <a:pPr>
              <a:defRPr sz="1500" b="0">
                <a:solidFill>
                  <a:srgbClr val="53565E"/>
                </a:solidFill>
              </a:defRPr>
            </a:pPr>
            <a:r>
              <a:rPr sz="1500" b="0">
                <a:solidFill>
                  <a:srgbClr val="53565E"/>
                </a:solidFill>
              </a:rPr>
              <a:t>0..1 per booking</a:t>
            </a:r>
          </a:p>
        </p:txBody>
      </p:sp>
      <p:sp>
        <p:nvSpPr>
          <p:cNvPr id="28" name="">
            <a:extLst xmlns:a="http://schemas.openxmlformats.org/drawingml/2006/main">
              <a:ext uri="{FF2B5EF4-FFF2-40B4-BE49-F238E27FC236}">
                <a16:creationId xmlns:a16="http://schemas.microsoft.com/office/drawing/2014/main" id="{16C96A4E-C7A2-4772-AC5B-4A42AC702568}"/>
              </a:ext>
            </a:extLst>
          </p:cNvPr>
          <p:cNvSpPr>
            <a:spLocks xmlns:a="http://schemas.openxmlformats.org/drawingml/2006/main" noGrp="1"/>
          </p:cNvSpPr>
          <p:nvPr/>
        </p:nvSpPr>
        <p:spPr>
          <a:xfrm xmlns:a="http://schemas.openxmlformats.org/drawingml/2006/main">
            <a:off x="7524750" y="4791075"/>
            <a:ext cx="0" cy="304800"/>
          </a:xfrm>
          <a:prstGeom xmlns:a="http://schemas.openxmlformats.org/drawingml/2006/main" prst="line">
            <a:avLst/>
          </a:prstGeom>
          <a:ln xmlns:a="http://schemas.openxmlformats.org/drawingml/2006/main" w="19050">
            <a:solidFill>
              <a:srgbClr val="1557FF"/>
            </a:solidFill>
          </a:ln>
        </p:spPr>
      </p:sp>
      <p:sp>
        <p:nvSpPr>
          <p:cNvPr id="29" name="">
            <a:extLst xmlns:a="http://schemas.openxmlformats.org/drawingml/2006/main">
              <a:ext uri="{FF2B5EF4-FFF2-40B4-BE49-F238E27FC236}">
                <a16:creationId xmlns:a16="http://schemas.microsoft.com/office/drawing/2014/main" id="{B508C56C-7746-4B6F-A3C7-6DDE743FE643}"/>
              </a:ext>
            </a:extLst>
          </p:cNvPr>
          <p:cNvSpPr>
            <a:spLocks xmlns:a="http://schemas.openxmlformats.org/drawingml/2006/main" noGrp="1"/>
          </p:cNvSpPr>
          <p:nvPr/>
        </p:nvSpPr>
        <p:spPr>
          <a:xfrm xmlns:a="http://schemas.openxmlformats.org/drawingml/2006/main">
            <a:off x="6286500" y="5095875"/>
            <a:ext cx="24765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Message</a:t>
            </a:r>
          </a:p>
          <a:p xmlns:a="http://schemas.openxmlformats.org/drawingml/2006/main">
            <a:pPr algn="ctr">
              <a:defRPr sz="1650" b="1">
                <a:solidFill>
                  <a:srgbClr val="15191D"/>
                </a:solidFill>
              </a:defRPr>
            </a:pPr>
            <a:r>
              <a:rPr sz="1650" b="1">
                <a:solidFill>
                  <a:srgbClr val="15191D"/>
                </a:solidFill>
              </a:rPr>
              <a:t>booking, sender</a:t>
            </a:r>
          </a:p>
        </p:txBody>
      </p:sp>
      <p:sp>
        <p:nvSpPr>
          <p:cNvPr id="30" name="">
            <a:extLst xmlns:a="http://schemas.openxmlformats.org/drawingml/2006/main">
              <a:ext uri="{FF2B5EF4-FFF2-40B4-BE49-F238E27FC236}">
                <a16:creationId xmlns:a16="http://schemas.microsoft.com/office/drawing/2014/main" id="{E9E9601F-A243-489F-98AB-9ACEF6BAE37C}"/>
              </a:ext>
            </a:extLst>
          </p:cNvPr>
          <p:cNvSpPr>
            <a:spLocks xmlns:a="http://schemas.openxmlformats.org/drawingml/2006/main" noGrp="1"/>
          </p:cNvSpPr>
          <p:nvPr/>
        </p:nvSpPr>
        <p:spPr>
          <a:xfrm xmlns:a="http://schemas.openxmlformats.org/drawingml/2006/main">
            <a:off x="6286500" y="59817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3565E"/>
                </a:solidFill>
              </a:defRPr>
            </a:defPPr>
          </a:lstStyle>
          <a:p xmlns:a="http://schemas.openxmlformats.org/drawingml/2006/main">
            <a:pPr>
              <a:defRPr sz="1500" b="0">
                <a:solidFill>
                  <a:srgbClr val="53565E"/>
                </a:solidFill>
              </a:defRPr>
            </a:pPr>
            <a:r>
              <a:rPr sz="1500" b="0">
                <a:solidFill>
                  <a:srgbClr val="53565E"/>
                </a:solidFill>
              </a:rPr>
              <a:t>Many per booking</a:t>
            </a:r>
          </a:p>
        </p:txBody>
      </p:sp>
      <p:sp>
        <p:nvSpPr>
          <p:cNvPr id="31" name="">
            <a:extLst xmlns:a="http://schemas.openxmlformats.org/drawingml/2006/main">
              <a:ext uri="{FF2B5EF4-FFF2-40B4-BE49-F238E27FC236}">
                <a16:creationId xmlns:a16="http://schemas.microsoft.com/office/drawing/2014/main" id="{32988415-483F-4DA5-BCB3-E2E348C4F069}"/>
              </a:ext>
            </a:extLst>
          </p:cNvPr>
          <p:cNvSpPr>
            <a:spLocks xmlns:a="http://schemas.openxmlformats.org/drawingml/2006/main" noGrp="1"/>
          </p:cNvSpPr>
          <p:nvPr/>
        </p:nvSpPr>
        <p:spPr>
          <a:xfrm xmlns:a="http://schemas.openxmlformats.org/drawingml/2006/main">
            <a:off x="10382250" y="4791075"/>
            <a:ext cx="0" cy="304800"/>
          </a:xfrm>
          <a:prstGeom xmlns:a="http://schemas.openxmlformats.org/drawingml/2006/main" prst="line">
            <a:avLst/>
          </a:prstGeom>
          <a:ln xmlns:a="http://schemas.openxmlformats.org/drawingml/2006/main" w="19050">
            <a:solidFill>
              <a:srgbClr val="1557FF"/>
            </a:solidFill>
          </a:ln>
        </p:spPr>
      </p:sp>
      <p:sp>
        <p:nvSpPr>
          <p:cNvPr id="32" name="">
            <a:extLst xmlns:a="http://schemas.openxmlformats.org/drawingml/2006/main">
              <a:ext uri="{FF2B5EF4-FFF2-40B4-BE49-F238E27FC236}">
                <a16:creationId xmlns:a16="http://schemas.microsoft.com/office/drawing/2014/main" id="{EAB6E48A-96B8-4945-B9FB-368A28980F91}"/>
              </a:ext>
            </a:extLst>
          </p:cNvPr>
          <p:cNvSpPr>
            <a:spLocks xmlns:a="http://schemas.openxmlformats.org/drawingml/2006/main" noGrp="1"/>
          </p:cNvSpPr>
          <p:nvPr/>
        </p:nvSpPr>
        <p:spPr>
          <a:xfrm xmlns:a="http://schemas.openxmlformats.org/drawingml/2006/main">
            <a:off x="9144000" y="5095875"/>
            <a:ext cx="24765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Dispute</a:t>
            </a:r>
          </a:p>
          <a:p xmlns:a="http://schemas.openxmlformats.org/drawingml/2006/main">
            <a:pPr algn="ctr">
              <a:defRPr sz="1650" b="1">
                <a:solidFill>
                  <a:srgbClr val="15191D"/>
                </a:solidFill>
              </a:defRPr>
            </a:pPr>
            <a:r>
              <a:rPr sz="1650" b="1">
                <a:solidFill>
                  <a:srgbClr val="15191D"/>
                </a:solidFill>
              </a:rPr>
              <a:t>booking, status</a:t>
            </a:r>
          </a:p>
        </p:txBody>
      </p:sp>
      <p:sp>
        <p:nvSpPr>
          <p:cNvPr id="33" name="">
            <a:extLst xmlns:a="http://schemas.openxmlformats.org/drawingml/2006/main">
              <a:ext uri="{FF2B5EF4-FFF2-40B4-BE49-F238E27FC236}">
                <a16:creationId xmlns:a16="http://schemas.microsoft.com/office/drawing/2014/main" id="{F878849A-7E2E-46A7-98D1-71391BCBA75E}"/>
              </a:ext>
            </a:extLst>
          </p:cNvPr>
          <p:cNvSpPr>
            <a:spLocks xmlns:a="http://schemas.openxmlformats.org/drawingml/2006/main" noGrp="1"/>
          </p:cNvSpPr>
          <p:nvPr/>
        </p:nvSpPr>
        <p:spPr>
          <a:xfrm xmlns:a="http://schemas.openxmlformats.org/drawingml/2006/main">
            <a:off x="9144000" y="59817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3565E"/>
                </a:solidFill>
              </a:defRPr>
            </a:defPPr>
          </a:lstStyle>
          <a:p xmlns:a="http://schemas.openxmlformats.org/drawingml/2006/main">
            <a:pPr>
              <a:defRPr sz="1500" b="0">
                <a:solidFill>
                  <a:srgbClr val="53565E"/>
                </a:solidFill>
              </a:defRPr>
            </a:pPr>
            <a:r>
              <a:rPr sz="1500" b="0">
                <a:solidFill>
                  <a:srgbClr val="53565E"/>
                </a:solidFill>
              </a:rPr>
              <a:t>0..1 per booking</a:t>
            </a:r>
          </a:p>
        </p:txBody>
      </p:sp>
    </p:spTree>
    <p:extLst>
      <p:ext uri="{BB962C8B-B14F-4D97-AF65-F5344CB8AC3E}">
        <p14:creationId xmlns:p14="http://schemas.microsoft.com/office/powerpoint/2010/main" val="4229659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6" name="">
            <a:extLst xmlns:a="http://schemas.openxmlformats.org/drawingml/2006/main">
              <a:ext uri="{FF2B5EF4-FFF2-40B4-BE49-F238E27FC236}">
                <a16:creationId xmlns:a16="http://schemas.microsoft.com/office/drawing/2014/main" id="{D61B77C5-5D23-4B71-A92B-7BE12AE09861}"/>
              </a:ext>
            </a:extLst>
          </p:cNvPr>
          <p:cNvPicPr>
            <a:picLocks xmlns:a="http://schemas.openxmlformats.org/drawingml/2006/main" noChangeAspect="1"/>
          </p:cNvPicPr>
          <p:nvPr/>
        </p:nvPicPr>
        <p:blipFill>
          <a:blip xmlns:r="http://schemas.openxmlformats.org/officeDocument/2006/relationships" xmlns:a="http://schemas.openxmlformats.org/drawingml/2006/main" r:embed="R4642d2c50ad54d3d"/>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F5B6F49-F698-49D0-8DC6-917B6EB4017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8C9846C6-564A-403F-A00A-345C5F5A7363}"/>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Modules &amp; Role-Based Workspaces</a:t>
            </a:r>
          </a:p>
        </p:txBody>
      </p:sp>
      <p:sp>
        <p:nvSpPr>
          <p:cNvPr id="4" name="">
            <a:extLst xmlns:a="http://schemas.openxmlformats.org/drawingml/2006/main">
              <a:ext uri="{FF2B5EF4-FFF2-40B4-BE49-F238E27FC236}">
                <a16:creationId xmlns:a16="http://schemas.microsoft.com/office/drawing/2014/main" id="{4FC72078-8D55-43B1-AE56-01971BBBC5D1}"/>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0C7B3E0E-D6E1-4EE9-8C08-4A526F595B79}"/>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C281F84F-0A9B-4C0F-A996-8F670C65DA30}"/>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08</a:t>
            </a:r>
          </a:p>
        </p:txBody>
      </p:sp>
      <p:sp>
        <p:nvSpPr>
          <p:cNvPr id="7" name="">
            <a:extLst xmlns:a="http://schemas.openxmlformats.org/drawingml/2006/main">
              <a:ext uri="{FF2B5EF4-FFF2-40B4-BE49-F238E27FC236}">
                <a16:creationId xmlns:a16="http://schemas.microsoft.com/office/drawing/2014/main" id="{6119D8E7-0766-4F24-A8AD-312270A362E0}"/>
              </a:ext>
            </a:extLst>
          </p:cNvPr>
          <p:cNvSpPr>
            <a:spLocks xmlns:a="http://schemas.openxmlformats.org/drawingml/2006/main" noGrp="1"/>
          </p:cNvSpPr>
          <p:nvPr/>
        </p:nvSpPr>
        <p:spPr>
          <a:xfrm xmlns:a="http://schemas.openxmlformats.org/drawingml/2006/main">
            <a:off x="571500" y="14763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565E"/>
                </a:solidFill>
              </a:defRPr>
            </a:defPPr>
          </a:lstStyle>
          <a:p xmlns:a="http://schemas.openxmlformats.org/drawingml/2006/main">
            <a:pPr>
              <a:defRPr sz="1200" b="0">
                <a:solidFill>
                  <a:srgbClr val="53565E"/>
                </a:solidFill>
              </a:defRPr>
            </a:pPr>
            <a:r>
              <a:rPr sz="1200" b="0">
                <a:solidFill>
                  <a:srgbClr val="53565E"/>
                </a:solidFill>
              </a:rPr>
              <a:t>Conceptual UI based on the project modules</a:t>
            </a:r>
          </a:p>
        </p:txBody>
      </p:sp>
      <p:sp>
        <p:nvSpPr>
          <p:cNvPr id="8" name="">
            <a:extLst xmlns:a="http://schemas.openxmlformats.org/drawingml/2006/main">
              <a:ext uri="{FF2B5EF4-FFF2-40B4-BE49-F238E27FC236}">
                <a16:creationId xmlns:a16="http://schemas.microsoft.com/office/drawing/2014/main" id="{9C72B336-4DC7-47AC-9AE5-6E26A00A46DA}"/>
              </a:ext>
            </a:extLst>
          </p:cNvPr>
          <p:cNvSpPr>
            <a:spLocks xmlns:a="http://schemas.openxmlformats.org/drawingml/2006/main" noGrp="1"/>
          </p:cNvSpPr>
          <p:nvPr/>
        </p:nvSpPr>
        <p:spPr>
          <a:xfrm xmlns:a="http://schemas.openxmlformats.org/drawingml/2006/main">
            <a:off x="571500" y="1885950"/>
            <a:ext cx="3429000" cy="43815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9" name="">
            <a:extLst xmlns:a="http://schemas.openxmlformats.org/drawingml/2006/main">
              <a:ext uri="{FF2B5EF4-FFF2-40B4-BE49-F238E27FC236}">
                <a16:creationId xmlns:a16="http://schemas.microsoft.com/office/drawing/2014/main" id="{BB0A4B73-7BF0-414A-9611-8F3F1F020079}"/>
              </a:ext>
            </a:extLst>
          </p:cNvPr>
          <p:cNvSpPr>
            <a:spLocks xmlns:a="http://schemas.openxmlformats.org/drawingml/2006/main" noGrp="1"/>
          </p:cNvSpPr>
          <p:nvPr/>
        </p:nvSpPr>
        <p:spPr>
          <a:xfrm xmlns:a="http://schemas.openxmlformats.org/drawingml/2006/main">
            <a:off x="571500" y="1885950"/>
            <a:ext cx="3429000" cy="4191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0" name="">
            <a:extLst xmlns:a="http://schemas.openxmlformats.org/drawingml/2006/main">
              <a:ext uri="{FF2B5EF4-FFF2-40B4-BE49-F238E27FC236}">
                <a16:creationId xmlns:a16="http://schemas.microsoft.com/office/drawing/2014/main" id="{342E7C5A-2723-439D-A3F7-0253C1571A61}"/>
              </a:ext>
            </a:extLst>
          </p:cNvPr>
          <p:cNvSpPr>
            <a:spLocks xmlns:a="http://schemas.openxmlformats.org/drawingml/2006/main" noGrp="1"/>
          </p:cNvSpPr>
          <p:nvPr/>
        </p:nvSpPr>
        <p:spPr>
          <a:xfrm xmlns:a="http://schemas.openxmlformats.org/drawingml/2006/main">
            <a:off x="723900" y="19812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5191D"/>
                </a:solidFill>
              </a:defRPr>
            </a:defPPr>
          </a:lstStyle>
          <a:p xmlns:a="http://schemas.openxmlformats.org/drawingml/2006/main">
            <a:pPr>
              <a:defRPr sz="1500" b="1">
                <a:solidFill>
                  <a:srgbClr val="15191D"/>
                </a:solidFill>
              </a:defRPr>
            </a:pPr>
            <a:r>
              <a:rPr sz="1500" b="1">
                <a:solidFill>
                  <a:srgbClr val="15191D"/>
                </a:solidFill>
              </a:rPr>
              <a:t>Nearby</a:t>
            </a:r>
          </a:p>
        </p:txBody>
      </p:sp>
      <p:sp>
        <p:nvSpPr>
          <p:cNvPr id="11" name="">
            <a:extLst xmlns:a="http://schemas.openxmlformats.org/drawingml/2006/main">
              <a:ext uri="{FF2B5EF4-FFF2-40B4-BE49-F238E27FC236}">
                <a16:creationId xmlns:a16="http://schemas.microsoft.com/office/drawing/2014/main" id="{EB379D7B-3410-4D0A-8FB1-1D729F0C683B}"/>
              </a:ext>
            </a:extLst>
          </p:cNvPr>
          <p:cNvSpPr>
            <a:spLocks xmlns:a="http://schemas.openxmlformats.org/drawingml/2006/main" noGrp="1"/>
          </p:cNvSpPr>
          <p:nvPr/>
        </p:nvSpPr>
        <p:spPr>
          <a:xfrm xmlns:a="http://schemas.openxmlformats.org/drawingml/2006/main">
            <a:off x="742950" y="2486025"/>
            <a:ext cx="3086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191D"/>
                </a:solidFill>
              </a:defRPr>
            </a:defPPr>
          </a:lstStyle>
          <a:p xmlns:a="http://schemas.openxmlformats.org/drawingml/2006/main">
            <a:pPr>
              <a:defRPr sz="1725" b="1">
                <a:solidFill>
                  <a:srgbClr val="15191D"/>
                </a:solidFill>
              </a:defRPr>
            </a:pPr>
            <a:r>
              <a:rPr sz="1725" b="1">
                <a:solidFill>
                  <a:srgbClr val="15191D"/>
                </a:solidFill>
              </a:rPr>
              <a:t>Customer Workspace</a:t>
            </a:r>
          </a:p>
        </p:txBody>
      </p:sp>
      <p:pic>
        <p:nvPicPr>
          <p:cNvPr id="12" name="">
            <a:extLst xmlns:a="http://schemas.openxmlformats.org/drawingml/2006/main">
              <a:ext uri="{FF2B5EF4-FFF2-40B4-BE49-F238E27FC236}">
                <a16:creationId xmlns:a16="http://schemas.microsoft.com/office/drawing/2014/main" id="{B750D70F-D67E-4569-BC0C-E942B51DD456}"/>
              </a:ext>
            </a:extLst>
          </p:cNvPr>
          <p:cNvPicPr>
            <a:picLocks xmlns:a="http://schemas.openxmlformats.org/drawingml/2006/main" noChangeAspect="1"/>
          </p:cNvPicPr>
          <p:nvPr/>
        </p:nvPicPr>
        <p:blipFill>
          <a:blip xmlns:r="http://schemas.openxmlformats.org/officeDocument/2006/relationships" xmlns:a="http://schemas.openxmlformats.org/drawingml/2006/main" r:embed="Rbaee2bbd68fe49c7">
            <a:extLst>
              <a:ext uri="{96DAC541-7B7A-43D3-8B79-37D633B846F1}">
                <asvg:svgBlip xmlns:asvg="http://schemas.microsoft.com/office/drawing/2016/SVG/main" r:embed="Refef5604bf0a403a"/>
              </a:ext>
            </a:extLst>
          </a:blip>
          <a:stretch xmlns:a="http://schemas.openxmlformats.org/drawingml/2006/main"/>
        </p:blipFill>
        <p:spPr>
          <a:xfrm xmlns:a="http://schemas.openxmlformats.org/drawingml/2006/main">
            <a:off x="3524250" y="1971675"/>
            <a:ext cx="247650" cy="2476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7457FD02-7954-476E-9FDD-F80EC4ED3235}"/>
              </a:ext>
            </a:extLst>
          </p:cNvPr>
          <p:cNvSpPr>
            <a:spLocks xmlns:a="http://schemas.openxmlformats.org/drawingml/2006/main" noGrp="1"/>
          </p:cNvSpPr>
          <p:nvPr/>
        </p:nvSpPr>
        <p:spPr>
          <a:xfrm xmlns:a="http://schemas.openxmlformats.org/drawingml/2006/main">
            <a:off x="742950" y="2876550"/>
            <a:ext cx="308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557FF"/>
                </a:solidFill>
              </a:defRPr>
            </a:defPPr>
          </a:lstStyle>
          <a:p xmlns:a="http://schemas.openxmlformats.org/drawingml/2006/main">
            <a:pPr>
              <a:defRPr sz="1725" b="0">
                <a:solidFill>
                  <a:srgbClr val="1557FF"/>
                </a:solidFill>
              </a:defRPr>
            </a:pPr>
            <a:r>
              <a:rPr sz="1725" b="0">
                <a:solidFill>
                  <a:srgbClr val="1557FF"/>
                </a:solidFill>
              </a:rPr>
              <a:t>Find and manage local services</a:t>
            </a:r>
          </a:p>
        </p:txBody>
      </p:sp>
      <p:sp>
        <p:nvSpPr>
          <p:cNvPr id="14" name="">
            <a:extLst xmlns:a="http://schemas.openxmlformats.org/drawingml/2006/main">
              <a:ext uri="{FF2B5EF4-FFF2-40B4-BE49-F238E27FC236}">
                <a16:creationId xmlns:a16="http://schemas.microsoft.com/office/drawing/2014/main" id="{29E4A0C2-BFD2-4F9F-83B2-E586C2628D92}"/>
              </a:ext>
            </a:extLst>
          </p:cNvPr>
          <p:cNvSpPr>
            <a:spLocks xmlns:a="http://schemas.openxmlformats.org/drawingml/2006/main" noGrp="1"/>
          </p:cNvSpPr>
          <p:nvPr/>
        </p:nvSpPr>
        <p:spPr>
          <a:xfrm xmlns:a="http://schemas.openxmlformats.org/drawingml/2006/main">
            <a:off x="742950" y="366712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5" name="">
            <a:extLst xmlns:a="http://schemas.openxmlformats.org/drawingml/2006/main">
              <a:ext uri="{FF2B5EF4-FFF2-40B4-BE49-F238E27FC236}">
                <a16:creationId xmlns:a16="http://schemas.microsoft.com/office/drawing/2014/main" id="{EDD78C3A-4DDB-4852-AAA5-0D3C7D22BC03}"/>
              </a:ext>
            </a:extLst>
          </p:cNvPr>
          <p:cNvSpPr>
            <a:spLocks xmlns:a="http://schemas.openxmlformats.org/drawingml/2006/main" noGrp="1"/>
          </p:cNvSpPr>
          <p:nvPr/>
        </p:nvSpPr>
        <p:spPr>
          <a:xfrm xmlns:a="http://schemas.openxmlformats.org/drawingml/2006/main">
            <a:off x="857250" y="3752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Exact-pincode search</a:t>
            </a:r>
          </a:p>
        </p:txBody>
      </p:sp>
      <p:sp>
        <p:nvSpPr>
          <p:cNvPr id="16" name="">
            <a:extLst xmlns:a="http://schemas.openxmlformats.org/drawingml/2006/main">
              <a:ext uri="{FF2B5EF4-FFF2-40B4-BE49-F238E27FC236}">
                <a16:creationId xmlns:a16="http://schemas.microsoft.com/office/drawing/2014/main" id="{38431D50-417E-49E6-ABC9-F8A15A4FFA1D}"/>
              </a:ext>
            </a:extLst>
          </p:cNvPr>
          <p:cNvSpPr>
            <a:spLocks xmlns:a="http://schemas.openxmlformats.org/drawingml/2006/main" noGrp="1"/>
          </p:cNvSpPr>
          <p:nvPr/>
        </p:nvSpPr>
        <p:spPr>
          <a:xfrm xmlns:a="http://schemas.openxmlformats.org/drawingml/2006/main">
            <a:off x="742950" y="418147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7" name="">
            <a:extLst xmlns:a="http://schemas.openxmlformats.org/drawingml/2006/main">
              <a:ext uri="{FF2B5EF4-FFF2-40B4-BE49-F238E27FC236}">
                <a16:creationId xmlns:a16="http://schemas.microsoft.com/office/drawing/2014/main" id="{E23B3EF2-FB4B-497C-ABF9-A0BBD83E0DA1}"/>
              </a:ext>
            </a:extLst>
          </p:cNvPr>
          <p:cNvSpPr>
            <a:spLocks xmlns:a="http://schemas.openxmlformats.org/drawingml/2006/main" noGrp="1"/>
          </p:cNvSpPr>
          <p:nvPr/>
        </p:nvSpPr>
        <p:spPr>
          <a:xfrm xmlns:a="http://schemas.openxmlformats.org/drawingml/2006/main">
            <a:off x="857250" y="42672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Service detail and time selection</a:t>
            </a:r>
          </a:p>
        </p:txBody>
      </p:sp>
      <p:sp>
        <p:nvSpPr>
          <p:cNvPr id="18" name="">
            <a:extLst xmlns:a="http://schemas.openxmlformats.org/drawingml/2006/main">
              <a:ext uri="{FF2B5EF4-FFF2-40B4-BE49-F238E27FC236}">
                <a16:creationId xmlns:a16="http://schemas.microsoft.com/office/drawing/2014/main" id="{9326BBB8-5A6E-4C9B-87D2-B08E42E20578}"/>
              </a:ext>
            </a:extLst>
          </p:cNvPr>
          <p:cNvSpPr>
            <a:spLocks xmlns:a="http://schemas.openxmlformats.org/drawingml/2006/main" noGrp="1"/>
          </p:cNvSpPr>
          <p:nvPr/>
        </p:nvSpPr>
        <p:spPr>
          <a:xfrm xmlns:a="http://schemas.openxmlformats.org/drawingml/2006/main">
            <a:off x="742950" y="469582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9" name="">
            <a:extLst xmlns:a="http://schemas.openxmlformats.org/drawingml/2006/main">
              <a:ext uri="{FF2B5EF4-FFF2-40B4-BE49-F238E27FC236}">
                <a16:creationId xmlns:a16="http://schemas.microsoft.com/office/drawing/2014/main" id="{4C0832D6-E722-4A33-94B6-BDC1AA4DA9B0}"/>
              </a:ext>
            </a:extLst>
          </p:cNvPr>
          <p:cNvSpPr>
            <a:spLocks xmlns:a="http://schemas.openxmlformats.org/drawingml/2006/main" noGrp="1"/>
          </p:cNvSpPr>
          <p:nvPr/>
        </p:nvSpPr>
        <p:spPr>
          <a:xfrm xmlns:a="http://schemas.openxmlformats.org/drawingml/2006/main">
            <a:off x="857250" y="47815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Bookings and checkout</a:t>
            </a:r>
          </a:p>
        </p:txBody>
      </p:sp>
      <p:sp>
        <p:nvSpPr>
          <p:cNvPr id="20" name="">
            <a:extLst xmlns:a="http://schemas.openxmlformats.org/drawingml/2006/main">
              <a:ext uri="{FF2B5EF4-FFF2-40B4-BE49-F238E27FC236}">
                <a16:creationId xmlns:a16="http://schemas.microsoft.com/office/drawing/2014/main" id="{F029FA5E-8557-4EC5-AEBC-76D629E72957}"/>
              </a:ext>
            </a:extLst>
          </p:cNvPr>
          <p:cNvSpPr>
            <a:spLocks xmlns:a="http://schemas.openxmlformats.org/drawingml/2006/main" noGrp="1"/>
          </p:cNvSpPr>
          <p:nvPr/>
        </p:nvSpPr>
        <p:spPr>
          <a:xfrm xmlns:a="http://schemas.openxmlformats.org/drawingml/2006/main">
            <a:off x="742950" y="521017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1" name="">
            <a:extLst xmlns:a="http://schemas.openxmlformats.org/drawingml/2006/main">
              <a:ext uri="{FF2B5EF4-FFF2-40B4-BE49-F238E27FC236}">
                <a16:creationId xmlns:a16="http://schemas.microsoft.com/office/drawing/2014/main" id="{D21CB0CD-5698-4EE8-9228-61505808442F}"/>
              </a:ext>
            </a:extLst>
          </p:cNvPr>
          <p:cNvSpPr>
            <a:spLocks xmlns:a="http://schemas.openxmlformats.org/drawingml/2006/main" noGrp="1"/>
          </p:cNvSpPr>
          <p:nvPr/>
        </p:nvSpPr>
        <p:spPr>
          <a:xfrm xmlns:a="http://schemas.openxmlformats.org/drawingml/2006/main">
            <a:off x="857250" y="52959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Messages, reviews and disputes</a:t>
            </a:r>
          </a:p>
        </p:txBody>
      </p:sp>
      <p:sp>
        <p:nvSpPr>
          <p:cNvPr id="22" name="">
            <a:extLst xmlns:a="http://schemas.openxmlformats.org/drawingml/2006/main">
              <a:ext uri="{FF2B5EF4-FFF2-40B4-BE49-F238E27FC236}">
                <a16:creationId xmlns:a16="http://schemas.microsoft.com/office/drawing/2014/main" id="{FEA0DD3A-BA3B-4045-8E0B-AFCDCD8E6BE5}"/>
              </a:ext>
            </a:extLst>
          </p:cNvPr>
          <p:cNvSpPr>
            <a:spLocks xmlns:a="http://schemas.openxmlformats.org/drawingml/2006/main" noGrp="1"/>
          </p:cNvSpPr>
          <p:nvPr/>
        </p:nvSpPr>
        <p:spPr>
          <a:xfrm xmlns:a="http://schemas.openxmlformats.org/drawingml/2006/main">
            <a:off x="742950" y="5810250"/>
            <a:ext cx="3086100" cy="323850"/>
          </a:xfrm>
          <a:prstGeom xmlns:a="http://schemas.openxmlformats.org/drawingml/2006/main" prst="rect">
            <a:avLst/>
          </a:prstGeom>
          <a:solidFill xmlns:a="http://schemas.openxmlformats.org/drawingml/2006/main">
            <a:srgbClr val="1557FF"/>
          </a:solidFill>
          <a:ln xmlns:a="http://schemas.openxmlformats.org/drawingml/2006/main" w="9525">
            <a:solidFill>
              <a:srgbClr val="1557FF"/>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3" name="">
            <a:extLst xmlns:a="http://schemas.openxmlformats.org/drawingml/2006/main">
              <a:ext uri="{FF2B5EF4-FFF2-40B4-BE49-F238E27FC236}">
                <a16:creationId xmlns:a16="http://schemas.microsoft.com/office/drawing/2014/main" id="{86285E5A-F2E1-4A1D-B120-1A5B47532F00}"/>
              </a:ext>
            </a:extLst>
          </p:cNvPr>
          <p:cNvSpPr>
            <a:spLocks xmlns:a="http://schemas.openxmlformats.org/drawingml/2006/main" noGrp="1"/>
          </p:cNvSpPr>
          <p:nvPr/>
        </p:nvSpPr>
        <p:spPr>
          <a:xfrm xmlns:a="http://schemas.openxmlformats.org/drawingml/2006/main">
            <a:off x="819150" y="5876925"/>
            <a:ext cx="2933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FFFFFF"/>
                </a:solidFill>
              </a:defRPr>
            </a:defPPr>
          </a:lstStyle>
          <a:p xmlns:a="http://schemas.openxmlformats.org/drawingml/2006/main">
            <a:pPr>
              <a:defRPr sz="1350" b="1">
                <a:solidFill>
                  <a:srgbClr val="FFFFFF"/>
                </a:solidFill>
              </a:defRPr>
            </a:pPr>
            <a:r>
              <a:rPr sz="1350" b="1">
                <a:solidFill>
                  <a:srgbClr val="FFFFFF"/>
                </a:solidFill>
              </a:rPr>
              <a:t>Find services</a:t>
            </a:r>
          </a:p>
        </p:txBody>
      </p:sp>
      <p:sp>
        <p:nvSpPr>
          <p:cNvPr id="24" name="">
            <a:extLst xmlns:a="http://schemas.openxmlformats.org/drawingml/2006/main">
              <a:ext uri="{FF2B5EF4-FFF2-40B4-BE49-F238E27FC236}">
                <a16:creationId xmlns:a16="http://schemas.microsoft.com/office/drawing/2014/main" id="{DFB02089-E2E4-4DAE-B1EE-477DDFA63B0B}"/>
              </a:ext>
            </a:extLst>
          </p:cNvPr>
          <p:cNvSpPr>
            <a:spLocks xmlns:a="http://schemas.openxmlformats.org/drawingml/2006/main" noGrp="1"/>
          </p:cNvSpPr>
          <p:nvPr/>
        </p:nvSpPr>
        <p:spPr>
          <a:xfrm xmlns:a="http://schemas.openxmlformats.org/drawingml/2006/main">
            <a:off x="4381500" y="1885950"/>
            <a:ext cx="3429000" cy="43815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5" name="">
            <a:extLst xmlns:a="http://schemas.openxmlformats.org/drawingml/2006/main">
              <a:ext uri="{FF2B5EF4-FFF2-40B4-BE49-F238E27FC236}">
                <a16:creationId xmlns:a16="http://schemas.microsoft.com/office/drawing/2014/main" id="{88E4E2D4-E0B7-4C3E-8E61-C4EC1FC2A3DA}"/>
              </a:ext>
            </a:extLst>
          </p:cNvPr>
          <p:cNvSpPr>
            <a:spLocks xmlns:a="http://schemas.openxmlformats.org/drawingml/2006/main" noGrp="1"/>
          </p:cNvSpPr>
          <p:nvPr/>
        </p:nvSpPr>
        <p:spPr>
          <a:xfrm xmlns:a="http://schemas.openxmlformats.org/drawingml/2006/main">
            <a:off x="4381500" y="1885950"/>
            <a:ext cx="3429000" cy="4191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6" name="">
            <a:extLst xmlns:a="http://schemas.openxmlformats.org/drawingml/2006/main">
              <a:ext uri="{FF2B5EF4-FFF2-40B4-BE49-F238E27FC236}">
                <a16:creationId xmlns:a16="http://schemas.microsoft.com/office/drawing/2014/main" id="{0094047C-D99A-480C-8354-09C2814E9074}"/>
              </a:ext>
            </a:extLst>
          </p:cNvPr>
          <p:cNvSpPr>
            <a:spLocks xmlns:a="http://schemas.openxmlformats.org/drawingml/2006/main" noGrp="1"/>
          </p:cNvSpPr>
          <p:nvPr/>
        </p:nvSpPr>
        <p:spPr>
          <a:xfrm xmlns:a="http://schemas.openxmlformats.org/drawingml/2006/main">
            <a:off x="4533900" y="19812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5191D"/>
                </a:solidFill>
              </a:defRPr>
            </a:defPPr>
          </a:lstStyle>
          <a:p xmlns:a="http://schemas.openxmlformats.org/drawingml/2006/main">
            <a:pPr>
              <a:defRPr sz="1500" b="1">
                <a:solidFill>
                  <a:srgbClr val="15191D"/>
                </a:solidFill>
              </a:defRPr>
            </a:pPr>
            <a:r>
              <a:rPr sz="1500" b="1">
                <a:solidFill>
                  <a:srgbClr val="15191D"/>
                </a:solidFill>
              </a:rPr>
              <a:t>Nearby</a:t>
            </a:r>
          </a:p>
        </p:txBody>
      </p:sp>
      <p:sp>
        <p:nvSpPr>
          <p:cNvPr id="27" name="">
            <a:extLst xmlns:a="http://schemas.openxmlformats.org/drawingml/2006/main">
              <a:ext uri="{FF2B5EF4-FFF2-40B4-BE49-F238E27FC236}">
                <a16:creationId xmlns:a16="http://schemas.microsoft.com/office/drawing/2014/main" id="{BF7741C4-D91B-4B41-A0DC-5DB56223B950}"/>
              </a:ext>
            </a:extLst>
          </p:cNvPr>
          <p:cNvSpPr>
            <a:spLocks xmlns:a="http://schemas.openxmlformats.org/drawingml/2006/main" noGrp="1"/>
          </p:cNvSpPr>
          <p:nvPr/>
        </p:nvSpPr>
        <p:spPr>
          <a:xfrm xmlns:a="http://schemas.openxmlformats.org/drawingml/2006/main">
            <a:off x="4552950" y="2486025"/>
            <a:ext cx="3086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191D"/>
                </a:solidFill>
              </a:defRPr>
            </a:defPPr>
          </a:lstStyle>
          <a:p xmlns:a="http://schemas.openxmlformats.org/drawingml/2006/main">
            <a:pPr>
              <a:defRPr sz="1725" b="1">
                <a:solidFill>
                  <a:srgbClr val="15191D"/>
                </a:solidFill>
              </a:defRPr>
            </a:pPr>
            <a:r>
              <a:rPr sz="1725" b="1">
                <a:solidFill>
                  <a:srgbClr val="15191D"/>
                </a:solidFill>
              </a:rPr>
              <a:t>Provider Workspace</a:t>
            </a:r>
          </a:p>
        </p:txBody>
      </p:sp>
      <p:pic>
        <p:nvPicPr>
          <p:cNvPr id="28" name="">
            <a:extLst xmlns:a="http://schemas.openxmlformats.org/drawingml/2006/main">
              <a:ext uri="{FF2B5EF4-FFF2-40B4-BE49-F238E27FC236}">
                <a16:creationId xmlns:a16="http://schemas.microsoft.com/office/drawing/2014/main" id="{F76AAD62-D775-4335-825F-3A2EF4DA69CF}"/>
              </a:ext>
            </a:extLst>
          </p:cNvPr>
          <p:cNvPicPr>
            <a:picLocks xmlns:a="http://schemas.openxmlformats.org/drawingml/2006/main" noChangeAspect="1"/>
          </p:cNvPicPr>
          <p:nvPr/>
        </p:nvPicPr>
        <p:blipFill>
          <a:blip xmlns:r="http://schemas.openxmlformats.org/officeDocument/2006/relationships" xmlns:a="http://schemas.openxmlformats.org/drawingml/2006/main" r:embed="R112292c6510343aa">
            <a:extLst>
              <a:ext uri="{96DAC541-7B7A-43D3-8B79-37D633B846F1}">
                <asvg:svgBlip xmlns:asvg="http://schemas.microsoft.com/office/drawing/2016/SVG/main" r:embed="Rf4085dc4fdb74663"/>
              </a:ext>
            </a:extLst>
          </a:blip>
          <a:stretch xmlns:a="http://schemas.openxmlformats.org/drawingml/2006/main"/>
        </p:blipFill>
        <p:spPr>
          <a:xfrm xmlns:a="http://schemas.openxmlformats.org/drawingml/2006/main">
            <a:off x="7334250" y="1971675"/>
            <a:ext cx="247650" cy="24765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445C91CA-C260-4ADC-A276-F217482EDB64}"/>
              </a:ext>
            </a:extLst>
          </p:cNvPr>
          <p:cNvSpPr>
            <a:spLocks xmlns:a="http://schemas.openxmlformats.org/drawingml/2006/main" noGrp="1"/>
          </p:cNvSpPr>
          <p:nvPr/>
        </p:nvSpPr>
        <p:spPr>
          <a:xfrm xmlns:a="http://schemas.openxmlformats.org/drawingml/2006/main">
            <a:off x="4552950" y="2876550"/>
            <a:ext cx="308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557FF"/>
                </a:solidFill>
              </a:defRPr>
            </a:defPPr>
          </a:lstStyle>
          <a:p xmlns:a="http://schemas.openxmlformats.org/drawingml/2006/main">
            <a:pPr>
              <a:defRPr sz="1725" b="0">
                <a:solidFill>
                  <a:srgbClr val="1557FF"/>
                </a:solidFill>
              </a:defRPr>
            </a:pPr>
            <a:r>
              <a:rPr sz="1725" b="0">
                <a:solidFill>
                  <a:srgbClr val="1557FF"/>
                </a:solidFill>
              </a:rPr>
              <a:t>Manage service delivery</a:t>
            </a:r>
          </a:p>
        </p:txBody>
      </p:sp>
      <p:sp>
        <p:nvSpPr>
          <p:cNvPr id="30" name="">
            <a:extLst xmlns:a="http://schemas.openxmlformats.org/drawingml/2006/main">
              <a:ext uri="{FF2B5EF4-FFF2-40B4-BE49-F238E27FC236}">
                <a16:creationId xmlns:a16="http://schemas.microsoft.com/office/drawing/2014/main" id="{6BE15B0C-936A-46D7-9519-82FA3EEF52F3}"/>
              </a:ext>
            </a:extLst>
          </p:cNvPr>
          <p:cNvSpPr>
            <a:spLocks xmlns:a="http://schemas.openxmlformats.org/drawingml/2006/main" noGrp="1"/>
          </p:cNvSpPr>
          <p:nvPr/>
        </p:nvSpPr>
        <p:spPr>
          <a:xfrm xmlns:a="http://schemas.openxmlformats.org/drawingml/2006/main">
            <a:off x="4552950" y="366712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1" name="">
            <a:extLst xmlns:a="http://schemas.openxmlformats.org/drawingml/2006/main">
              <a:ext uri="{FF2B5EF4-FFF2-40B4-BE49-F238E27FC236}">
                <a16:creationId xmlns:a16="http://schemas.microsoft.com/office/drawing/2014/main" id="{58C1BEB9-6055-499F-AF9B-165524B1E52C}"/>
              </a:ext>
            </a:extLst>
          </p:cNvPr>
          <p:cNvSpPr>
            <a:spLocks xmlns:a="http://schemas.openxmlformats.org/drawingml/2006/main" noGrp="1"/>
          </p:cNvSpPr>
          <p:nvPr/>
        </p:nvSpPr>
        <p:spPr>
          <a:xfrm xmlns:a="http://schemas.openxmlformats.org/drawingml/2006/main">
            <a:off x="4667250" y="3752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Profile and service areas</a:t>
            </a:r>
          </a:p>
        </p:txBody>
      </p:sp>
      <p:sp>
        <p:nvSpPr>
          <p:cNvPr id="32" name="">
            <a:extLst xmlns:a="http://schemas.openxmlformats.org/drawingml/2006/main">
              <a:ext uri="{FF2B5EF4-FFF2-40B4-BE49-F238E27FC236}">
                <a16:creationId xmlns:a16="http://schemas.microsoft.com/office/drawing/2014/main" id="{44BE5009-6E95-493B-9A30-3EAAC1397A99}"/>
              </a:ext>
            </a:extLst>
          </p:cNvPr>
          <p:cNvSpPr>
            <a:spLocks xmlns:a="http://schemas.openxmlformats.org/drawingml/2006/main" noGrp="1"/>
          </p:cNvSpPr>
          <p:nvPr/>
        </p:nvSpPr>
        <p:spPr>
          <a:xfrm xmlns:a="http://schemas.openxmlformats.org/drawingml/2006/main">
            <a:off x="4552950" y="418147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3" name="">
            <a:extLst xmlns:a="http://schemas.openxmlformats.org/drawingml/2006/main">
              <a:ext uri="{FF2B5EF4-FFF2-40B4-BE49-F238E27FC236}">
                <a16:creationId xmlns:a16="http://schemas.microsoft.com/office/drawing/2014/main" id="{DACEC899-277F-422E-8821-172951ECF963}"/>
              </a:ext>
            </a:extLst>
          </p:cNvPr>
          <p:cNvSpPr>
            <a:spLocks xmlns:a="http://schemas.openxmlformats.org/drawingml/2006/main" noGrp="1"/>
          </p:cNvSpPr>
          <p:nvPr/>
        </p:nvSpPr>
        <p:spPr>
          <a:xfrm xmlns:a="http://schemas.openxmlformats.org/drawingml/2006/main">
            <a:off x="4667250" y="42672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Listings and availability</a:t>
            </a:r>
          </a:p>
        </p:txBody>
      </p:sp>
      <p:sp>
        <p:nvSpPr>
          <p:cNvPr id="34" name="">
            <a:extLst xmlns:a="http://schemas.openxmlformats.org/drawingml/2006/main">
              <a:ext uri="{FF2B5EF4-FFF2-40B4-BE49-F238E27FC236}">
                <a16:creationId xmlns:a16="http://schemas.microsoft.com/office/drawing/2014/main" id="{EB9E27E5-7CAD-446D-ABCF-AB7E137D5882}"/>
              </a:ext>
            </a:extLst>
          </p:cNvPr>
          <p:cNvSpPr>
            <a:spLocks xmlns:a="http://schemas.openxmlformats.org/drawingml/2006/main" noGrp="1"/>
          </p:cNvSpPr>
          <p:nvPr/>
        </p:nvSpPr>
        <p:spPr>
          <a:xfrm xmlns:a="http://schemas.openxmlformats.org/drawingml/2006/main">
            <a:off x="4552950" y="469582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5" name="">
            <a:extLst xmlns:a="http://schemas.openxmlformats.org/drawingml/2006/main">
              <a:ext uri="{FF2B5EF4-FFF2-40B4-BE49-F238E27FC236}">
                <a16:creationId xmlns:a16="http://schemas.microsoft.com/office/drawing/2014/main" id="{E5D602EB-F56E-4B4F-9302-36D2E39B90CB}"/>
              </a:ext>
            </a:extLst>
          </p:cNvPr>
          <p:cNvSpPr>
            <a:spLocks xmlns:a="http://schemas.openxmlformats.org/drawingml/2006/main" noGrp="1"/>
          </p:cNvSpPr>
          <p:nvPr/>
        </p:nvSpPr>
        <p:spPr>
          <a:xfrm xmlns:a="http://schemas.openxmlformats.org/drawingml/2006/main">
            <a:off x="4667250" y="47815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Accept or reject requests</a:t>
            </a:r>
          </a:p>
        </p:txBody>
      </p:sp>
      <p:sp>
        <p:nvSpPr>
          <p:cNvPr id="36" name="">
            <a:extLst xmlns:a="http://schemas.openxmlformats.org/drawingml/2006/main">
              <a:ext uri="{FF2B5EF4-FFF2-40B4-BE49-F238E27FC236}">
                <a16:creationId xmlns:a16="http://schemas.microsoft.com/office/drawing/2014/main" id="{536ED62F-957A-44FB-9583-16891031F708}"/>
              </a:ext>
            </a:extLst>
          </p:cNvPr>
          <p:cNvSpPr>
            <a:spLocks xmlns:a="http://schemas.openxmlformats.org/drawingml/2006/main" noGrp="1"/>
          </p:cNvSpPr>
          <p:nvPr/>
        </p:nvSpPr>
        <p:spPr>
          <a:xfrm xmlns:a="http://schemas.openxmlformats.org/drawingml/2006/main">
            <a:off x="4552950" y="521017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7" name="">
            <a:extLst xmlns:a="http://schemas.openxmlformats.org/drawingml/2006/main">
              <a:ext uri="{FF2B5EF4-FFF2-40B4-BE49-F238E27FC236}">
                <a16:creationId xmlns:a16="http://schemas.microsoft.com/office/drawing/2014/main" id="{0A4B0773-5F9D-4FA8-97E4-B4D7ED350C51}"/>
              </a:ext>
            </a:extLst>
          </p:cNvPr>
          <p:cNvSpPr>
            <a:spLocks xmlns:a="http://schemas.openxmlformats.org/drawingml/2006/main" noGrp="1"/>
          </p:cNvSpPr>
          <p:nvPr/>
        </p:nvSpPr>
        <p:spPr>
          <a:xfrm xmlns:a="http://schemas.openxmlformats.org/drawingml/2006/main">
            <a:off x="4667250" y="52959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Booking chat and completion</a:t>
            </a:r>
          </a:p>
        </p:txBody>
      </p:sp>
      <p:sp>
        <p:nvSpPr>
          <p:cNvPr id="38" name="">
            <a:extLst xmlns:a="http://schemas.openxmlformats.org/drawingml/2006/main">
              <a:ext uri="{FF2B5EF4-FFF2-40B4-BE49-F238E27FC236}">
                <a16:creationId xmlns:a16="http://schemas.microsoft.com/office/drawing/2014/main" id="{8400797A-C261-4F8D-8378-8778E5CC79C5}"/>
              </a:ext>
            </a:extLst>
          </p:cNvPr>
          <p:cNvSpPr>
            <a:spLocks xmlns:a="http://schemas.openxmlformats.org/drawingml/2006/main" noGrp="1"/>
          </p:cNvSpPr>
          <p:nvPr/>
        </p:nvSpPr>
        <p:spPr>
          <a:xfrm xmlns:a="http://schemas.openxmlformats.org/drawingml/2006/main">
            <a:off x="4552950" y="5810250"/>
            <a:ext cx="3086100" cy="323850"/>
          </a:xfrm>
          <a:prstGeom xmlns:a="http://schemas.openxmlformats.org/drawingml/2006/main" prst="rect">
            <a:avLst/>
          </a:prstGeom>
          <a:solidFill xmlns:a="http://schemas.openxmlformats.org/drawingml/2006/main">
            <a:srgbClr val="1557FF"/>
          </a:solidFill>
          <a:ln xmlns:a="http://schemas.openxmlformats.org/drawingml/2006/main" w="9525">
            <a:solidFill>
              <a:srgbClr val="1557FF"/>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9" name="">
            <a:extLst xmlns:a="http://schemas.openxmlformats.org/drawingml/2006/main">
              <a:ext uri="{FF2B5EF4-FFF2-40B4-BE49-F238E27FC236}">
                <a16:creationId xmlns:a16="http://schemas.microsoft.com/office/drawing/2014/main" id="{A8F9DF21-A424-4724-A309-51ACB2C22F80}"/>
              </a:ext>
            </a:extLst>
          </p:cNvPr>
          <p:cNvSpPr>
            <a:spLocks xmlns:a="http://schemas.openxmlformats.org/drawingml/2006/main" noGrp="1"/>
          </p:cNvSpPr>
          <p:nvPr/>
        </p:nvSpPr>
        <p:spPr>
          <a:xfrm xmlns:a="http://schemas.openxmlformats.org/drawingml/2006/main">
            <a:off x="4629150" y="5876925"/>
            <a:ext cx="2933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FFFFFF"/>
                </a:solidFill>
              </a:defRPr>
            </a:defPPr>
          </a:lstStyle>
          <a:p xmlns:a="http://schemas.openxmlformats.org/drawingml/2006/main">
            <a:pPr>
              <a:defRPr sz="1350" b="1">
                <a:solidFill>
                  <a:srgbClr val="FFFFFF"/>
                </a:solidFill>
              </a:defRPr>
            </a:pPr>
            <a:r>
              <a:rPr sz="1350" b="1">
                <a:solidFill>
                  <a:srgbClr val="FFFFFF"/>
                </a:solidFill>
              </a:rPr>
              <a:t>Manage listings</a:t>
            </a:r>
          </a:p>
        </p:txBody>
      </p:sp>
      <p:sp>
        <p:nvSpPr>
          <p:cNvPr id="40" name="">
            <a:extLst xmlns:a="http://schemas.openxmlformats.org/drawingml/2006/main">
              <a:ext uri="{FF2B5EF4-FFF2-40B4-BE49-F238E27FC236}">
                <a16:creationId xmlns:a16="http://schemas.microsoft.com/office/drawing/2014/main" id="{0211B77A-3888-494C-9A87-D37A5680FD75}"/>
              </a:ext>
            </a:extLst>
          </p:cNvPr>
          <p:cNvSpPr>
            <a:spLocks xmlns:a="http://schemas.openxmlformats.org/drawingml/2006/main" noGrp="1"/>
          </p:cNvSpPr>
          <p:nvPr/>
        </p:nvSpPr>
        <p:spPr>
          <a:xfrm xmlns:a="http://schemas.openxmlformats.org/drawingml/2006/main">
            <a:off x="8191500" y="1885950"/>
            <a:ext cx="3429000" cy="43815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41" name="">
            <a:extLst xmlns:a="http://schemas.openxmlformats.org/drawingml/2006/main">
              <a:ext uri="{FF2B5EF4-FFF2-40B4-BE49-F238E27FC236}">
                <a16:creationId xmlns:a16="http://schemas.microsoft.com/office/drawing/2014/main" id="{958D74C6-0F1E-4538-9ADE-20EC6EC51CC4}"/>
              </a:ext>
            </a:extLst>
          </p:cNvPr>
          <p:cNvSpPr>
            <a:spLocks xmlns:a="http://schemas.openxmlformats.org/drawingml/2006/main" noGrp="1"/>
          </p:cNvSpPr>
          <p:nvPr/>
        </p:nvSpPr>
        <p:spPr>
          <a:xfrm xmlns:a="http://schemas.openxmlformats.org/drawingml/2006/main">
            <a:off x="8191500" y="1885950"/>
            <a:ext cx="3429000" cy="4191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42" name="">
            <a:extLst xmlns:a="http://schemas.openxmlformats.org/drawingml/2006/main">
              <a:ext uri="{FF2B5EF4-FFF2-40B4-BE49-F238E27FC236}">
                <a16:creationId xmlns:a16="http://schemas.microsoft.com/office/drawing/2014/main" id="{AF5D6E98-F8E5-4077-96BD-1BD1C6FA0AF3}"/>
              </a:ext>
            </a:extLst>
          </p:cNvPr>
          <p:cNvSpPr>
            <a:spLocks xmlns:a="http://schemas.openxmlformats.org/drawingml/2006/main" noGrp="1"/>
          </p:cNvSpPr>
          <p:nvPr/>
        </p:nvSpPr>
        <p:spPr>
          <a:xfrm xmlns:a="http://schemas.openxmlformats.org/drawingml/2006/main">
            <a:off x="8343900" y="19812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5191D"/>
                </a:solidFill>
              </a:defRPr>
            </a:defPPr>
          </a:lstStyle>
          <a:p xmlns:a="http://schemas.openxmlformats.org/drawingml/2006/main">
            <a:pPr>
              <a:defRPr sz="1500" b="1">
                <a:solidFill>
                  <a:srgbClr val="15191D"/>
                </a:solidFill>
              </a:defRPr>
            </a:pPr>
            <a:r>
              <a:rPr sz="1500" b="1">
                <a:solidFill>
                  <a:srgbClr val="15191D"/>
                </a:solidFill>
              </a:rPr>
              <a:t>Nearby</a:t>
            </a:r>
          </a:p>
        </p:txBody>
      </p:sp>
      <p:sp>
        <p:nvSpPr>
          <p:cNvPr id="43" name="">
            <a:extLst xmlns:a="http://schemas.openxmlformats.org/drawingml/2006/main">
              <a:ext uri="{FF2B5EF4-FFF2-40B4-BE49-F238E27FC236}">
                <a16:creationId xmlns:a16="http://schemas.microsoft.com/office/drawing/2014/main" id="{4F7C30D7-E4FF-4BEF-998D-586B412E5098}"/>
              </a:ext>
            </a:extLst>
          </p:cNvPr>
          <p:cNvSpPr>
            <a:spLocks xmlns:a="http://schemas.openxmlformats.org/drawingml/2006/main" noGrp="1"/>
          </p:cNvSpPr>
          <p:nvPr/>
        </p:nvSpPr>
        <p:spPr>
          <a:xfrm xmlns:a="http://schemas.openxmlformats.org/drawingml/2006/main">
            <a:off x="8362950" y="2486025"/>
            <a:ext cx="3086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191D"/>
                </a:solidFill>
              </a:defRPr>
            </a:defPPr>
          </a:lstStyle>
          <a:p xmlns:a="http://schemas.openxmlformats.org/drawingml/2006/main">
            <a:pPr>
              <a:defRPr sz="1725" b="1">
                <a:solidFill>
                  <a:srgbClr val="15191D"/>
                </a:solidFill>
              </a:defRPr>
            </a:pPr>
            <a:r>
              <a:rPr sz="1725" b="1">
                <a:solidFill>
                  <a:srgbClr val="15191D"/>
                </a:solidFill>
              </a:rPr>
              <a:t>Admin Workspace</a:t>
            </a:r>
          </a:p>
        </p:txBody>
      </p:sp>
      <p:pic>
        <p:nvPicPr>
          <p:cNvPr id="44" name="">
            <a:extLst xmlns:a="http://schemas.openxmlformats.org/drawingml/2006/main">
              <a:ext uri="{FF2B5EF4-FFF2-40B4-BE49-F238E27FC236}">
                <a16:creationId xmlns:a16="http://schemas.microsoft.com/office/drawing/2014/main" id="{146E76E1-6A20-442C-A4EA-44FA0BA55889}"/>
              </a:ext>
            </a:extLst>
          </p:cNvPr>
          <p:cNvPicPr>
            <a:picLocks xmlns:a="http://schemas.openxmlformats.org/drawingml/2006/main" noChangeAspect="1"/>
          </p:cNvPicPr>
          <p:nvPr/>
        </p:nvPicPr>
        <p:blipFill>
          <a:blip xmlns:r="http://schemas.openxmlformats.org/officeDocument/2006/relationships" xmlns:a="http://schemas.openxmlformats.org/drawingml/2006/main" r:embed="R28fad77c726b43b7">
            <a:extLst>
              <a:ext uri="{96DAC541-7B7A-43D3-8B79-37D633B846F1}">
                <asvg:svgBlip xmlns:asvg="http://schemas.microsoft.com/office/drawing/2016/SVG/main" r:embed="R17299db9f87c4f3b"/>
              </a:ext>
            </a:extLst>
          </a:blip>
          <a:stretch xmlns:a="http://schemas.openxmlformats.org/drawingml/2006/main"/>
        </p:blipFill>
        <p:spPr>
          <a:xfrm xmlns:a="http://schemas.openxmlformats.org/drawingml/2006/main">
            <a:off x="11144250" y="1971675"/>
            <a:ext cx="247650" cy="247650"/>
          </a:xfrm>
          <a:prstGeom xmlns:a="http://schemas.openxmlformats.org/drawingml/2006/main" prst="rect">
            <a:avLst/>
          </a:prstGeom>
        </p:spPr>
      </p:pic>
      <p:sp>
        <p:nvSpPr>
          <p:cNvPr id="45" name="">
            <a:extLst xmlns:a="http://schemas.openxmlformats.org/drawingml/2006/main">
              <a:ext uri="{FF2B5EF4-FFF2-40B4-BE49-F238E27FC236}">
                <a16:creationId xmlns:a16="http://schemas.microsoft.com/office/drawing/2014/main" id="{9A58C2F7-F351-40EC-A714-9529FD0B3A2E}"/>
              </a:ext>
            </a:extLst>
          </p:cNvPr>
          <p:cNvSpPr>
            <a:spLocks xmlns:a="http://schemas.openxmlformats.org/drawingml/2006/main" noGrp="1"/>
          </p:cNvSpPr>
          <p:nvPr/>
        </p:nvSpPr>
        <p:spPr>
          <a:xfrm xmlns:a="http://schemas.openxmlformats.org/drawingml/2006/main">
            <a:off x="8362950" y="2876550"/>
            <a:ext cx="308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557FF"/>
                </a:solidFill>
              </a:defRPr>
            </a:defPPr>
          </a:lstStyle>
          <a:p xmlns:a="http://schemas.openxmlformats.org/drawingml/2006/main">
            <a:pPr>
              <a:defRPr sz="1725" b="0">
                <a:solidFill>
                  <a:srgbClr val="1557FF"/>
                </a:solidFill>
              </a:defRPr>
            </a:pPr>
            <a:r>
              <a:rPr sz="1725" b="0">
                <a:solidFill>
                  <a:srgbClr val="1557FF"/>
                </a:solidFill>
              </a:rPr>
              <a:t>Oversee marketplace operations</a:t>
            </a:r>
          </a:p>
        </p:txBody>
      </p:sp>
      <p:sp>
        <p:nvSpPr>
          <p:cNvPr id="46" name="">
            <a:extLst xmlns:a="http://schemas.openxmlformats.org/drawingml/2006/main">
              <a:ext uri="{FF2B5EF4-FFF2-40B4-BE49-F238E27FC236}">
                <a16:creationId xmlns:a16="http://schemas.microsoft.com/office/drawing/2014/main" id="{8C866541-1D26-466E-A600-7354851BEA45}"/>
              </a:ext>
            </a:extLst>
          </p:cNvPr>
          <p:cNvSpPr>
            <a:spLocks xmlns:a="http://schemas.openxmlformats.org/drawingml/2006/main" noGrp="1"/>
          </p:cNvSpPr>
          <p:nvPr/>
        </p:nvSpPr>
        <p:spPr>
          <a:xfrm xmlns:a="http://schemas.openxmlformats.org/drawingml/2006/main">
            <a:off x="8362950" y="366712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47" name="">
            <a:extLst xmlns:a="http://schemas.openxmlformats.org/drawingml/2006/main">
              <a:ext uri="{FF2B5EF4-FFF2-40B4-BE49-F238E27FC236}">
                <a16:creationId xmlns:a16="http://schemas.microsoft.com/office/drawing/2014/main" id="{E8EFD6A4-6611-4801-A9E7-F30EE53C8BB9}"/>
              </a:ext>
            </a:extLst>
          </p:cNvPr>
          <p:cNvSpPr>
            <a:spLocks xmlns:a="http://schemas.openxmlformats.org/drawingml/2006/main" noGrp="1"/>
          </p:cNvSpPr>
          <p:nvPr/>
        </p:nvSpPr>
        <p:spPr>
          <a:xfrm xmlns:a="http://schemas.openxmlformats.org/drawingml/2006/main">
            <a:off x="8477250" y="3752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Provider review and verification status</a:t>
            </a:r>
          </a:p>
        </p:txBody>
      </p:sp>
      <p:sp>
        <p:nvSpPr>
          <p:cNvPr id="48" name="">
            <a:extLst xmlns:a="http://schemas.openxmlformats.org/drawingml/2006/main">
              <a:ext uri="{FF2B5EF4-FFF2-40B4-BE49-F238E27FC236}">
                <a16:creationId xmlns:a16="http://schemas.microsoft.com/office/drawing/2014/main" id="{53B226FA-8401-4002-95EE-02940500D436}"/>
              </a:ext>
            </a:extLst>
          </p:cNvPr>
          <p:cNvSpPr>
            <a:spLocks xmlns:a="http://schemas.openxmlformats.org/drawingml/2006/main" noGrp="1"/>
          </p:cNvSpPr>
          <p:nvPr/>
        </p:nvSpPr>
        <p:spPr>
          <a:xfrm xmlns:a="http://schemas.openxmlformats.org/drawingml/2006/main">
            <a:off x="8362950" y="418147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49" name="">
            <a:extLst xmlns:a="http://schemas.openxmlformats.org/drawingml/2006/main">
              <a:ext uri="{FF2B5EF4-FFF2-40B4-BE49-F238E27FC236}">
                <a16:creationId xmlns:a16="http://schemas.microsoft.com/office/drawing/2014/main" id="{41D3F883-F900-4266-B269-74AEE2F10A09}"/>
              </a:ext>
            </a:extLst>
          </p:cNvPr>
          <p:cNvSpPr>
            <a:spLocks xmlns:a="http://schemas.openxmlformats.org/drawingml/2006/main" noGrp="1"/>
          </p:cNvSpPr>
          <p:nvPr/>
        </p:nvSpPr>
        <p:spPr>
          <a:xfrm xmlns:a="http://schemas.openxmlformats.org/drawingml/2006/main">
            <a:off x="8477250" y="42672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Marketplace policy settings</a:t>
            </a:r>
          </a:p>
        </p:txBody>
      </p:sp>
      <p:sp>
        <p:nvSpPr>
          <p:cNvPr id="50" name="">
            <a:extLst xmlns:a="http://schemas.openxmlformats.org/drawingml/2006/main">
              <a:ext uri="{FF2B5EF4-FFF2-40B4-BE49-F238E27FC236}">
                <a16:creationId xmlns:a16="http://schemas.microsoft.com/office/drawing/2014/main" id="{D2EE3C6E-3C1C-48BE-8720-9F934B6E80D0}"/>
              </a:ext>
            </a:extLst>
          </p:cNvPr>
          <p:cNvSpPr>
            <a:spLocks xmlns:a="http://schemas.openxmlformats.org/drawingml/2006/main" noGrp="1"/>
          </p:cNvSpPr>
          <p:nvPr/>
        </p:nvSpPr>
        <p:spPr>
          <a:xfrm xmlns:a="http://schemas.openxmlformats.org/drawingml/2006/main">
            <a:off x="8362950" y="469582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51" name="">
            <a:extLst xmlns:a="http://schemas.openxmlformats.org/drawingml/2006/main">
              <a:ext uri="{FF2B5EF4-FFF2-40B4-BE49-F238E27FC236}">
                <a16:creationId xmlns:a16="http://schemas.microsoft.com/office/drawing/2014/main" id="{12FBF5AE-9F16-4145-9784-33B5D699B1FB}"/>
              </a:ext>
            </a:extLst>
          </p:cNvPr>
          <p:cNvSpPr>
            <a:spLocks xmlns:a="http://schemas.openxmlformats.org/drawingml/2006/main" noGrp="1"/>
          </p:cNvSpPr>
          <p:nvPr/>
        </p:nvSpPr>
        <p:spPr>
          <a:xfrm xmlns:a="http://schemas.openxmlformats.org/drawingml/2006/main">
            <a:off x="8477250" y="47815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Linked payout account management</a:t>
            </a:r>
          </a:p>
        </p:txBody>
      </p:sp>
      <p:sp>
        <p:nvSpPr>
          <p:cNvPr id="52" name="">
            <a:extLst xmlns:a="http://schemas.openxmlformats.org/drawingml/2006/main">
              <a:ext uri="{FF2B5EF4-FFF2-40B4-BE49-F238E27FC236}">
                <a16:creationId xmlns:a16="http://schemas.microsoft.com/office/drawing/2014/main" id="{FC3075F6-1BBA-45A9-A494-1F5C5A0F8A28}"/>
              </a:ext>
            </a:extLst>
          </p:cNvPr>
          <p:cNvSpPr>
            <a:spLocks xmlns:a="http://schemas.openxmlformats.org/drawingml/2006/main" noGrp="1"/>
          </p:cNvSpPr>
          <p:nvPr/>
        </p:nvSpPr>
        <p:spPr>
          <a:xfrm xmlns:a="http://schemas.openxmlformats.org/drawingml/2006/main">
            <a:off x="8362950" y="521017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53" name="">
            <a:extLst xmlns:a="http://schemas.openxmlformats.org/drawingml/2006/main">
              <a:ext uri="{FF2B5EF4-FFF2-40B4-BE49-F238E27FC236}">
                <a16:creationId xmlns:a16="http://schemas.microsoft.com/office/drawing/2014/main" id="{D0924671-D12F-4DAA-87EF-5E17F54C13B0}"/>
              </a:ext>
            </a:extLst>
          </p:cNvPr>
          <p:cNvSpPr>
            <a:spLocks xmlns:a="http://schemas.openxmlformats.org/drawingml/2006/main" noGrp="1"/>
          </p:cNvSpPr>
          <p:nvPr/>
        </p:nvSpPr>
        <p:spPr>
          <a:xfrm xmlns:a="http://schemas.openxmlformats.org/drawingml/2006/main">
            <a:off x="8477250" y="52959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Dispute resolution and audit records</a:t>
            </a:r>
          </a:p>
        </p:txBody>
      </p:sp>
      <p:sp>
        <p:nvSpPr>
          <p:cNvPr id="54" name="">
            <a:extLst xmlns:a="http://schemas.openxmlformats.org/drawingml/2006/main">
              <a:ext uri="{FF2B5EF4-FFF2-40B4-BE49-F238E27FC236}">
                <a16:creationId xmlns:a16="http://schemas.microsoft.com/office/drawing/2014/main" id="{BBCF30BB-8231-4F78-8780-8ED7A4B32556}"/>
              </a:ext>
            </a:extLst>
          </p:cNvPr>
          <p:cNvSpPr>
            <a:spLocks xmlns:a="http://schemas.openxmlformats.org/drawingml/2006/main" noGrp="1"/>
          </p:cNvSpPr>
          <p:nvPr/>
        </p:nvSpPr>
        <p:spPr>
          <a:xfrm xmlns:a="http://schemas.openxmlformats.org/drawingml/2006/main">
            <a:off x="8362950" y="5810250"/>
            <a:ext cx="3086100" cy="323850"/>
          </a:xfrm>
          <a:prstGeom xmlns:a="http://schemas.openxmlformats.org/drawingml/2006/main" prst="rect">
            <a:avLst/>
          </a:prstGeom>
          <a:solidFill xmlns:a="http://schemas.openxmlformats.org/drawingml/2006/main">
            <a:srgbClr val="1557FF"/>
          </a:solidFill>
          <a:ln xmlns:a="http://schemas.openxmlformats.org/drawingml/2006/main" w="9525">
            <a:solidFill>
              <a:srgbClr val="1557FF"/>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55" name="">
            <a:extLst xmlns:a="http://schemas.openxmlformats.org/drawingml/2006/main">
              <a:ext uri="{FF2B5EF4-FFF2-40B4-BE49-F238E27FC236}">
                <a16:creationId xmlns:a16="http://schemas.microsoft.com/office/drawing/2014/main" id="{2C471C6E-632F-4C69-A2C4-3B287A1322AE}"/>
              </a:ext>
            </a:extLst>
          </p:cNvPr>
          <p:cNvSpPr>
            <a:spLocks xmlns:a="http://schemas.openxmlformats.org/drawingml/2006/main" noGrp="1"/>
          </p:cNvSpPr>
          <p:nvPr/>
        </p:nvSpPr>
        <p:spPr>
          <a:xfrm xmlns:a="http://schemas.openxmlformats.org/drawingml/2006/main">
            <a:off x="8439150" y="5876925"/>
            <a:ext cx="2933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FFFFFF"/>
                </a:solidFill>
              </a:defRPr>
            </a:defPPr>
          </a:lstStyle>
          <a:p xmlns:a="http://schemas.openxmlformats.org/drawingml/2006/main">
            <a:pPr>
              <a:defRPr sz="1350" b="1">
                <a:solidFill>
                  <a:srgbClr val="FFFFFF"/>
                </a:solidFill>
              </a:defRPr>
            </a:pPr>
            <a:r>
              <a:rPr sz="1350" b="1">
                <a:solidFill>
                  <a:srgbClr val="FFFFFF"/>
                </a:solidFill>
              </a:rPr>
              <a:t>Review providers</a:t>
            </a:r>
          </a:p>
        </p:txBody>
      </p:sp>
    </p:spTree>
    <p:extLst>
      <p:ext uri="{BB962C8B-B14F-4D97-AF65-F5344CB8AC3E}">
        <p14:creationId xmlns:p14="http://schemas.microsoft.com/office/powerpoint/2010/main" val="205976327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9" name="">
            <a:extLst xmlns:a="http://schemas.openxmlformats.org/drawingml/2006/main">
              <a:ext uri="{FF2B5EF4-FFF2-40B4-BE49-F238E27FC236}">
                <a16:creationId xmlns:a16="http://schemas.microsoft.com/office/drawing/2014/main" id="{1D15EF3E-6F30-4AC4-B062-4C62BECFD98E}"/>
              </a:ext>
            </a:extLst>
          </p:cNvPr>
          <p:cNvPicPr>
            <a:picLocks xmlns:a="http://schemas.openxmlformats.org/drawingml/2006/main" noChangeAspect="1"/>
          </p:cNvPicPr>
          <p:nvPr/>
        </p:nvPicPr>
        <p:blipFill>
          <a:blip xmlns:r="http://schemas.openxmlformats.org/officeDocument/2006/relationships" xmlns:a="http://schemas.openxmlformats.org/drawingml/2006/main" r:embed="Refe1f534c7244d47"/>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547F820-150A-4B6C-832F-E25978559B9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D3C92257-E84F-4B6D-AC7B-402098AD96EA}"/>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Frontend &amp; Backend Development</a:t>
            </a:r>
          </a:p>
        </p:txBody>
      </p:sp>
      <p:sp>
        <p:nvSpPr>
          <p:cNvPr id="4" name="">
            <a:extLst xmlns:a="http://schemas.openxmlformats.org/drawingml/2006/main">
              <a:ext uri="{FF2B5EF4-FFF2-40B4-BE49-F238E27FC236}">
                <a16:creationId xmlns:a16="http://schemas.microsoft.com/office/drawing/2014/main" id="{F0470B5F-4F85-415C-959A-E1F31F1CC0CC}"/>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130D5B27-E205-413B-A399-E40FF7557211}"/>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2B616736-1F0E-498F-9231-9C990732DC68}"/>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09</a:t>
            </a:r>
          </a:p>
        </p:txBody>
      </p:sp>
      <p:sp>
        <p:nvSpPr>
          <p:cNvPr id="7" name="">
            <a:extLst xmlns:a="http://schemas.openxmlformats.org/drawingml/2006/main">
              <a:ext uri="{FF2B5EF4-FFF2-40B4-BE49-F238E27FC236}">
                <a16:creationId xmlns:a16="http://schemas.microsoft.com/office/drawing/2014/main" id="{14AF9214-F77D-4125-9FFB-A441A259C495}"/>
              </a:ext>
            </a:extLst>
          </p:cNvPr>
          <p:cNvSpPr>
            <a:spLocks xmlns:a="http://schemas.openxmlformats.org/drawingml/2006/main" noGrp="1"/>
          </p:cNvSpPr>
          <p:nvPr/>
        </p:nvSpPr>
        <p:spPr>
          <a:xfrm xmlns:a="http://schemas.openxmlformats.org/drawingml/2006/main">
            <a:off x="571500" y="1609725"/>
            <a:ext cx="5143500" cy="33623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8" name="">
            <a:extLst xmlns:a="http://schemas.openxmlformats.org/drawingml/2006/main">
              <a:ext uri="{FF2B5EF4-FFF2-40B4-BE49-F238E27FC236}">
                <a16:creationId xmlns:a16="http://schemas.microsoft.com/office/drawing/2014/main" id="{3E152F30-1A5B-4CE0-9825-2A4DE712658B}"/>
              </a:ext>
            </a:extLst>
          </p:cNvPr>
          <p:cNvSpPr>
            <a:spLocks xmlns:a="http://schemas.openxmlformats.org/drawingml/2006/main" noGrp="1"/>
          </p:cNvSpPr>
          <p:nvPr/>
        </p:nvSpPr>
        <p:spPr>
          <a:xfrm xmlns:a="http://schemas.openxmlformats.org/drawingml/2006/main">
            <a:off x="571500" y="1609725"/>
            <a:ext cx="5143500" cy="4191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9" name="">
            <a:extLst xmlns:a="http://schemas.openxmlformats.org/drawingml/2006/main">
              <a:ext uri="{FF2B5EF4-FFF2-40B4-BE49-F238E27FC236}">
                <a16:creationId xmlns:a16="http://schemas.microsoft.com/office/drawing/2014/main" id="{9E8765C4-3476-4EAE-9DB6-BBA22FECF950}"/>
              </a:ext>
            </a:extLst>
          </p:cNvPr>
          <p:cNvSpPr>
            <a:spLocks xmlns:a="http://schemas.openxmlformats.org/drawingml/2006/main" noGrp="1"/>
          </p:cNvSpPr>
          <p:nvPr/>
        </p:nvSpPr>
        <p:spPr>
          <a:xfrm xmlns:a="http://schemas.openxmlformats.org/drawingml/2006/main">
            <a:off x="723900" y="170497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5191D"/>
                </a:solidFill>
              </a:defRPr>
            </a:defPPr>
          </a:lstStyle>
          <a:p xmlns:a="http://schemas.openxmlformats.org/drawingml/2006/main">
            <a:pPr>
              <a:defRPr sz="1500" b="1">
                <a:solidFill>
                  <a:srgbClr val="15191D"/>
                </a:solidFill>
              </a:defRPr>
            </a:pPr>
            <a:r>
              <a:rPr sz="1500" b="1">
                <a:solidFill>
                  <a:srgbClr val="15191D"/>
                </a:solidFill>
              </a:rPr>
              <a:t>Nearby</a:t>
            </a:r>
          </a:p>
        </p:txBody>
      </p:sp>
      <p:sp>
        <p:nvSpPr>
          <p:cNvPr id="10" name="">
            <a:extLst xmlns:a="http://schemas.openxmlformats.org/drawingml/2006/main">
              <a:ext uri="{FF2B5EF4-FFF2-40B4-BE49-F238E27FC236}">
                <a16:creationId xmlns:a16="http://schemas.microsoft.com/office/drawing/2014/main" id="{E00D48B3-0903-44A4-90C5-7027D6786203}"/>
              </a:ext>
            </a:extLst>
          </p:cNvPr>
          <p:cNvSpPr>
            <a:spLocks xmlns:a="http://schemas.openxmlformats.org/drawingml/2006/main" noGrp="1"/>
          </p:cNvSpPr>
          <p:nvPr/>
        </p:nvSpPr>
        <p:spPr>
          <a:xfrm xmlns:a="http://schemas.openxmlformats.org/drawingml/2006/main">
            <a:off x="742950" y="2209800"/>
            <a:ext cx="4800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191D"/>
                </a:solidFill>
              </a:defRPr>
            </a:defPPr>
          </a:lstStyle>
          <a:p xmlns:a="http://schemas.openxmlformats.org/drawingml/2006/main">
            <a:pPr>
              <a:defRPr sz="1725" b="1">
                <a:solidFill>
                  <a:srgbClr val="15191D"/>
                </a:solidFill>
              </a:defRPr>
            </a:pPr>
            <a:r>
              <a:rPr sz="1725" b="1">
                <a:solidFill>
                  <a:srgbClr val="15191D"/>
                </a:solidFill>
              </a:rPr>
              <a:t>Frontend</a:t>
            </a:r>
          </a:p>
        </p:txBody>
      </p:sp>
      <p:sp>
        <p:nvSpPr>
          <p:cNvPr id="11" name="">
            <a:extLst xmlns:a="http://schemas.openxmlformats.org/drawingml/2006/main">
              <a:ext uri="{FF2B5EF4-FFF2-40B4-BE49-F238E27FC236}">
                <a16:creationId xmlns:a16="http://schemas.microsoft.com/office/drawing/2014/main" id="{83EDC121-86E4-4621-A1F0-B32272985D41}"/>
              </a:ext>
            </a:extLst>
          </p:cNvPr>
          <p:cNvSpPr>
            <a:spLocks xmlns:a="http://schemas.openxmlformats.org/drawingml/2006/main" noGrp="1"/>
          </p:cNvSpPr>
          <p:nvPr/>
        </p:nvSpPr>
        <p:spPr>
          <a:xfrm xmlns:a="http://schemas.openxmlformats.org/drawingml/2006/main">
            <a:off x="6477000" y="1609725"/>
            <a:ext cx="5143500" cy="33623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2" name="">
            <a:extLst xmlns:a="http://schemas.openxmlformats.org/drawingml/2006/main">
              <a:ext uri="{FF2B5EF4-FFF2-40B4-BE49-F238E27FC236}">
                <a16:creationId xmlns:a16="http://schemas.microsoft.com/office/drawing/2014/main" id="{F3D9B1B9-5E75-4442-A89D-DC3143560D19}"/>
              </a:ext>
            </a:extLst>
          </p:cNvPr>
          <p:cNvSpPr>
            <a:spLocks xmlns:a="http://schemas.openxmlformats.org/drawingml/2006/main" noGrp="1"/>
          </p:cNvSpPr>
          <p:nvPr/>
        </p:nvSpPr>
        <p:spPr>
          <a:xfrm xmlns:a="http://schemas.openxmlformats.org/drawingml/2006/main">
            <a:off x="6477000" y="1609725"/>
            <a:ext cx="5143500" cy="4191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3" name="">
            <a:extLst xmlns:a="http://schemas.openxmlformats.org/drawingml/2006/main">
              <a:ext uri="{FF2B5EF4-FFF2-40B4-BE49-F238E27FC236}">
                <a16:creationId xmlns:a16="http://schemas.microsoft.com/office/drawing/2014/main" id="{51ABDB6F-8487-4D92-A7C2-6B86DB539C67}"/>
              </a:ext>
            </a:extLst>
          </p:cNvPr>
          <p:cNvSpPr>
            <a:spLocks xmlns:a="http://schemas.openxmlformats.org/drawingml/2006/main" noGrp="1"/>
          </p:cNvSpPr>
          <p:nvPr/>
        </p:nvSpPr>
        <p:spPr>
          <a:xfrm xmlns:a="http://schemas.openxmlformats.org/drawingml/2006/main">
            <a:off x="6629400" y="170497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5191D"/>
                </a:solidFill>
              </a:defRPr>
            </a:defPPr>
          </a:lstStyle>
          <a:p xmlns:a="http://schemas.openxmlformats.org/drawingml/2006/main">
            <a:pPr>
              <a:defRPr sz="1500" b="1">
                <a:solidFill>
                  <a:srgbClr val="15191D"/>
                </a:solidFill>
              </a:defRPr>
            </a:pPr>
            <a:r>
              <a:rPr sz="1500" b="1">
                <a:solidFill>
                  <a:srgbClr val="15191D"/>
                </a:solidFill>
              </a:rPr>
              <a:t>Nearby</a:t>
            </a:r>
          </a:p>
        </p:txBody>
      </p:sp>
      <p:sp>
        <p:nvSpPr>
          <p:cNvPr id="14" name="">
            <a:extLst xmlns:a="http://schemas.openxmlformats.org/drawingml/2006/main">
              <a:ext uri="{FF2B5EF4-FFF2-40B4-BE49-F238E27FC236}">
                <a16:creationId xmlns:a16="http://schemas.microsoft.com/office/drawing/2014/main" id="{385AD605-C2EA-4483-A1F9-F82977B55F2E}"/>
              </a:ext>
            </a:extLst>
          </p:cNvPr>
          <p:cNvSpPr>
            <a:spLocks xmlns:a="http://schemas.openxmlformats.org/drawingml/2006/main" noGrp="1"/>
          </p:cNvSpPr>
          <p:nvPr/>
        </p:nvSpPr>
        <p:spPr>
          <a:xfrm xmlns:a="http://schemas.openxmlformats.org/drawingml/2006/main">
            <a:off x="6648450" y="2209800"/>
            <a:ext cx="4800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191D"/>
                </a:solidFill>
              </a:defRPr>
            </a:defPPr>
          </a:lstStyle>
          <a:p xmlns:a="http://schemas.openxmlformats.org/drawingml/2006/main">
            <a:pPr>
              <a:defRPr sz="1725" b="1">
                <a:solidFill>
                  <a:srgbClr val="15191D"/>
                </a:solidFill>
              </a:defRPr>
            </a:pPr>
            <a:r>
              <a:rPr sz="1725" b="1">
                <a:solidFill>
                  <a:srgbClr val="15191D"/>
                </a:solidFill>
              </a:rPr>
              <a:t>Backend</a:t>
            </a:r>
          </a:p>
        </p:txBody>
      </p:sp>
      <p:sp>
        <p:nvSpPr>
          <p:cNvPr id="15" name="">
            <a:extLst xmlns:a="http://schemas.openxmlformats.org/drawingml/2006/main">
              <a:ext uri="{FF2B5EF4-FFF2-40B4-BE49-F238E27FC236}">
                <a16:creationId xmlns:a16="http://schemas.microsoft.com/office/drawing/2014/main" id="{DDA79989-4572-42FD-8387-73C61C3D9376}"/>
              </a:ext>
            </a:extLst>
          </p:cNvPr>
          <p:cNvSpPr>
            <a:spLocks xmlns:a="http://schemas.openxmlformats.org/drawingml/2006/main" noGrp="1"/>
          </p:cNvSpPr>
          <p:nvPr/>
        </p:nvSpPr>
        <p:spPr>
          <a:xfrm xmlns:a="http://schemas.openxmlformats.org/drawingml/2006/main">
            <a:off x="742950" y="26193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01</a:t>
            </a:r>
          </a:p>
        </p:txBody>
      </p:sp>
      <p:sp>
        <p:nvSpPr>
          <p:cNvPr id="16" name="">
            <a:extLst xmlns:a="http://schemas.openxmlformats.org/drawingml/2006/main">
              <a:ext uri="{FF2B5EF4-FFF2-40B4-BE49-F238E27FC236}">
                <a16:creationId xmlns:a16="http://schemas.microsoft.com/office/drawing/2014/main" id="{7B498FE5-3A17-4084-B2A1-53120425ADEE}"/>
              </a:ext>
            </a:extLst>
          </p:cNvPr>
          <p:cNvSpPr>
            <a:spLocks xmlns:a="http://schemas.openxmlformats.org/drawingml/2006/main" noGrp="1"/>
          </p:cNvSpPr>
          <p:nvPr/>
        </p:nvSpPr>
        <p:spPr>
          <a:xfrm xmlns:a="http://schemas.openxmlformats.org/drawingml/2006/main">
            <a:off x="1200150" y="26193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React components and reusable forms</a:t>
            </a:r>
          </a:p>
        </p:txBody>
      </p:sp>
      <p:sp>
        <p:nvSpPr>
          <p:cNvPr id="17" name="">
            <a:extLst xmlns:a="http://schemas.openxmlformats.org/drawingml/2006/main">
              <a:ext uri="{FF2B5EF4-FFF2-40B4-BE49-F238E27FC236}">
                <a16:creationId xmlns:a16="http://schemas.microsoft.com/office/drawing/2014/main" id="{7DD98C51-5700-48A9-99FD-54939F81DF9E}"/>
              </a:ext>
            </a:extLst>
          </p:cNvPr>
          <p:cNvSpPr>
            <a:spLocks xmlns:a="http://schemas.openxmlformats.org/drawingml/2006/main" noGrp="1"/>
          </p:cNvSpPr>
          <p:nvPr/>
        </p:nvSpPr>
        <p:spPr>
          <a:xfrm xmlns:a="http://schemas.openxmlformats.org/drawingml/2006/main">
            <a:off x="742950" y="29813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02</a:t>
            </a:r>
          </a:p>
        </p:txBody>
      </p:sp>
      <p:sp>
        <p:nvSpPr>
          <p:cNvPr id="18" name="">
            <a:extLst xmlns:a="http://schemas.openxmlformats.org/drawingml/2006/main">
              <a:ext uri="{FF2B5EF4-FFF2-40B4-BE49-F238E27FC236}">
                <a16:creationId xmlns:a16="http://schemas.microsoft.com/office/drawing/2014/main" id="{F0544BF9-5BEE-4842-A13F-A7A18C1AB103}"/>
              </a:ext>
            </a:extLst>
          </p:cNvPr>
          <p:cNvSpPr>
            <a:spLocks xmlns:a="http://schemas.openxmlformats.org/drawingml/2006/main" noGrp="1"/>
          </p:cNvSpPr>
          <p:nvPr/>
        </p:nvSpPr>
        <p:spPr>
          <a:xfrm xmlns:a="http://schemas.openxmlformats.org/drawingml/2006/main">
            <a:off x="1200150" y="298132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React Router for public and protected pages</a:t>
            </a:r>
          </a:p>
        </p:txBody>
      </p:sp>
      <p:sp>
        <p:nvSpPr>
          <p:cNvPr id="19" name="">
            <a:extLst xmlns:a="http://schemas.openxmlformats.org/drawingml/2006/main">
              <a:ext uri="{FF2B5EF4-FFF2-40B4-BE49-F238E27FC236}">
                <a16:creationId xmlns:a16="http://schemas.microsoft.com/office/drawing/2014/main" id="{CCD927CC-01FD-4861-8DA2-36C7EACE7B0A}"/>
              </a:ext>
            </a:extLst>
          </p:cNvPr>
          <p:cNvSpPr>
            <a:spLocks xmlns:a="http://schemas.openxmlformats.org/drawingml/2006/main" noGrp="1"/>
          </p:cNvSpPr>
          <p:nvPr/>
        </p:nvSpPr>
        <p:spPr>
          <a:xfrm xmlns:a="http://schemas.openxmlformats.org/drawingml/2006/main">
            <a:off x="742950" y="33432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03</a:t>
            </a:r>
          </a:p>
        </p:txBody>
      </p:sp>
      <p:sp>
        <p:nvSpPr>
          <p:cNvPr id="20" name="">
            <a:extLst xmlns:a="http://schemas.openxmlformats.org/drawingml/2006/main">
              <a:ext uri="{FF2B5EF4-FFF2-40B4-BE49-F238E27FC236}">
                <a16:creationId xmlns:a16="http://schemas.microsoft.com/office/drawing/2014/main" id="{06C8BBE8-C2C9-4EB6-BB86-2AE4AD026EEB}"/>
              </a:ext>
            </a:extLst>
          </p:cNvPr>
          <p:cNvSpPr>
            <a:spLocks xmlns:a="http://schemas.openxmlformats.org/drawingml/2006/main" noGrp="1"/>
          </p:cNvSpPr>
          <p:nvPr/>
        </p:nvSpPr>
        <p:spPr>
          <a:xfrm xmlns:a="http://schemas.openxmlformats.org/drawingml/2006/main">
            <a:off x="1200150" y="33432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Role-based customer, provider and admin views</a:t>
            </a:r>
          </a:p>
        </p:txBody>
      </p:sp>
      <p:sp>
        <p:nvSpPr>
          <p:cNvPr id="21" name="">
            <a:extLst xmlns:a="http://schemas.openxmlformats.org/drawingml/2006/main">
              <a:ext uri="{FF2B5EF4-FFF2-40B4-BE49-F238E27FC236}">
                <a16:creationId xmlns:a16="http://schemas.microsoft.com/office/drawing/2014/main" id="{6D4A8767-3BD8-4499-B405-898D3F859B5A}"/>
              </a:ext>
            </a:extLst>
          </p:cNvPr>
          <p:cNvSpPr>
            <a:spLocks xmlns:a="http://schemas.openxmlformats.org/drawingml/2006/main" noGrp="1"/>
          </p:cNvSpPr>
          <p:nvPr/>
        </p:nvSpPr>
        <p:spPr>
          <a:xfrm xmlns:a="http://schemas.openxmlformats.org/drawingml/2006/main">
            <a:off x="742950" y="37052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04</a:t>
            </a:r>
          </a:p>
        </p:txBody>
      </p:sp>
      <p:sp>
        <p:nvSpPr>
          <p:cNvPr id="22" name="">
            <a:extLst xmlns:a="http://schemas.openxmlformats.org/drawingml/2006/main">
              <a:ext uri="{FF2B5EF4-FFF2-40B4-BE49-F238E27FC236}">
                <a16:creationId xmlns:a16="http://schemas.microsoft.com/office/drawing/2014/main" id="{394DA101-69BD-47C6-ABB1-CF81124FCE98}"/>
              </a:ext>
            </a:extLst>
          </p:cNvPr>
          <p:cNvSpPr>
            <a:spLocks xmlns:a="http://schemas.openxmlformats.org/drawingml/2006/main" noGrp="1"/>
          </p:cNvSpPr>
          <p:nvPr/>
        </p:nvSpPr>
        <p:spPr>
          <a:xfrm xmlns:a="http://schemas.openxmlformats.org/drawingml/2006/main">
            <a:off x="1200150" y="370522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Session state and API client integration</a:t>
            </a:r>
          </a:p>
        </p:txBody>
      </p:sp>
      <p:sp>
        <p:nvSpPr>
          <p:cNvPr id="23" name="">
            <a:extLst xmlns:a="http://schemas.openxmlformats.org/drawingml/2006/main">
              <a:ext uri="{FF2B5EF4-FFF2-40B4-BE49-F238E27FC236}">
                <a16:creationId xmlns:a16="http://schemas.microsoft.com/office/drawing/2014/main" id="{640B9106-36F4-4631-B4A9-DD4B9C72FA21}"/>
              </a:ext>
            </a:extLst>
          </p:cNvPr>
          <p:cNvSpPr>
            <a:spLocks xmlns:a="http://schemas.openxmlformats.org/drawingml/2006/main" noGrp="1"/>
          </p:cNvSpPr>
          <p:nvPr/>
        </p:nvSpPr>
        <p:spPr>
          <a:xfrm xmlns:a="http://schemas.openxmlformats.org/drawingml/2006/main">
            <a:off x="742950" y="40671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05</a:t>
            </a:r>
          </a:p>
        </p:txBody>
      </p:sp>
      <p:sp>
        <p:nvSpPr>
          <p:cNvPr id="24" name="">
            <a:extLst xmlns:a="http://schemas.openxmlformats.org/drawingml/2006/main">
              <a:ext uri="{FF2B5EF4-FFF2-40B4-BE49-F238E27FC236}">
                <a16:creationId xmlns:a16="http://schemas.microsoft.com/office/drawing/2014/main" id="{09FD8A82-5B4A-47C9-B1CE-1CD5C3C7096A}"/>
              </a:ext>
            </a:extLst>
          </p:cNvPr>
          <p:cNvSpPr>
            <a:spLocks xmlns:a="http://schemas.openxmlformats.org/drawingml/2006/main" noGrp="1"/>
          </p:cNvSpPr>
          <p:nvPr/>
        </p:nvSpPr>
        <p:spPr>
          <a:xfrm xmlns:a="http://schemas.openxmlformats.org/drawingml/2006/main">
            <a:off x="1200150" y="40671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Responsive Tailwind CSS layouts</a:t>
            </a:r>
          </a:p>
        </p:txBody>
      </p:sp>
      <p:sp>
        <p:nvSpPr>
          <p:cNvPr id="25" name="">
            <a:extLst xmlns:a="http://schemas.openxmlformats.org/drawingml/2006/main">
              <a:ext uri="{FF2B5EF4-FFF2-40B4-BE49-F238E27FC236}">
                <a16:creationId xmlns:a16="http://schemas.microsoft.com/office/drawing/2014/main" id="{DD063300-676D-40F6-A5C7-987D30DE895F}"/>
              </a:ext>
            </a:extLst>
          </p:cNvPr>
          <p:cNvSpPr>
            <a:spLocks xmlns:a="http://schemas.openxmlformats.org/drawingml/2006/main" noGrp="1"/>
          </p:cNvSpPr>
          <p:nvPr/>
        </p:nvSpPr>
        <p:spPr>
          <a:xfrm xmlns:a="http://schemas.openxmlformats.org/drawingml/2006/main">
            <a:off x="742950" y="44291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06</a:t>
            </a:r>
          </a:p>
        </p:txBody>
      </p:sp>
      <p:sp>
        <p:nvSpPr>
          <p:cNvPr id="26" name="">
            <a:extLst xmlns:a="http://schemas.openxmlformats.org/drawingml/2006/main">
              <a:ext uri="{FF2B5EF4-FFF2-40B4-BE49-F238E27FC236}">
                <a16:creationId xmlns:a16="http://schemas.microsoft.com/office/drawing/2014/main" id="{ECE05080-9199-4515-8AF1-A7DF4C93FB94}"/>
              </a:ext>
            </a:extLst>
          </p:cNvPr>
          <p:cNvSpPr>
            <a:spLocks xmlns:a="http://schemas.openxmlformats.org/drawingml/2006/main" noGrp="1"/>
          </p:cNvSpPr>
          <p:nvPr/>
        </p:nvSpPr>
        <p:spPr>
          <a:xfrm xmlns:a="http://schemas.openxmlformats.org/drawingml/2006/main">
            <a:off x="1200150" y="442912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Socket.IO client for booking chat</a:t>
            </a:r>
          </a:p>
        </p:txBody>
      </p:sp>
      <p:sp>
        <p:nvSpPr>
          <p:cNvPr id="27" name="">
            <a:extLst xmlns:a="http://schemas.openxmlformats.org/drawingml/2006/main">
              <a:ext uri="{FF2B5EF4-FFF2-40B4-BE49-F238E27FC236}">
                <a16:creationId xmlns:a16="http://schemas.microsoft.com/office/drawing/2014/main" id="{DD8E2BFF-9980-4A5F-985A-B2CE948C5CA4}"/>
              </a:ext>
            </a:extLst>
          </p:cNvPr>
          <p:cNvSpPr>
            <a:spLocks xmlns:a="http://schemas.openxmlformats.org/drawingml/2006/main" noGrp="1"/>
          </p:cNvSpPr>
          <p:nvPr/>
        </p:nvSpPr>
        <p:spPr>
          <a:xfrm xmlns:a="http://schemas.openxmlformats.org/drawingml/2006/main">
            <a:off x="6648450" y="26193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01</a:t>
            </a:r>
          </a:p>
        </p:txBody>
      </p:sp>
      <p:sp>
        <p:nvSpPr>
          <p:cNvPr id="28" name="">
            <a:extLst xmlns:a="http://schemas.openxmlformats.org/drawingml/2006/main">
              <a:ext uri="{FF2B5EF4-FFF2-40B4-BE49-F238E27FC236}">
                <a16:creationId xmlns:a16="http://schemas.microsoft.com/office/drawing/2014/main" id="{026382D3-6ADB-4F84-A076-BE5A6FDFC407}"/>
              </a:ext>
            </a:extLst>
          </p:cNvPr>
          <p:cNvSpPr>
            <a:spLocks xmlns:a="http://schemas.openxmlformats.org/drawingml/2006/main" noGrp="1"/>
          </p:cNvSpPr>
          <p:nvPr/>
        </p:nvSpPr>
        <p:spPr>
          <a:xfrm xmlns:a="http://schemas.openxmlformats.org/drawingml/2006/main">
            <a:off x="7105650" y="26193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Express routes under /api/v1</a:t>
            </a:r>
          </a:p>
        </p:txBody>
      </p:sp>
      <p:sp>
        <p:nvSpPr>
          <p:cNvPr id="29" name="">
            <a:extLst xmlns:a="http://schemas.openxmlformats.org/drawingml/2006/main">
              <a:ext uri="{FF2B5EF4-FFF2-40B4-BE49-F238E27FC236}">
                <a16:creationId xmlns:a16="http://schemas.microsoft.com/office/drawing/2014/main" id="{3C6F3179-C388-4102-8C37-3B6FB09D0157}"/>
              </a:ext>
            </a:extLst>
          </p:cNvPr>
          <p:cNvSpPr>
            <a:spLocks xmlns:a="http://schemas.openxmlformats.org/drawingml/2006/main" noGrp="1"/>
          </p:cNvSpPr>
          <p:nvPr/>
        </p:nvSpPr>
        <p:spPr>
          <a:xfrm xmlns:a="http://schemas.openxmlformats.org/drawingml/2006/main">
            <a:off x="6648450" y="29813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02</a:t>
            </a:r>
          </a:p>
        </p:txBody>
      </p:sp>
      <p:sp>
        <p:nvSpPr>
          <p:cNvPr id="30" name="">
            <a:extLst xmlns:a="http://schemas.openxmlformats.org/drawingml/2006/main">
              <a:ext uri="{FF2B5EF4-FFF2-40B4-BE49-F238E27FC236}">
                <a16:creationId xmlns:a16="http://schemas.microsoft.com/office/drawing/2014/main" id="{5DE0AD5F-2B64-41EB-B3B3-769AA6E894CB}"/>
              </a:ext>
            </a:extLst>
          </p:cNvPr>
          <p:cNvSpPr>
            <a:spLocks xmlns:a="http://schemas.openxmlformats.org/drawingml/2006/main" noGrp="1"/>
          </p:cNvSpPr>
          <p:nvPr/>
        </p:nvSpPr>
        <p:spPr>
          <a:xfrm xmlns:a="http://schemas.openxmlformats.org/drawingml/2006/main">
            <a:off x="7105650" y="298132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JWT authentication and access checks</a:t>
            </a:r>
          </a:p>
        </p:txBody>
      </p:sp>
      <p:sp>
        <p:nvSpPr>
          <p:cNvPr id="31" name="">
            <a:extLst xmlns:a="http://schemas.openxmlformats.org/drawingml/2006/main">
              <a:ext uri="{FF2B5EF4-FFF2-40B4-BE49-F238E27FC236}">
                <a16:creationId xmlns:a16="http://schemas.microsoft.com/office/drawing/2014/main" id="{6343241B-DDB8-4AE5-8096-CF0E902476BE}"/>
              </a:ext>
            </a:extLst>
          </p:cNvPr>
          <p:cNvSpPr>
            <a:spLocks xmlns:a="http://schemas.openxmlformats.org/drawingml/2006/main" noGrp="1"/>
          </p:cNvSpPr>
          <p:nvPr/>
        </p:nvSpPr>
        <p:spPr>
          <a:xfrm xmlns:a="http://schemas.openxmlformats.org/drawingml/2006/main">
            <a:off x="6648450" y="33432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03</a:t>
            </a:r>
          </a:p>
        </p:txBody>
      </p:sp>
      <p:sp>
        <p:nvSpPr>
          <p:cNvPr id="32" name="">
            <a:extLst xmlns:a="http://schemas.openxmlformats.org/drawingml/2006/main">
              <a:ext uri="{FF2B5EF4-FFF2-40B4-BE49-F238E27FC236}">
                <a16:creationId xmlns:a16="http://schemas.microsoft.com/office/drawing/2014/main" id="{BC5144BD-E869-4351-B990-190428C5DC1B}"/>
              </a:ext>
            </a:extLst>
          </p:cNvPr>
          <p:cNvSpPr>
            <a:spLocks xmlns:a="http://schemas.openxmlformats.org/drawingml/2006/main" noGrp="1"/>
          </p:cNvSpPr>
          <p:nvPr/>
        </p:nvSpPr>
        <p:spPr>
          <a:xfrm xmlns:a="http://schemas.openxmlformats.org/drawingml/2006/main">
            <a:off x="7105650" y="33432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Mongoose models and input validation</a:t>
            </a:r>
          </a:p>
        </p:txBody>
      </p:sp>
      <p:sp>
        <p:nvSpPr>
          <p:cNvPr id="33" name="">
            <a:extLst xmlns:a="http://schemas.openxmlformats.org/drawingml/2006/main">
              <a:ext uri="{FF2B5EF4-FFF2-40B4-BE49-F238E27FC236}">
                <a16:creationId xmlns:a16="http://schemas.microsoft.com/office/drawing/2014/main" id="{54C1A1F0-E4B4-40D1-AAE7-34F8C173ED91}"/>
              </a:ext>
            </a:extLst>
          </p:cNvPr>
          <p:cNvSpPr>
            <a:spLocks xmlns:a="http://schemas.openxmlformats.org/drawingml/2006/main" noGrp="1"/>
          </p:cNvSpPr>
          <p:nvPr/>
        </p:nvSpPr>
        <p:spPr>
          <a:xfrm xmlns:a="http://schemas.openxmlformats.org/drawingml/2006/main">
            <a:off x="6648450" y="37052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04</a:t>
            </a:r>
          </a:p>
        </p:txBody>
      </p:sp>
      <p:sp>
        <p:nvSpPr>
          <p:cNvPr id="34" name="">
            <a:extLst xmlns:a="http://schemas.openxmlformats.org/drawingml/2006/main">
              <a:ext uri="{FF2B5EF4-FFF2-40B4-BE49-F238E27FC236}">
                <a16:creationId xmlns:a16="http://schemas.microsoft.com/office/drawing/2014/main" id="{A2327A74-A052-45FD-8F84-75C8FAD1FF63}"/>
              </a:ext>
            </a:extLst>
          </p:cNvPr>
          <p:cNvSpPr>
            <a:spLocks xmlns:a="http://schemas.openxmlformats.org/drawingml/2006/main" noGrp="1"/>
          </p:cNvSpPr>
          <p:nvPr/>
        </p:nvSpPr>
        <p:spPr>
          <a:xfrm xmlns:a="http://schemas.openxmlformats.org/drawingml/2006/main">
            <a:off x="7105650" y="370522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Booking and payment lifecycle services</a:t>
            </a:r>
          </a:p>
        </p:txBody>
      </p:sp>
      <p:sp>
        <p:nvSpPr>
          <p:cNvPr id="35" name="">
            <a:extLst xmlns:a="http://schemas.openxmlformats.org/drawingml/2006/main">
              <a:ext uri="{FF2B5EF4-FFF2-40B4-BE49-F238E27FC236}">
                <a16:creationId xmlns:a16="http://schemas.microsoft.com/office/drawing/2014/main" id="{8E5C6DBF-AF9E-46C2-87D2-E81033FAE16F}"/>
              </a:ext>
            </a:extLst>
          </p:cNvPr>
          <p:cNvSpPr>
            <a:spLocks xmlns:a="http://schemas.openxmlformats.org/drawingml/2006/main" noGrp="1"/>
          </p:cNvSpPr>
          <p:nvPr/>
        </p:nvSpPr>
        <p:spPr>
          <a:xfrm xmlns:a="http://schemas.openxmlformats.org/drawingml/2006/main">
            <a:off x="6648450" y="40671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05</a:t>
            </a:r>
          </a:p>
        </p:txBody>
      </p:sp>
      <p:sp>
        <p:nvSpPr>
          <p:cNvPr id="36" name="">
            <a:extLst xmlns:a="http://schemas.openxmlformats.org/drawingml/2006/main">
              <a:ext uri="{FF2B5EF4-FFF2-40B4-BE49-F238E27FC236}">
                <a16:creationId xmlns:a16="http://schemas.microsoft.com/office/drawing/2014/main" id="{D7651D4B-3F98-4DD6-B880-A0D709490A75}"/>
              </a:ext>
            </a:extLst>
          </p:cNvPr>
          <p:cNvSpPr>
            <a:spLocks xmlns:a="http://schemas.openxmlformats.org/drawingml/2006/main" noGrp="1"/>
          </p:cNvSpPr>
          <p:nvPr/>
        </p:nvSpPr>
        <p:spPr>
          <a:xfrm xmlns:a="http://schemas.openxmlformats.org/drawingml/2006/main">
            <a:off x="7105650" y="40671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Signed webhook processing and audit records</a:t>
            </a:r>
          </a:p>
        </p:txBody>
      </p:sp>
      <p:sp>
        <p:nvSpPr>
          <p:cNvPr id="37" name="">
            <a:extLst xmlns:a="http://schemas.openxmlformats.org/drawingml/2006/main">
              <a:ext uri="{FF2B5EF4-FFF2-40B4-BE49-F238E27FC236}">
                <a16:creationId xmlns:a16="http://schemas.microsoft.com/office/drawing/2014/main" id="{B12CAD65-50D4-41E3-AEBD-6C4BA4E8FC36}"/>
              </a:ext>
            </a:extLst>
          </p:cNvPr>
          <p:cNvSpPr>
            <a:spLocks xmlns:a="http://schemas.openxmlformats.org/drawingml/2006/main" noGrp="1"/>
          </p:cNvSpPr>
          <p:nvPr/>
        </p:nvSpPr>
        <p:spPr>
          <a:xfrm xmlns:a="http://schemas.openxmlformats.org/drawingml/2006/main">
            <a:off x="6648450" y="44291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06</a:t>
            </a:r>
          </a:p>
        </p:txBody>
      </p:sp>
      <p:sp>
        <p:nvSpPr>
          <p:cNvPr id="38" name="">
            <a:extLst xmlns:a="http://schemas.openxmlformats.org/drawingml/2006/main">
              <a:ext uri="{FF2B5EF4-FFF2-40B4-BE49-F238E27FC236}">
                <a16:creationId xmlns:a16="http://schemas.microsoft.com/office/drawing/2014/main" id="{49586EAD-8EAF-470A-8589-298C0DF37705}"/>
              </a:ext>
            </a:extLst>
          </p:cNvPr>
          <p:cNvSpPr>
            <a:spLocks xmlns:a="http://schemas.openxmlformats.org/drawingml/2006/main" noGrp="1"/>
          </p:cNvSpPr>
          <p:nvPr/>
        </p:nvSpPr>
        <p:spPr>
          <a:xfrm xmlns:a="http://schemas.openxmlformats.org/drawingml/2006/main">
            <a:off x="7105650" y="442912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Socket.IO server and background worker</a:t>
            </a:r>
          </a:p>
        </p:txBody>
      </p:sp>
      <p:sp>
        <p:nvSpPr>
          <p:cNvPr id="39" name="">
            <a:extLst xmlns:a="http://schemas.openxmlformats.org/drawingml/2006/main">
              <a:ext uri="{FF2B5EF4-FFF2-40B4-BE49-F238E27FC236}">
                <a16:creationId xmlns:a16="http://schemas.microsoft.com/office/drawing/2014/main" id="{A718F552-EEBD-4FF5-98EB-499891DC0E1A}"/>
              </a:ext>
            </a:extLst>
          </p:cNvPr>
          <p:cNvSpPr>
            <a:spLocks xmlns:a="http://schemas.openxmlformats.org/drawingml/2006/main" noGrp="1"/>
          </p:cNvSpPr>
          <p:nvPr/>
        </p:nvSpPr>
        <p:spPr>
          <a:xfrm xmlns:a="http://schemas.openxmlformats.org/drawingml/2006/main">
            <a:off x="571500" y="5514975"/>
            <a:ext cx="2476500" cy="619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Client request</a:t>
            </a:r>
          </a:p>
        </p:txBody>
      </p:sp>
      <p:sp>
        <p:nvSpPr>
          <p:cNvPr id="40" name="">
            <a:extLst xmlns:a="http://schemas.openxmlformats.org/drawingml/2006/main">
              <a:ext uri="{FF2B5EF4-FFF2-40B4-BE49-F238E27FC236}">
                <a16:creationId xmlns:a16="http://schemas.microsoft.com/office/drawing/2014/main" id="{1ECFDEB5-577F-49D0-8AFE-1603D900C386}"/>
              </a:ext>
            </a:extLst>
          </p:cNvPr>
          <p:cNvSpPr>
            <a:spLocks xmlns:a="http://schemas.openxmlformats.org/drawingml/2006/main" noGrp="1"/>
          </p:cNvSpPr>
          <p:nvPr/>
        </p:nvSpPr>
        <p:spPr>
          <a:xfrm xmlns:a="http://schemas.openxmlformats.org/drawingml/2006/main">
            <a:off x="3048000" y="5819775"/>
            <a:ext cx="381000" cy="0"/>
          </a:xfrm>
          <a:prstGeom xmlns:a="http://schemas.openxmlformats.org/drawingml/2006/main" prst="line">
            <a:avLst/>
          </a:prstGeom>
          <a:ln xmlns:a="http://schemas.openxmlformats.org/drawingml/2006/main" w="19050">
            <a:solidFill>
              <a:srgbClr val="1557FF"/>
            </a:solidFill>
          </a:ln>
        </p:spPr>
      </p:sp>
      <p:sp>
        <p:nvSpPr>
          <p:cNvPr id="41" name="">
            <a:extLst xmlns:a="http://schemas.openxmlformats.org/drawingml/2006/main">
              <a:ext uri="{FF2B5EF4-FFF2-40B4-BE49-F238E27FC236}">
                <a16:creationId xmlns:a16="http://schemas.microsoft.com/office/drawing/2014/main" id="{34FEBB22-5730-49D6-B033-1F5371658410}"/>
              </a:ext>
            </a:extLst>
          </p:cNvPr>
          <p:cNvSpPr>
            <a:spLocks xmlns:a="http://schemas.openxmlformats.org/drawingml/2006/main" noGrp="1"/>
          </p:cNvSpPr>
          <p:nvPr/>
        </p:nvSpPr>
        <p:spPr>
          <a:xfrm xmlns:a="http://schemas.openxmlformats.org/drawingml/2006/main">
            <a:off x="3333750" y="5629275"/>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42" name="">
            <a:extLst xmlns:a="http://schemas.openxmlformats.org/drawingml/2006/main">
              <a:ext uri="{FF2B5EF4-FFF2-40B4-BE49-F238E27FC236}">
                <a16:creationId xmlns:a16="http://schemas.microsoft.com/office/drawing/2014/main" id="{E0F922E7-99A1-4824-A99A-93758586C44A}"/>
              </a:ext>
            </a:extLst>
          </p:cNvPr>
          <p:cNvSpPr>
            <a:spLocks xmlns:a="http://schemas.openxmlformats.org/drawingml/2006/main" noGrp="1"/>
          </p:cNvSpPr>
          <p:nvPr/>
        </p:nvSpPr>
        <p:spPr>
          <a:xfrm xmlns:a="http://schemas.openxmlformats.org/drawingml/2006/main">
            <a:off x="3429000" y="5514975"/>
            <a:ext cx="2476500" cy="619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Auth &amp; validation</a:t>
            </a:r>
          </a:p>
        </p:txBody>
      </p:sp>
      <p:sp>
        <p:nvSpPr>
          <p:cNvPr id="43" name="">
            <a:extLst xmlns:a="http://schemas.openxmlformats.org/drawingml/2006/main">
              <a:ext uri="{FF2B5EF4-FFF2-40B4-BE49-F238E27FC236}">
                <a16:creationId xmlns:a16="http://schemas.microsoft.com/office/drawing/2014/main" id="{A4F670D9-56FE-40AE-BE1E-BDD889122ACA}"/>
              </a:ext>
            </a:extLst>
          </p:cNvPr>
          <p:cNvSpPr>
            <a:spLocks xmlns:a="http://schemas.openxmlformats.org/drawingml/2006/main" noGrp="1"/>
          </p:cNvSpPr>
          <p:nvPr/>
        </p:nvSpPr>
        <p:spPr>
          <a:xfrm xmlns:a="http://schemas.openxmlformats.org/drawingml/2006/main">
            <a:off x="5905500" y="5819775"/>
            <a:ext cx="381000" cy="0"/>
          </a:xfrm>
          <a:prstGeom xmlns:a="http://schemas.openxmlformats.org/drawingml/2006/main" prst="line">
            <a:avLst/>
          </a:prstGeom>
          <a:ln xmlns:a="http://schemas.openxmlformats.org/drawingml/2006/main" w="19050">
            <a:solidFill>
              <a:srgbClr val="1557FF"/>
            </a:solidFill>
          </a:ln>
        </p:spPr>
      </p:sp>
      <p:sp>
        <p:nvSpPr>
          <p:cNvPr id="44" name="">
            <a:extLst xmlns:a="http://schemas.openxmlformats.org/drawingml/2006/main">
              <a:ext uri="{FF2B5EF4-FFF2-40B4-BE49-F238E27FC236}">
                <a16:creationId xmlns:a16="http://schemas.microsoft.com/office/drawing/2014/main" id="{D89EF918-070D-4ACA-83F0-8244AB1485F0}"/>
              </a:ext>
            </a:extLst>
          </p:cNvPr>
          <p:cNvSpPr>
            <a:spLocks xmlns:a="http://schemas.openxmlformats.org/drawingml/2006/main" noGrp="1"/>
          </p:cNvSpPr>
          <p:nvPr/>
        </p:nvSpPr>
        <p:spPr>
          <a:xfrm xmlns:a="http://schemas.openxmlformats.org/drawingml/2006/main">
            <a:off x="6191250" y="5629275"/>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45" name="">
            <a:extLst xmlns:a="http://schemas.openxmlformats.org/drawingml/2006/main">
              <a:ext uri="{FF2B5EF4-FFF2-40B4-BE49-F238E27FC236}">
                <a16:creationId xmlns:a16="http://schemas.microsoft.com/office/drawing/2014/main" id="{B4D4EEDC-3AE8-4EBF-9722-23F641708BEF}"/>
              </a:ext>
            </a:extLst>
          </p:cNvPr>
          <p:cNvSpPr>
            <a:spLocks xmlns:a="http://schemas.openxmlformats.org/drawingml/2006/main" noGrp="1"/>
          </p:cNvSpPr>
          <p:nvPr/>
        </p:nvSpPr>
        <p:spPr>
          <a:xfrm xmlns:a="http://schemas.openxmlformats.org/drawingml/2006/main">
            <a:off x="6286500" y="5514975"/>
            <a:ext cx="2476500" cy="619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Business logic</a:t>
            </a:r>
          </a:p>
        </p:txBody>
      </p:sp>
      <p:sp>
        <p:nvSpPr>
          <p:cNvPr id="46" name="">
            <a:extLst xmlns:a="http://schemas.openxmlformats.org/drawingml/2006/main">
              <a:ext uri="{FF2B5EF4-FFF2-40B4-BE49-F238E27FC236}">
                <a16:creationId xmlns:a16="http://schemas.microsoft.com/office/drawing/2014/main" id="{4BC94ECE-632E-4FA1-976F-64D1C8D2CABD}"/>
              </a:ext>
            </a:extLst>
          </p:cNvPr>
          <p:cNvSpPr>
            <a:spLocks xmlns:a="http://schemas.openxmlformats.org/drawingml/2006/main" noGrp="1"/>
          </p:cNvSpPr>
          <p:nvPr/>
        </p:nvSpPr>
        <p:spPr>
          <a:xfrm xmlns:a="http://schemas.openxmlformats.org/drawingml/2006/main">
            <a:off x="8763000" y="5819775"/>
            <a:ext cx="381000" cy="0"/>
          </a:xfrm>
          <a:prstGeom xmlns:a="http://schemas.openxmlformats.org/drawingml/2006/main" prst="line">
            <a:avLst/>
          </a:prstGeom>
          <a:ln xmlns:a="http://schemas.openxmlformats.org/drawingml/2006/main" w="19050">
            <a:solidFill>
              <a:srgbClr val="1557FF"/>
            </a:solidFill>
          </a:ln>
        </p:spPr>
      </p:sp>
      <p:sp>
        <p:nvSpPr>
          <p:cNvPr id="47" name="">
            <a:extLst xmlns:a="http://schemas.openxmlformats.org/drawingml/2006/main">
              <a:ext uri="{FF2B5EF4-FFF2-40B4-BE49-F238E27FC236}">
                <a16:creationId xmlns:a16="http://schemas.microsoft.com/office/drawing/2014/main" id="{DD9CFC8D-0990-4C64-9065-541EBE75BAA9}"/>
              </a:ext>
            </a:extLst>
          </p:cNvPr>
          <p:cNvSpPr>
            <a:spLocks xmlns:a="http://schemas.openxmlformats.org/drawingml/2006/main" noGrp="1"/>
          </p:cNvSpPr>
          <p:nvPr/>
        </p:nvSpPr>
        <p:spPr>
          <a:xfrm xmlns:a="http://schemas.openxmlformats.org/drawingml/2006/main">
            <a:off x="9048750" y="5629275"/>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48" name="">
            <a:extLst xmlns:a="http://schemas.openxmlformats.org/drawingml/2006/main">
              <a:ext uri="{FF2B5EF4-FFF2-40B4-BE49-F238E27FC236}">
                <a16:creationId xmlns:a16="http://schemas.microsoft.com/office/drawing/2014/main" id="{54B87CEE-2939-434E-9859-99F118D0761E}"/>
              </a:ext>
            </a:extLst>
          </p:cNvPr>
          <p:cNvSpPr>
            <a:spLocks xmlns:a="http://schemas.openxmlformats.org/drawingml/2006/main" noGrp="1"/>
          </p:cNvSpPr>
          <p:nvPr/>
        </p:nvSpPr>
        <p:spPr>
          <a:xfrm xmlns:a="http://schemas.openxmlformats.org/drawingml/2006/main">
            <a:off x="9144000" y="5514975"/>
            <a:ext cx="2476500" cy="619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MongoDB / JSON</a:t>
            </a:r>
          </a:p>
        </p:txBody>
      </p:sp>
    </p:spTree>
    <p:extLst>
      <p:ext uri="{BB962C8B-B14F-4D97-AF65-F5344CB8AC3E}">
        <p14:creationId xmlns:p14="http://schemas.microsoft.com/office/powerpoint/2010/main" val="84545269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3" name="">
            <a:extLst xmlns:a="http://schemas.openxmlformats.org/drawingml/2006/main">
              <a:ext uri="{FF2B5EF4-FFF2-40B4-BE49-F238E27FC236}">
                <a16:creationId xmlns:a16="http://schemas.microsoft.com/office/drawing/2014/main" id="{998EF811-61D7-462B-9273-0D0DFB4D595B}"/>
              </a:ext>
            </a:extLst>
          </p:cNvPr>
          <p:cNvPicPr>
            <a:picLocks xmlns:a="http://schemas.openxmlformats.org/drawingml/2006/main" noChangeAspect="1"/>
          </p:cNvPicPr>
          <p:nvPr/>
        </p:nvPicPr>
        <p:blipFill>
          <a:blip xmlns:r="http://schemas.openxmlformats.org/officeDocument/2006/relationships" xmlns:a="http://schemas.openxmlformats.org/drawingml/2006/main" r:embed="R5f7885cdd059446b"/>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B320983-3665-453C-9925-400A82C68D2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D4256055-29C9-4695-B0F4-5781E5E70568}"/>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API Development &amp; Booking Workflow</a:t>
            </a:r>
          </a:p>
        </p:txBody>
      </p:sp>
      <p:sp>
        <p:nvSpPr>
          <p:cNvPr id="4" name="">
            <a:extLst xmlns:a="http://schemas.openxmlformats.org/drawingml/2006/main">
              <a:ext uri="{FF2B5EF4-FFF2-40B4-BE49-F238E27FC236}">
                <a16:creationId xmlns:a16="http://schemas.microsoft.com/office/drawing/2014/main" id="{6857C035-D93F-46F4-964B-6BEF55E75718}"/>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7F957E3A-2165-4604-98B7-451692FBAD26}"/>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08CBF680-11BB-43B7-B26D-16508E2F1B3F}"/>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10</a:t>
            </a:r>
          </a:p>
        </p:txBody>
      </p:sp>
      <p:graphicFrame>
        <p:nvGraphicFramePr>
          <p:cNvPr id="7" name="">
            <a:extLst xmlns:a="http://schemas.openxmlformats.org/drawingml/2006/main">
              <a:ext uri="{FF2B5EF4-FFF2-40B4-BE49-F238E27FC236}">
                <a16:creationId xmlns:a16="http://schemas.microsoft.com/office/drawing/2014/main" id="{86FB1B16-4A3E-4E59-96B6-5B58D2DA3C32}"/>
              </a:ext>
            </a:extLst>
          </p:cNvPr>
          <p:cNvGraphicFramePr/>
          <p:nvPr/>
        </p:nvGraphicFramePr>
        <p:xfrm>
          <a:off xmlns:a="http://schemas.openxmlformats.org/drawingml/2006/main" x="571500" y="1524000"/>
          <a:ext xmlns:a="http://schemas.openxmlformats.org/drawingml/2006/main" cx="11049000" cy="3105150"/>
        </p:xfrm>
        <a:graphic xmlns:a="http://schemas.openxmlformats.org/drawingml/2006/main">
          <a:graphicData uri="http://schemas.openxmlformats.org/drawingml/2006/table">
            <a:tbl>
              <a:tblPr/>
              <a:tblGrid>
                <a:gridCol w="1095375"/>
                <a:gridCol w="6286500"/>
                <a:gridCol w="3667125"/>
              </a:tblGrid>
              <a:tr h="443593">
                <a:tc>
                  <a:txBody>
                    <a:bodyPr lIns="114300" tIns="114300" rIns="114300" bIns="114300"/>
                    <a:lstStyle/>
                    <a:p>
                      <a:r>
                        <a:rPr sz="1575" b="1">
                          <a:solidFill>
                            <a:srgbClr val="15191D"/>
                          </a:solidFill>
                        </a:rPr>
                        <a:t>METHOD</a:t>
                      </a:r>
                    </a:p>
                  </a:txBody>
                  <a:tcPr marL="91440" marR="91440" marT="45720" marB="45720" anchor="ctr">
                    <a:lnL w="9525">
                      <a:solidFill>
                        <a:srgbClr val="E1E2E5"/>
                      </a:solidFill>
                      <a:prstDash val="solid"/>
                    </a:lnL>
                    <a:lnR w="9525">
                      <a:solidFill>
                        <a:srgbClr val="E1E2E5"/>
                      </a:solidFill>
                      <a:prstDash val="solid"/>
                    </a:lnR>
                    <a:lnT w="9525">
                      <a:solidFill>
                        <a:srgbClr val="E1E2E5"/>
                      </a:solidFill>
                      <a:prstDash val="solid"/>
                    </a:lnT>
                    <a:lnB w="9525">
                      <a:solidFill>
                        <a:srgbClr val="E1E2E5"/>
                      </a:solidFill>
                      <a:prstDash val="solid"/>
                    </a:lnB>
                    <a:solidFill>
                      <a:srgbClr val="FFDA35"/>
                    </a:solidFill>
                  </a:tcPr>
                </a:tc>
                <a:tc>
                  <a:txBody>
                    <a:bodyPr lIns="114300" tIns="114300" rIns="114300" bIns="114300"/>
                    <a:lstStyle/>
                    <a:p>
                      <a:r>
                        <a:rPr sz="1575" b="1">
                          <a:solidFill>
                            <a:srgbClr val="15191D"/>
                          </a:solidFill>
                        </a:rPr>
                        <a:t>ENDPOINT</a:t>
                      </a:r>
                    </a:p>
                  </a:txBody>
                  <a:tcPr marL="91440" marR="91440" marT="45720" marB="45720" anchor="ctr">
                    <a:lnR w="9525">
                      <a:solidFill>
                        <a:srgbClr val="E1E2E5"/>
                      </a:solidFill>
                      <a:prstDash val="solid"/>
                    </a:lnR>
                    <a:lnT w="9525">
                      <a:solidFill>
                        <a:srgbClr val="E1E2E5"/>
                      </a:solidFill>
                      <a:prstDash val="solid"/>
                    </a:lnT>
                    <a:lnB w="9525">
                      <a:solidFill>
                        <a:srgbClr val="E1E2E5"/>
                      </a:solidFill>
                      <a:prstDash val="solid"/>
                    </a:lnB>
                    <a:solidFill>
                      <a:srgbClr val="FFDA35"/>
                    </a:solidFill>
                  </a:tcPr>
                </a:tc>
                <a:tc>
                  <a:txBody>
                    <a:bodyPr lIns="114300" tIns="114300" rIns="114300" bIns="114300"/>
                    <a:lstStyle/>
                    <a:p>
                      <a:r>
                        <a:rPr sz="1575" b="1">
                          <a:solidFill>
                            <a:srgbClr val="15191D"/>
                          </a:solidFill>
                        </a:rPr>
                        <a:t>PURPOSE</a:t>
                      </a:r>
                    </a:p>
                  </a:txBody>
                  <a:tcPr marL="91440" marR="91440" marT="45720" marB="45720" anchor="ctr">
                    <a:lnR w="9525">
                      <a:solidFill>
                        <a:srgbClr val="E1E2E5"/>
                      </a:solidFill>
                      <a:prstDash val="solid"/>
                    </a:lnR>
                    <a:lnT w="9525">
                      <a:solidFill>
                        <a:srgbClr val="E1E2E5"/>
                      </a:solidFill>
                      <a:prstDash val="solid"/>
                    </a:lnT>
                    <a:lnB w="9525">
                      <a:solidFill>
                        <a:srgbClr val="E1E2E5"/>
                      </a:solidFill>
                      <a:prstDash val="solid"/>
                    </a:lnB>
                    <a:solidFill>
                      <a:srgbClr val="FFDA35"/>
                    </a:solidFill>
                  </a:tcPr>
                </a:tc>
              </a:tr>
              <a:tr h="443593">
                <a:tc>
                  <a:txBody>
                    <a:bodyPr lIns="114300" tIns="114300" rIns="114300" bIns="114300"/>
                    <a:lstStyle/>
                    <a:p>
                      <a:r>
                        <a:rPr sz="1575" b="0">
                          <a:solidFill>
                            <a:srgbClr val="15191D"/>
                          </a:solidFill>
                        </a:rPr>
                        <a:t>POST</a:t>
                      </a:r>
                    </a:p>
                  </a:txBody>
                  <a:tcPr marL="91440" marR="91440" marT="45720" marB="45720" anchor="ctr">
                    <a:lnL w="9525">
                      <a:solidFill>
                        <a:srgbClr val="E1E2E5"/>
                      </a:solidFill>
                      <a:prstDash val="solid"/>
                    </a:lnL>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/api/v1/auth/login</a:t>
                      </a:r>
                    </a:p>
                  </a:txBody>
                  <a:tcPr marL="91440" marR="91440" marT="45720" marB="45720" anchor="ctr">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Authenticate user</a:t>
                      </a:r>
                    </a:p>
                  </a:txBody>
                  <a:tcPr marL="91440" marR="91440" marT="45720" marB="45720" anchor="ctr">
                    <a:lnR w="9525">
                      <a:solidFill>
                        <a:srgbClr val="E1E2E5"/>
                      </a:solidFill>
                      <a:prstDash val="solid"/>
                    </a:lnR>
                    <a:lnB w="9525">
                      <a:solidFill>
                        <a:srgbClr val="E1E2E5"/>
                      </a:solidFill>
                      <a:prstDash val="solid"/>
                    </a:lnB>
                    <a:solidFill>
                      <a:srgbClr val="FFFFFF"/>
                    </a:solidFill>
                  </a:tcPr>
                </a:tc>
              </a:tr>
              <a:tr h="443593">
                <a:tc>
                  <a:txBody>
                    <a:bodyPr lIns="114300" tIns="114300" rIns="114300" bIns="114300"/>
                    <a:lstStyle/>
                    <a:p>
                      <a:r>
                        <a:rPr sz="1575" b="0">
                          <a:solidFill>
                            <a:srgbClr val="15191D"/>
                          </a:solidFill>
                        </a:rPr>
                        <a:t>GET</a:t>
                      </a:r>
                    </a:p>
                  </a:txBody>
                  <a:tcPr marL="91440" marR="91440" marT="45720" marB="45720" anchor="ctr">
                    <a:lnL w="9525">
                      <a:solidFill>
                        <a:srgbClr val="E1E2E5"/>
                      </a:solidFill>
                      <a:prstDash val="solid"/>
                    </a:lnL>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/api/v1/services</a:t>
                      </a:r>
                    </a:p>
                  </a:txBody>
                  <a:tcPr marL="91440" marR="91440" marT="45720" marB="45720" anchor="ctr">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Discover listed services</a:t>
                      </a:r>
                    </a:p>
                  </a:txBody>
                  <a:tcPr marL="91440" marR="91440" marT="45720" marB="45720" anchor="ctr">
                    <a:lnR w="9525">
                      <a:solidFill>
                        <a:srgbClr val="E1E2E5"/>
                      </a:solidFill>
                      <a:prstDash val="solid"/>
                    </a:lnR>
                    <a:lnB w="9525">
                      <a:solidFill>
                        <a:srgbClr val="E1E2E5"/>
                      </a:solidFill>
                      <a:prstDash val="solid"/>
                    </a:lnB>
                    <a:solidFill>
                      <a:srgbClr val="FFFFFF"/>
                    </a:solidFill>
                  </a:tcPr>
                </a:tc>
              </a:tr>
              <a:tr h="443593">
                <a:tc>
                  <a:txBody>
                    <a:bodyPr lIns="114300" tIns="114300" rIns="114300" bIns="114300"/>
                    <a:lstStyle/>
                    <a:p>
                      <a:r>
                        <a:rPr sz="1575" b="0">
                          <a:solidFill>
                            <a:srgbClr val="15191D"/>
                          </a:solidFill>
                        </a:rPr>
                        <a:t>POST</a:t>
                      </a:r>
                    </a:p>
                  </a:txBody>
                  <a:tcPr marL="91440" marR="91440" marT="45720" marB="45720" anchor="ctr">
                    <a:lnL w="9525">
                      <a:solidFill>
                        <a:srgbClr val="E1E2E5"/>
                      </a:solidFill>
                      <a:prstDash val="solid"/>
                    </a:lnL>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/api/v1/bookings</a:t>
                      </a:r>
                    </a:p>
                  </a:txBody>
                  <a:tcPr marL="91440" marR="91440" marT="45720" marB="45720" anchor="ctr">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Request a booking</a:t>
                      </a:r>
                    </a:p>
                  </a:txBody>
                  <a:tcPr marL="91440" marR="91440" marT="45720" marB="45720" anchor="ctr">
                    <a:lnR w="9525">
                      <a:solidFill>
                        <a:srgbClr val="E1E2E5"/>
                      </a:solidFill>
                      <a:prstDash val="solid"/>
                    </a:lnR>
                    <a:lnB w="9525">
                      <a:solidFill>
                        <a:srgbClr val="E1E2E5"/>
                      </a:solidFill>
                      <a:prstDash val="solid"/>
                    </a:lnB>
                    <a:solidFill>
                      <a:srgbClr val="FFFFFF"/>
                    </a:solidFill>
                  </a:tcPr>
                </a:tc>
              </a:tr>
              <a:tr h="443593">
                <a:tc>
                  <a:txBody>
                    <a:bodyPr lIns="114300" tIns="114300" rIns="114300" bIns="114300"/>
                    <a:lstStyle/>
                    <a:p>
                      <a:r>
                        <a:rPr sz="1575" b="0">
                          <a:solidFill>
                            <a:srgbClr val="15191D"/>
                          </a:solidFill>
                        </a:rPr>
                        <a:t>POST</a:t>
                      </a:r>
                    </a:p>
                  </a:txBody>
                  <a:tcPr marL="91440" marR="91440" marT="45720" marB="45720" anchor="ctr">
                    <a:lnL w="9525">
                      <a:solidFill>
                        <a:srgbClr val="E1E2E5"/>
                      </a:solidFill>
                      <a:prstDash val="solid"/>
                    </a:lnL>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/api/v1/bookings/:bookingId/accept</a:t>
                      </a:r>
                    </a:p>
                  </a:txBody>
                  <a:tcPr marL="91440" marR="91440" marT="45720" marB="45720" anchor="ctr">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Provider accepts request</a:t>
                      </a:r>
                    </a:p>
                  </a:txBody>
                  <a:tcPr marL="91440" marR="91440" marT="45720" marB="45720" anchor="ctr">
                    <a:lnR w="9525">
                      <a:solidFill>
                        <a:srgbClr val="E1E2E5"/>
                      </a:solidFill>
                      <a:prstDash val="solid"/>
                    </a:lnR>
                    <a:lnB w="9525">
                      <a:solidFill>
                        <a:srgbClr val="E1E2E5"/>
                      </a:solidFill>
                      <a:prstDash val="solid"/>
                    </a:lnB>
                    <a:solidFill>
                      <a:srgbClr val="FFFFFF"/>
                    </a:solidFill>
                  </a:tcPr>
                </a:tc>
              </a:tr>
              <a:tr h="443593">
                <a:tc>
                  <a:txBody>
                    <a:bodyPr lIns="114300" tIns="114300" rIns="114300" bIns="114300"/>
                    <a:lstStyle/>
                    <a:p>
                      <a:r>
                        <a:rPr sz="1575" b="0">
                          <a:solidFill>
                            <a:srgbClr val="15191D"/>
                          </a:solidFill>
                        </a:rPr>
                        <a:t>POST</a:t>
                      </a:r>
                    </a:p>
                  </a:txBody>
                  <a:tcPr marL="91440" marR="91440" marT="45720" marB="45720" anchor="ctr">
                    <a:lnL w="9525">
                      <a:solidFill>
                        <a:srgbClr val="E1E2E5"/>
                      </a:solidFill>
                      <a:prstDash val="solid"/>
                    </a:lnL>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/api/v1/bookings/:bookingId/checkout</a:t>
                      </a:r>
                    </a:p>
                  </a:txBody>
                  <a:tcPr marL="91440" marR="91440" marT="45720" marB="45720" anchor="ctr">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Create payment checkout</a:t>
                      </a:r>
                    </a:p>
                  </a:txBody>
                  <a:tcPr marL="91440" marR="91440" marT="45720" marB="45720" anchor="ctr">
                    <a:lnR w="9525">
                      <a:solidFill>
                        <a:srgbClr val="E1E2E5"/>
                      </a:solidFill>
                      <a:prstDash val="solid"/>
                    </a:lnR>
                    <a:lnB w="9525">
                      <a:solidFill>
                        <a:srgbClr val="E1E2E5"/>
                      </a:solidFill>
                      <a:prstDash val="solid"/>
                    </a:lnB>
                    <a:solidFill>
                      <a:srgbClr val="FFFFFF"/>
                    </a:solidFill>
                  </a:tcPr>
                </a:tc>
              </a:tr>
              <a:tr h="443593">
                <a:tc>
                  <a:txBody>
                    <a:bodyPr lIns="114300" tIns="114300" rIns="114300" bIns="114300"/>
                    <a:lstStyle/>
                    <a:p>
                      <a:r>
                        <a:rPr sz="1575" b="0">
                          <a:solidFill>
                            <a:srgbClr val="15191D"/>
                          </a:solidFill>
                        </a:rPr>
                        <a:t>POST</a:t>
                      </a:r>
                    </a:p>
                  </a:txBody>
                  <a:tcPr marL="91440" marR="91440" marT="45720" marB="45720" anchor="ctr">
                    <a:lnL w="9525">
                      <a:solidFill>
                        <a:srgbClr val="E1E2E5"/>
                      </a:solidFill>
                      <a:prstDash val="solid"/>
                    </a:lnL>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/api/v1/payments/:bookingId/verify</a:t>
                      </a:r>
                    </a:p>
                  </a:txBody>
                  <a:tcPr marL="91440" marR="91440" marT="45720" marB="45720" anchor="ctr">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Verify customer payment</a:t>
                      </a:r>
                    </a:p>
                  </a:txBody>
                  <a:tcPr marL="91440" marR="91440" marT="45720" marB="45720" anchor="ctr">
                    <a:lnR w="9525">
                      <a:solidFill>
                        <a:srgbClr val="E1E2E5"/>
                      </a:solidFill>
                      <a:prstDash val="solid"/>
                    </a:lnR>
                    <a:lnB w="9525">
                      <a:solidFill>
                        <a:srgbClr val="E1E2E5"/>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A3CE8B14-2C11-438D-B67E-2EA6E9A15E19}"/>
              </a:ext>
            </a:extLst>
          </p:cNvPr>
          <p:cNvSpPr>
            <a:spLocks xmlns:a="http://schemas.openxmlformats.org/drawingml/2006/main" noGrp="1"/>
          </p:cNvSpPr>
          <p:nvPr/>
        </p:nvSpPr>
        <p:spPr>
          <a:xfrm xmlns:a="http://schemas.openxmlformats.org/drawingml/2006/main">
            <a:off x="571500" y="4848225"/>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15191D"/>
                </a:solidFill>
              </a:defRPr>
            </a:defPPr>
          </a:lstStyle>
          <a:p xmlns:a="http://schemas.openxmlformats.org/drawingml/2006/main">
            <a:pPr>
              <a:defRPr sz="1950" b="1">
                <a:solidFill>
                  <a:srgbClr val="15191D"/>
                </a:solidFill>
              </a:defRPr>
            </a:pPr>
            <a:r>
              <a:rPr sz="1950" b="1">
                <a:solidFill>
                  <a:srgbClr val="15191D"/>
                </a:solidFill>
              </a:rPr>
              <a:t>Booking lifecycle</a:t>
            </a:r>
          </a:p>
        </p:txBody>
      </p:sp>
      <p:sp>
        <p:nvSpPr>
          <p:cNvPr id="9" name="">
            <a:extLst xmlns:a="http://schemas.openxmlformats.org/drawingml/2006/main">
              <a:ext uri="{FF2B5EF4-FFF2-40B4-BE49-F238E27FC236}">
                <a16:creationId xmlns:a16="http://schemas.microsoft.com/office/drawing/2014/main" id="{98D9EF84-3EFD-435D-90B0-0162BC4815C8}"/>
              </a:ext>
            </a:extLst>
          </p:cNvPr>
          <p:cNvSpPr>
            <a:spLocks xmlns:a="http://schemas.openxmlformats.org/drawingml/2006/main" noGrp="1"/>
          </p:cNvSpPr>
          <p:nvPr/>
        </p:nvSpPr>
        <p:spPr>
          <a:xfrm xmlns:a="http://schemas.openxmlformats.org/drawingml/2006/main">
            <a:off x="8286750" y="488632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565E"/>
                </a:solidFill>
              </a:defRPr>
            </a:defPPr>
          </a:lstStyle>
          <a:p xmlns:a="http://schemas.openxmlformats.org/drawingml/2006/main">
            <a:pPr>
              <a:defRPr sz="1200" b="0">
                <a:solidFill>
                  <a:srgbClr val="53565E"/>
                </a:solidFill>
              </a:defRPr>
            </a:pPr>
            <a:r>
              <a:rPr sz="1200" b="0">
                <a:solidFill>
                  <a:srgbClr val="53565E"/>
                </a:solidFill>
              </a:rPr>
              <a:t>Conceptual booking progress UI</a:t>
            </a:r>
          </a:p>
        </p:txBody>
      </p:sp>
      <p:sp>
        <p:nvSpPr>
          <p:cNvPr id="10" name="">
            <a:extLst xmlns:a="http://schemas.openxmlformats.org/drawingml/2006/main">
              <a:ext uri="{FF2B5EF4-FFF2-40B4-BE49-F238E27FC236}">
                <a16:creationId xmlns:a16="http://schemas.microsoft.com/office/drawing/2014/main" id="{F7A18CCA-6FC0-4518-A141-2DD93443B26A}"/>
              </a:ext>
            </a:extLst>
          </p:cNvPr>
          <p:cNvSpPr>
            <a:spLocks xmlns:a="http://schemas.openxmlformats.org/drawingml/2006/main" noGrp="1"/>
          </p:cNvSpPr>
          <p:nvPr/>
        </p:nvSpPr>
        <p:spPr>
          <a:xfrm xmlns:a="http://schemas.openxmlformats.org/drawingml/2006/main">
            <a:off x="571500" y="5362575"/>
            <a:ext cx="2019300"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1" name="">
            <a:extLst xmlns:a="http://schemas.openxmlformats.org/drawingml/2006/main">
              <a:ext uri="{FF2B5EF4-FFF2-40B4-BE49-F238E27FC236}">
                <a16:creationId xmlns:a16="http://schemas.microsoft.com/office/drawing/2014/main" id="{9427055D-D50F-4424-944E-45D8B03F8072}"/>
              </a:ext>
            </a:extLst>
          </p:cNvPr>
          <p:cNvSpPr>
            <a:spLocks xmlns:a="http://schemas.openxmlformats.org/drawingml/2006/main" noGrp="1"/>
          </p:cNvSpPr>
          <p:nvPr/>
        </p:nvSpPr>
        <p:spPr>
          <a:xfrm xmlns:a="http://schemas.openxmlformats.org/drawingml/2006/main">
            <a:off x="571500" y="53625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1</a:t>
            </a:r>
          </a:p>
        </p:txBody>
      </p:sp>
      <p:sp>
        <p:nvSpPr>
          <p:cNvPr id="12" name="">
            <a:extLst xmlns:a="http://schemas.openxmlformats.org/drawingml/2006/main">
              <a:ext uri="{FF2B5EF4-FFF2-40B4-BE49-F238E27FC236}">
                <a16:creationId xmlns:a16="http://schemas.microsoft.com/office/drawing/2014/main" id="{2D8E4BBE-2171-4999-AC14-A63F466D6699}"/>
              </a:ext>
            </a:extLst>
          </p:cNvPr>
          <p:cNvSpPr>
            <a:spLocks xmlns:a="http://schemas.openxmlformats.org/drawingml/2006/main" noGrp="1"/>
          </p:cNvSpPr>
          <p:nvPr/>
        </p:nvSpPr>
        <p:spPr>
          <a:xfrm xmlns:a="http://schemas.openxmlformats.org/drawingml/2006/main">
            <a:off x="685800" y="5829300"/>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5191D"/>
                </a:solidFill>
              </a:defRPr>
            </a:defPPr>
          </a:lstStyle>
          <a:p xmlns:a="http://schemas.openxmlformats.org/drawingml/2006/main">
            <a:pPr>
              <a:defRPr sz="1425" b="1">
                <a:solidFill>
                  <a:srgbClr val="15191D"/>
                </a:solidFill>
              </a:defRPr>
            </a:pPr>
            <a:r>
              <a:rPr sz="1425" b="1">
                <a:solidFill>
                  <a:srgbClr val="15191D"/>
                </a:solidFill>
              </a:rPr>
              <a:t>Request</a:t>
            </a:r>
          </a:p>
        </p:txBody>
      </p:sp>
      <p:sp>
        <p:nvSpPr>
          <p:cNvPr id="13" name="">
            <a:extLst xmlns:a="http://schemas.openxmlformats.org/drawingml/2006/main">
              <a:ext uri="{FF2B5EF4-FFF2-40B4-BE49-F238E27FC236}">
                <a16:creationId xmlns:a16="http://schemas.microsoft.com/office/drawing/2014/main" id="{6C19122D-032C-4D5F-85FB-1F03CB32D54C}"/>
              </a:ext>
            </a:extLst>
          </p:cNvPr>
          <p:cNvSpPr>
            <a:spLocks xmlns:a="http://schemas.openxmlformats.org/drawingml/2006/main" noGrp="1"/>
          </p:cNvSpPr>
          <p:nvPr/>
        </p:nvSpPr>
        <p:spPr>
          <a:xfrm xmlns:a="http://schemas.openxmlformats.org/drawingml/2006/main">
            <a:off x="2590800" y="5581650"/>
            <a:ext cx="238125" cy="0"/>
          </a:xfrm>
          <a:prstGeom xmlns:a="http://schemas.openxmlformats.org/drawingml/2006/main" prst="line">
            <a:avLst/>
          </a:prstGeom>
          <a:ln xmlns:a="http://schemas.openxmlformats.org/drawingml/2006/main" w="19050">
            <a:solidFill>
              <a:srgbClr val="1557FF"/>
            </a:solidFill>
          </a:ln>
        </p:spPr>
      </p:sp>
      <p:sp>
        <p:nvSpPr>
          <p:cNvPr id="14" name="">
            <a:extLst xmlns:a="http://schemas.openxmlformats.org/drawingml/2006/main">
              <a:ext uri="{FF2B5EF4-FFF2-40B4-BE49-F238E27FC236}">
                <a16:creationId xmlns:a16="http://schemas.microsoft.com/office/drawing/2014/main" id="{40ABB793-E365-498E-BF0E-FEAB6A75AA89}"/>
              </a:ext>
            </a:extLst>
          </p:cNvPr>
          <p:cNvSpPr>
            <a:spLocks xmlns:a="http://schemas.openxmlformats.org/drawingml/2006/main" noGrp="1"/>
          </p:cNvSpPr>
          <p:nvPr/>
        </p:nvSpPr>
        <p:spPr>
          <a:xfrm xmlns:a="http://schemas.openxmlformats.org/drawingml/2006/main">
            <a:off x="2733675" y="53911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15" name="">
            <a:extLst xmlns:a="http://schemas.openxmlformats.org/drawingml/2006/main">
              <a:ext uri="{FF2B5EF4-FFF2-40B4-BE49-F238E27FC236}">
                <a16:creationId xmlns:a16="http://schemas.microsoft.com/office/drawing/2014/main" id="{463688B0-AE55-46FE-B091-31512DEDF923}"/>
              </a:ext>
            </a:extLst>
          </p:cNvPr>
          <p:cNvSpPr>
            <a:spLocks xmlns:a="http://schemas.openxmlformats.org/drawingml/2006/main" noGrp="1"/>
          </p:cNvSpPr>
          <p:nvPr/>
        </p:nvSpPr>
        <p:spPr>
          <a:xfrm xmlns:a="http://schemas.openxmlformats.org/drawingml/2006/main">
            <a:off x="2828925" y="5362575"/>
            <a:ext cx="2019300"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6" name="">
            <a:extLst xmlns:a="http://schemas.openxmlformats.org/drawingml/2006/main">
              <a:ext uri="{FF2B5EF4-FFF2-40B4-BE49-F238E27FC236}">
                <a16:creationId xmlns:a16="http://schemas.microsoft.com/office/drawing/2014/main" id="{977A03A7-4616-424B-BE00-58C42F2B273F}"/>
              </a:ext>
            </a:extLst>
          </p:cNvPr>
          <p:cNvSpPr>
            <a:spLocks xmlns:a="http://schemas.openxmlformats.org/drawingml/2006/main" noGrp="1"/>
          </p:cNvSpPr>
          <p:nvPr/>
        </p:nvSpPr>
        <p:spPr>
          <a:xfrm xmlns:a="http://schemas.openxmlformats.org/drawingml/2006/main">
            <a:off x="2828925" y="53625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2</a:t>
            </a:r>
          </a:p>
        </p:txBody>
      </p:sp>
      <p:sp>
        <p:nvSpPr>
          <p:cNvPr id="17" name="">
            <a:extLst xmlns:a="http://schemas.openxmlformats.org/drawingml/2006/main">
              <a:ext uri="{FF2B5EF4-FFF2-40B4-BE49-F238E27FC236}">
                <a16:creationId xmlns:a16="http://schemas.microsoft.com/office/drawing/2014/main" id="{CD36A2B4-D89B-4AB3-AFDD-52D0DDCA5C0E}"/>
              </a:ext>
            </a:extLst>
          </p:cNvPr>
          <p:cNvSpPr>
            <a:spLocks xmlns:a="http://schemas.openxmlformats.org/drawingml/2006/main" noGrp="1"/>
          </p:cNvSpPr>
          <p:nvPr/>
        </p:nvSpPr>
        <p:spPr>
          <a:xfrm xmlns:a="http://schemas.openxmlformats.org/drawingml/2006/main">
            <a:off x="2943225" y="5829300"/>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5191D"/>
                </a:solidFill>
              </a:defRPr>
            </a:defPPr>
          </a:lstStyle>
          <a:p xmlns:a="http://schemas.openxmlformats.org/drawingml/2006/main">
            <a:pPr>
              <a:defRPr sz="1425" b="1">
                <a:solidFill>
                  <a:srgbClr val="15191D"/>
                </a:solidFill>
              </a:defRPr>
            </a:pPr>
            <a:r>
              <a:rPr sz="1425" b="1">
                <a:solidFill>
                  <a:srgbClr val="15191D"/>
                </a:solidFill>
              </a:rPr>
              <a:t>Provider acceptance</a:t>
            </a:r>
          </a:p>
        </p:txBody>
      </p:sp>
      <p:sp>
        <p:nvSpPr>
          <p:cNvPr id="18" name="">
            <a:extLst xmlns:a="http://schemas.openxmlformats.org/drawingml/2006/main">
              <a:ext uri="{FF2B5EF4-FFF2-40B4-BE49-F238E27FC236}">
                <a16:creationId xmlns:a16="http://schemas.microsoft.com/office/drawing/2014/main" id="{15DC9221-28CE-4A71-AB70-5DE00CF406C5}"/>
              </a:ext>
            </a:extLst>
          </p:cNvPr>
          <p:cNvSpPr>
            <a:spLocks xmlns:a="http://schemas.openxmlformats.org/drawingml/2006/main" noGrp="1"/>
          </p:cNvSpPr>
          <p:nvPr/>
        </p:nvSpPr>
        <p:spPr>
          <a:xfrm xmlns:a="http://schemas.openxmlformats.org/drawingml/2006/main">
            <a:off x="4848225" y="5581650"/>
            <a:ext cx="238125" cy="0"/>
          </a:xfrm>
          <a:prstGeom xmlns:a="http://schemas.openxmlformats.org/drawingml/2006/main" prst="line">
            <a:avLst/>
          </a:prstGeom>
          <a:ln xmlns:a="http://schemas.openxmlformats.org/drawingml/2006/main" w="19050">
            <a:solidFill>
              <a:srgbClr val="1557FF"/>
            </a:solidFill>
          </a:ln>
        </p:spPr>
      </p:sp>
      <p:sp>
        <p:nvSpPr>
          <p:cNvPr id="19" name="">
            <a:extLst xmlns:a="http://schemas.openxmlformats.org/drawingml/2006/main">
              <a:ext uri="{FF2B5EF4-FFF2-40B4-BE49-F238E27FC236}">
                <a16:creationId xmlns:a16="http://schemas.microsoft.com/office/drawing/2014/main" id="{82373995-D5EE-446C-9C7B-3F04614AF0F0}"/>
              </a:ext>
            </a:extLst>
          </p:cNvPr>
          <p:cNvSpPr>
            <a:spLocks xmlns:a="http://schemas.openxmlformats.org/drawingml/2006/main" noGrp="1"/>
          </p:cNvSpPr>
          <p:nvPr/>
        </p:nvSpPr>
        <p:spPr>
          <a:xfrm xmlns:a="http://schemas.openxmlformats.org/drawingml/2006/main">
            <a:off x="4991100" y="53911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20" name="">
            <a:extLst xmlns:a="http://schemas.openxmlformats.org/drawingml/2006/main">
              <a:ext uri="{FF2B5EF4-FFF2-40B4-BE49-F238E27FC236}">
                <a16:creationId xmlns:a16="http://schemas.microsoft.com/office/drawing/2014/main" id="{49F07ACC-4862-4682-AC86-E2E48E5A4F44}"/>
              </a:ext>
            </a:extLst>
          </p:cNvPr>
          <p:cNvSpPr>
            <a:spLocks xmlns:a="http://schemas.openxmlformats.org/drawingml/2006/main" noGrp="1"/>
          </p:cNvSpPr>
          <p:nvPr/>
        </p:nvSpPr>
        <p:spPr>
          <a:xfrm xmlns:a="http://schemas.openxmlformats.org/drawingml/2006/main">
            <a:off x="5086350" y="5362575"/>
            <a:ext cx="2019300"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1" name="">
            <a:extLst xmlns:a="http://schemas.openxmlformats.org/drawingml/2006/main">
              <a:ext uri="{FF2B5EF4-FFF2-40B4-BE49-F238E27FC236}">
                <a16:creationId xmlns:a16="http://schemas.microsoft.com/office/drawing/2014/main" id="{95178FF6-33D8-4414-B20A-A3E933355EE1}"/>
              </a:ext>
            </a:extLst>
          </p:cNvPr>
          <p:cNvSpPr>
            <a:spLocks xmlns:a="http://schemas.openxmlformats.org/drawingml/2006/main" noGrp="1"/>
          </p:cNvSpPr>
          <p:nvPr/>
        </p:nvSpPr>
        <p:spPr>
          <a:xfrm xmlns:a="http://schemas.openxmlformats.org/drawingml/2006/main">
            <a:off x="5086350" y="53625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3</a:t>
            </a:r>
          </a:p>
        </p:txBody>
      </p:sp>
      <p:sp>
        <p:nvSpPr>
          <p:cNvPr id="22" name="">
            <a:extLst xmlns:a="http://schemas.openxmlformats.org/drawingml/2006/main">
              <a:ext uri="{FF2B5EF4-FFF2-40B4-BE49-F238E27FC236}">
                <a16:creationId xmlns:a16="http://schemas.microsoft.com/office/drawing/2014/main" id="{5AD2897D-2C08-4BD5-A5D6-A201B77DDC95}"/>
              </a:ext>
            </a:extLst>
          </p:cNvPr>
          <p:cNvSpPr>
            <a:spLocks xmlns:a="http://schemas.openxmlformats.org/drawingml/2006/main" noGrp="1"/>
          </p:cNvSpPr>
          <p:nvPr/>
        </p:nvSpPr>
        <p:spPr>
          <a:xfrm xmlns:a="http://schemas.openxmlformats.org/drawingml/2006/main">
            <a:off x="5200650" y="5829300"/>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5191D"/>
                </a:solidFill>
              </a:defRPr>
            </a:defPPr>
          </a:lstStyle>
          <a:p xmlns:a="http://schemas.openxmlformats.org/drawingml/2006/main">
            <a:pPr>
              <a:defRPr sz="1425" b="1">
                <a:solidFill>
                  <a:srgbClr val="15191D"/>
                </a:solidFill>
              </a:defRPr>
            </a:pPr>
            <a:r>
              <a:rPr sz="1425" b="1">
                <a:solidFill>
                  <a:srgbClr val="15191D"/>
                </a:solidFill>
              </a:rPr>
              <a:t>Checkout</a:t>
            </a:r>
          </a:p>
        </p:txBody>
      </p:sp>
      <p:sp>
        <p:nvSpPr>
          <p:cNvPr id="23" name="">
            <a:extLst xmlns:a="http://schemas.openxmlformats.org/drawingml/2006/main">
              <a:ext uri="{FF2B5EF4-FFF2-40B4-BE49-F238E27FC236}">
                <a16:creationId xmlns:a16="http://schemas.microsoft.com/office/drawing/2014/main" id="{81491AA6-2AB7-41CE-96EE-4845BA239B7A}"/>
              </a:ext>
            </a:extLst>
          </p:cNvPr>
          <p:cNvSpPr>
            <a:spLocks xmlns:a="http://schemas.openxmlformats.org/drawingml/2006/main" noGrp="1"/>
          </p:cNvSpPr>
          <p:nvPr/>
        </p:nvSpPr>
        <p:spPr>
          <a:xfrm xmlns:a="http://schemas.openxmlformats.org/drawingml/2006/main">
            <a:off x="7105650" y="5581650"/>
            <a:ext cx="238125" cy="0"/>
          </a:xfrm>
          <a:prstGeom xmlns:a="http://schemas.openxmlformats.org/drawingml/2006/main" prst="line">
            <a:avLst/>
          </a:prstGeom>
          <a:ln xmlns:a="http://schemas.openxmlformats.org/drawingml/2006/main" w="19050">
            <a:solidFill>
              <a:srgbClr val="1557FF"/>
            </a:solidFill>
          </a:ln>
        </p:spPr>
      </p:sp>
      <p:sp>
        <p:nvSpPr>
          <p:cNvPr id="24" name="">
            <a:extLst xmlns:a="http://schemas.openxmlformats.org/drawingml/2006/main">
              <a:ext uri="{FF2B5EF4-FFF2-40B4-BE49-F238E27FC236}">
                <a16:creationId xmlns:a16="http://schemas.microsoft.com/office/drawing/2014/main" id="{C5DBA73E-AA09-4610-9C18-4FCC7D76055D}"/>
              </a:ext>
            </a:extLst>
          </p:cNvPr>
          <p:cNvSpPr>
            <a:spLocks xmlns:a="http://schemas.openxmlformats.org/drawingml/2006/main" noGrp="1"/>
          </p:cNvSpPr>
          <p:nvPr/>
        </p:nvSpPr>
        <p:spPr>
          <a:xfrm xmlns:a="http://schemas.openxmlformats.org/drawingml/2006/main">
            <a:off x="7248525" y="53911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25" name="">
            <a:extLst xmlns:a="http://schemas.openxmlformats.org/drawingml/2006/main">
              <a:ext uri="{FF2B5EF4-FFF2-40B4-BE49-F238E27FC236}">
                <a16:creationId xmlns:a16="http://schemas.microsoft.com/office/drawing/2014/main" id="{D2369562-356A-42D6-B790-ABAFA8D1E4A1}"/>
              </a:ext>
            </a:extLst>
          </p:cNvPr>
          <p:cNvSpPr>
            <a:spLocks xmlns:a="http://schemas.openxmlformats.org/drawingml/2006/main" noGrp="1"/>
          </p:cNvSpPr>
          <p:nvPr/>
        </p:nvSpPr>
        <p:spPr>
          <a:xfrm xmlns:a="http://schemas.openxmlformats.org/drawingml/2006/main">
            <a:off x="7343775" y="5362575"/>
            <a:ext cx="2019300"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6" name="">
            <a:extLst xmlns:a="http://schemas.openxmlformats.org/drawingml/2006/main">
              <a:ext uri="{FF2B5EF4-FFF2-40B4-BE49-F238E27FC236}">
                <a16:creationId xmlns:a16="http://schemas.microsoft.com/office/drawing/2014/main" id="{93AD7FB1-ADE4-44B7-BC4C-8079CD1BFCBC}"/>
              </a:ext>
            </a:extLst>
          </p:cNvPr>
          <p:cNvSpPr>
            <a:spLocks xmlns:a="http://schemas.openxmlformats.org/drawingml/2006/main" noGrp="1"/>
          </p:cNvSpPr>
          <p:nvPr/>
        </p:nvSpPr>
        <p:spPr>
          <a:xfrm xmlns:a="http://schemas.openxmlformats.org/drawingml/2006/main">
            <a:off x="7343775" y="53625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4</a:t>
            </a:r>
          </a:p>
        </p:txBody>
      </p:sp>
      <p:sp>
        <p:nvSpPr>
          <p:cNvPr id="27" name="">
            <a:extLst xmlns:a="http://schemas.openxmlformats.org/drawingml/2006/main">
              <a:ext uri="{FF2B5EF4-FFF2-40B4-BE49-F238E27FC236}">
                <a16:creationId xmlns:a16="http://schemas.microsoft.com/office/drawing/2014/main" id="{34219946-9842-4FE6-B750-8B4CD719B999}"/>
              </a:ext>
            </a:extLst>
          </p:cNvPr>
          <p:cNvSpPr>
            <a:spLocks xmlns:a="http://schemas.openxmlformats.org/drawingml/2006/main" noGrp="1"/>
          </p:cNvSpPr>
          <p:nvPr/>
        </p:nvSpPr>
        <p:spPr>
          <a:xfrm xmlns:a="http://schemas.openxmlformats.org/drawingml/2006/main">
            <a:off x="7458075" y="5829300"/>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5191D"/>
                </a:solidFill>
              </a:defRPr>
            </a:defPPr>
          </a:lstStyle>
          <a:p xmlns:a="http://schemas.openxmlformats.org/drawingml/2006/main">
            <a:pPr>
              <a:defRPr sz="1425" b="1">
                <a:solidFill>
                  <a:srgbClr val="15191D"/>
                </a:solidFill>
              </a:defRPr>
            </a:pPr>
            <a:r>
              <a:rPr sz="1425" b="1">
                <a:solidFill>
                  <a:srgbClr val="15191D"/>
                </a:solidFill>
              </a:rPr>
              <a:t>Confirmed booking</a:t>
            </a:r>
          </a:p>
        </p:txBody>
      </p:sp>
      <p:sp>
        <p:nvSpPr>
          <p:cNvPr id="28" name="">
            <a:extLst xmlns:a="http://schemas.openxmlformats.org/drawingml/2006/main">
              <a:ext uri="{FF2B5EF4-FFF2-40B4-BE49-F238E27FC236}">
                <a16:creationId xmlns:a16="http://schemas.microsoft.com/office/drawing/2014/main" id="{00B6684F-DAE8-49C2-B514-D58F173C3517}"/>
              </a:ext>
            </a:extLst>
          </p:cNvPr>
          <p:cNvSpPr>
            <a:spLocks xmlns:a="http://schemas.openxmlformats.org/drawingml/2006/main" noGrp="1"/>
          </p:cNvSpPr>
          <p:nvPr/>
        </p:nvSpPr>
        <p:spPr>
          <a:xfrm xmlns:a="http://schemas.openxmlformats.org/drawingml/2006/main">
            <a:off x="9363075" y="5581650"/>
            <a:ext cx="238125" cy="0"/>
          </a:xfrm>
          <a:prstGeom xmlns:a="http://schemas.openxmlformats.org/drawingml/2006/main" prst="line">
            <a:avLst/>
          </a:prstGeom>
          <a:ln xmlns:a="http://schemas.openxmlformats.org/drawingml/2006/main" w="19050">
            <a:solidFill>
              <a:srgbClr val="1557FF"/>
            </a:solidFill>
          </a:ln>
        </p:spPr>
      </p:sp>
      <p:sp>
        <p:nvSpPr>
          <p:cNvPr id="29" name="">
            <a:extLst xmlns:a="http://schemas.openxmlformats.org/drawingml/2006/main">
              <a:ext uri="{FF2B5EF4-FFF2-40B4-BE49-F238E27FC236}">
                <a16:creationId xmlns:a16="http://schemas.microsoft.com/office/drawing/2014/main" id="{022ED5BF-DCAF-4C03-80FA-4CFAD365717A}"/>
              </a:ext>
            </a:extLst>
          </p:cNvPr>
          <p:cNvSpPr>
            <a:spLocks xmlns:a="http://schemas.openxmlformats.org/drawingml/2006/main" noGrp="1"/>
          </p:cNvSpPr>
          <p:nvPr/>
        </p:nvSpPr>
        <p:spPr>
          <a:xfrm xmlns:a="http://schemas.openxmlformats.org/drawingml/2006/main">
            <a:off x="9505950" y="53911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30" name="">
            <a:extLst xmlns:a="http://schemas.openxmlformats.org/drawingml/2006/main">
              <a:ext uri="{FF2B5EF4-FFF2-40B4-BE49-F238E27FC236}">
                <a16:creationId xmlns:a16="http://schemas.microsoft.com/office/drawing/2014/main" id="{4D5045C0-F249-4596-A972-515643CE6E9A}"/>
              </a:ext>
            </a:extLst>
          </p:cNvPr>
          <p:cNvSpPr>
            <a:spLocks xmlns:a="http://schemas.openxmlformats.org/drawingml/2006/main" noGrp="1"/>
          </p:cNvSpPr>
          <p:nvPr/>
        </p:nvSpPr>
        <p:spPr>
          <a:xfrm xmlns:a="http://schemas.openxmlformats.org/drawingml/2006/main">
            <a:off x="9601200" y="5362575"/>
            <a:ext cx="2019300"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1" name="">
            <a:extLst xmlns:a="http://schemas.openxmlformats.org/drawingml/2006/main">
              <a:ext uri="{FF2B5EF4-FFF2-40B4-BE49-F238E27FC236}">
                <a16:creationId xmlns:a16="http://schemas.microsoft.com/office/drawing/2014/main" id="{501737F0-5A4C-4B23-BC0C-25C2B4B9CDB6}"/>
              </a:ext>
            </a:extLst>
          </p:cNvPr>
          <p:cNvSpPr>
            <a:spLocks xmlns:a="http://schemas.openxmlformats.org/drawingml/2006/main" noGrp="1"/>
          </p:cNvSpPr>
          <p:nvPr/>
        </p:nvSpPr>
        <p:spPr>
          <a:xfrm xmlns:a="http://schemas.openxmlformats.org/drawingml/2006/main">
            <a:off x="9601200" y="53625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5</a:t>
            </a:r>
          </a:p>
        </p:txBody>
      </p:sp>
      <p:sp>
        <p:nvSpPr>
          <p:cNvPr id="32" name="">
            <a:extLst xmlns:a="http://schemas.openxmlformats.org/drawingml/2006/main">
              <a:ext uri="{FF2B5EF4-FFF2-40B4-BE49-F238E27FC236}">
                <a16:creationId xmlns:a16="http://schemas.microsoft.com/office/drawing/2014/main" id="{FABFB24D-3F01-4724-986B-28FF168337E6}"/>
              </a:ext>
            </a:extLst>
          </p:cNvPr>
          <p:cNvSpPr>
            <a:spLocks xmlns:a="http://schemas.openxmlformats.org/drawingml/2006/main" noGrp="1"/>
          </p:cNvSpPr>
          <p:nvPr/>
        </p:nvSpPr>
        <p:spPr>
          <a:xfrm xmlns:a="http://schemas.openxmlformats.org/drawingml/2006/main">
            <a:off x="9715500" y="5829300"/>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5191D"/>
                </a:solidFill>
              </a:defRPr>
            </a:defPPr>
          </a:lstStyle>
          <a:p xmlns:a="http://schemas.openxmlformats.org/drawingml/2006/main">
            <a:pPr>
              <a:defRPr sz="1425" b="1">
                <a:solidFill>
                  <a:srgbClr val="15191D"/>
                </a:solidFill>
              </a:defRPr>
            </a:pPr>
            <a:r>
              <a:rPr sz="1425" b="1">
                <a:solidFill>
                  <a:srgbClr val="15191D"/>
                </a:solidFill>
              </a:rPr>
              <a:t>Completion review</a:t>
            </a:r>
          </a:p>
        </p:txBody>
      </p:sp>
    </p:spTree>
    <p:extLst>
      <p:ext uri="{BB962C8B-B14F-4D97-AF65-F5344CB8AC3E}">
        <p14:creationId xmlns:p14="http://schemas.microsoft.com/office/powerpoint/2010/main" val="200278822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3" name="">
            <a:extLst xmlns:a="http://schemas.openxmlformats.org/drawingml/2006/main">
              <a:ext uri="{FF2B5EF4-FFF2-40B4-BE49-F238E27FC236}">
                <a16:creationId xmlns:a16="http://schemas.microsoft.com/office/drawing/2014/main" id="{C2F681D6-D35A-408E-A628-28DDEB0D1F7F}"/>
              </a:ext>
            </a:extLst>
          </p:cNvPr>
          <p:cNvPicPr>
            <a:picLocks xmlns:a="http://schemas.openxmlformats.org/drawingml/2006/main" noChangeAspect="1"/>
          </p:cNvPicPr>
          <p:nvPr/>
        </p:nvPicPr>
        <p:blipFill>
          <a:blip xmlns:r="http://schemas.openxmlformats.org/officeDocument/2006/relationships" xmlns:a="http://schemas.openxmlformats.org/drawingml/2006/main" r:embed="R68a72e2f430a4029"/>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FE3936E-B210-404E-92E7-4DA6B6D6C7A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C26EA1CC-F500-40F9-AB70-8A586D0FCD94}"/>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Challenges &amp; Current Limitations</a:t>
            </a:r>
          </a:p>
        </p:txBody>
      </p:sp>
      <p:sp>
        <p:nvSpPr>
          <p:cNvPr id="4" name="">
            <a:extLst xmlns:a="http://schemas.openxmlformats.org/drawingml/2006/main">
              <a:ext uri="{FF2B5EF4-FFF2-40B4-BE49-F238E27FC236}">
                <a16:creationId xmlns:a16="http://schemas.microsoft.com/office/drawing/2014/main" id="{4AFB85D5-23A9-42AD-9C00-975024160BC9}"/>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16E40714-7962-4DA7-B613-70DF3FCD959A}"/>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B94D8D42-8950-4CCB-B560-EEF0F3BE7B3D}"/>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11</a:t>
            </a:r>
          </a:p>
        </p:txBody>
      </p:sp>
      <p:sp>
        <p:nvSpPr>
          <p:cNvPr id="7" name="">
            <a:extLst xmlns:a="http://schemas.openxmlformats.org/drawingml/2006/main">
              <a:ext uri="{FF2B5EF4-FFF2-40B4-BE49-F238E27FC236}">
                <a16:creationId xmlns:a16="http://schemas.microsoft.com/office/drawing/2014/main" id="{0F15CC6E-402E-4775-83F2-6CD615EBA3C7}"/>
              </a:ext>
            </a:extLst>
          </p:cNvPr>
          <p:cNvSpPr>
            <a:spLocks xmlns:a="http://schemas.openxmlformats.org/drawingml/2006/main" noGrp="1"/>
          </p:cNvSpPr>
          <p:nvPr/>
        </p:nvSpPr>
        <p:spPr>
          <a:xfrm xmlns:a="http://schemas.openxmlformats.org/drawingml/2006/main">
            <a:off x="571500" y="1571625"/>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191D"/>
                </a:solidFill>
              </a:defRPr>
            </a:defPPr>
          </a:lstStyle>
          <a:p xmlns:a="http://schemas.openxmlformats.org/drawingml/2006/main">
            <a:pPr>
              <a:defRPr sz="2025" b="1">
                <a:solidFill>
                  <a:srgbClr val="15191D"/>
                </a:solidFill>
              </a:defRPr>
            </a:pPr>
            <a:r>
              <a:rPr sz="2025" b="1">
                <a:solidFill>
                  <a:srgbClr val="15191D"/>
                </a:solidFill>
              </a:rPr>
              <a:t>Implementation safeguards</a:t>
            </a:r>
          </a:p>
        </p:txBody>
      </p:sp>
      <p:sp>
        <p:nvSpPr>
          <p:cNvPr id="8" name="">
            <a:extLst xmlns:a="http://schemas.openxmlformats.org/drawingml/2006/main">
              <a:ext uri="{FF2B5EF4-FFF2-40B4-BE49-F238E27FC236}">
                <a16:creationId xmlns:a16="http://schemas.microsoft.com/office/drawing/2014/main" id="{DBB56708-3A50-450D-9402-70BFE1FA4200}"/>
              </a:ext>
            </a:extLst>
          </p:cNvPr>
          <p:cNvSpPr>
            <a:spLocks xmlns:a="http://schemas.openxmlformats.org/drawingml/2006/main" noGrp="1"/>
          </p:cNvSpPr>
          <p:nvPr/>
        </p:nvSpPr>
        <p:spPr>
          <a:xfrm xmlns:a="http://schemas.openxmlformats.org/drawingml/2006/main">
            <a:off x="6524625" y="1571625"/>
            <a:ext cx="509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191D"/>
                </a:solidFill>
              </a:defRPr>
            </a:defPPr>
          </a:lstStyle>
          <a:p xmlns:a="http://schemas.openxmlformats.org/drawingml/2006/main">
            <a:pPr>
              <a:defRPr sz="2025" b="1">
                <a:solidFill>
                  <a:srgbClr val="15191D"/>
                </a:solidFill>
              </a:defRPr>
            </a:pPr>
            <a:r>
              <a:rPr sz="2025" b="1">
                <a:solidFill>
                  <a:srgbClr val="15191D"/>
                </a:solidFill>
              </a:rPr>
              <a:t>Production dependencies</a:t>
            </a:r>
          </a:p>
        </p:txBody>
      </p:sp>
      <p:sp>
        <p:nvSpPr>
          <p:cNvPr id="9" name="">
            <a:extLst xmlns:a="http://schemas.openxmlformats.org/drawingml/2006/main">
              <a:ext uri="{FF2B5EF4-FFF2-40B4-BE49-F238E27FC236}">
                <a16:creationId xmlns:a16="http://schemas.microsoft.com/office/drawing/2014/main" id="{1A7A6470-1608-4E1A-8B1A-91E8AE539E50}"/>
              </a:ext>
            </a:extLst>
          </p:cNvPr>
          <p:cNvSpPr>
            <a:spLocks xmlns:a="http://schemas.openxmlformats.org/drawingml/2006/main" noGrp="1"/>
          </p:cNvSpPr>
          <p:nvPr/>
        </p:nvSpPr>
        <p:spPr>
          <a:xfrm xmlns:a="http://schemas.openxmlformats.org/drawingml/2006/main">
            <a:off x="571500" y="2152650"/>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1</a:t>
            </a:r>
          </a:p>
        </p:txBody>
      </p:sp>
      <p:sp>
        <p:nvSpPr>
          <p:cNvPr id="10" name="">
            <a:extLst xmlns:a="http://schemas.openxmlformats.org/drawingml/2006/main">
              <a:ext uri="{FF2B5EF4-FFF2-40B4-BE49-F238E27FC236}">
                <a16:creationId xmlns:a16="http://schemas.microsoft.com/office/drawing/2014/main" id="{F5DBB766-9646-4265-84B0-E023BCFC58FD}"/>
              </a:ext>
            </a:extLst>
          </p:cNvPr>
          <p:cNvSpPr>
            <a:spLocks xmlns:a="http://schemas.openxmlformats.org/drawingml/2006/main" noGrp="1"/>
          </p:cNvSpPr>
          <p:nvPr/>
        </p:nvSpPr>
        <p:spPr>
          <a:xfrm xmlns:a="http://schemas.openxmlformats.org/drawingml/2006/main">
            <a:off x="1104900" y="2152650"/>
            <a:ext cx="4514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Slot Conflicts</a:t>
            </a:r>
          </a:p>
        </p:txBody>
      </p:sp>
      <p:sp>
        <p:nvSpPr>
          <p:cNvPr id="11" name="">
            <a:extLst xmlns:a="http://schemas.openxmlformats.org/drawingml/2006/main">
              <a:ext uri="{FF2B5EF4-FFF2-40B4-BE49-F238E27FC236}">
                <a16:creationId xmlns:a16="http://schemas.microsoft.com/office/drawing/2014/main" id="{F8B760EE-4BAD-41C8-9970-2764B148DA90}"/>
              </a:ext>
            </a:extLst>
          </p:cNvPr>
          <p:cNvSpPr>
            <a:spLocks xmlns:a="http://schemas.openxmlformats.org/drawingml/2006/main" noGrp="1"/>
          </p:cNvSpPr>
          <p:nvPr/>
        </p:nvSpPr>
        <p:spPr>
          <a:xfrm xmlns:a="http://schemas.openxmlformats.org/drawingml/2006/main">
            <a:off x="1104900" y="2524125"/>
            <a:ext cx="4514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5191D"/>
                </a:solidFill>
              </a:defRPr>
            </a:defPPr>
          </a:lstStyle>
          <a:p xmlns:a="http://schemas.openxmlformats.org/drawingml/2006/main">
            <a:pPr>
              <a:defRPr sz="1575" b="0">
                <a:solidFill>
                  <a:srgbClr val="15191D"/>
                </a:solidFill>
              </a:defRPr>
            </a:pPr>
            <a:r>
              <a:rPr sz="1575" b="0">
                <a:solidFill>
                  <a:srgbClr val="15191D"/>
                </a:solidFill>
              </a:rPr>
              <a:t>Concurrent requests can target the same time.</a:t>
            </a:r>
          </a:p>
        </p:txBody>
      </p:sp>
      <p:sp>
        <p:nvSpPr>
          <p:cNvPr id="12" name="">
            <a:extLst xmlns:a="http://schemas.openxmlformats.org/drawingml/2006/main">
              <a:ext uri="{FF2B5EF4-FFF2-40B4-BE49-F238E27FC236}">
                <a16:creationId xmlns:a16="http://schemas.microsoft.com/office/drawing/2014/main" id="{5BA76384-08E9-495F-81EB-06F4A6739F12}"/>
              </a:ext>
            </a:extLst>
          </p:cNvPr>
          <p:cNvSpPr>
            <a:spLocks xmlns:a="http://schemas.openxmlformats.org/drawingml/2006/main" noGrp="1"/>
          </p:cNvSpPr>
          <p:nvPr/>
        </p:nvSpPr>
        <p:spPr>
          <a:xfrm xmlns:a="http://schemas.openxmlformats.org/drawingml/2006/main">
            <a:off x="1104900" y="2981325"/>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15191D"/>
                </a:solidFill>
              </a:defRPr>
            </a:defPPr>
          </a:lstStyle>
          <a:p xmlns:a="http://schemas.openxmlformats.org/drawingml/2006/main">
            <a:pPr>
              <a:defRPr sz="1575" b="1">
                <a:solidFill>
                  <a:srgbClr val="15191D"/>
                </a:solidFill>
              </a:defRPr>
            </a:pPr>
            <a:r>
              <a:rPr sz="1575" b="1">
                <a:solidFill>
                  <a:srgbClr val="15191D"/>
                </a:solidFill>
              </a:rPr>
              <a:t>Availability holds and conflict checks protect booking slots.</a:t>
            </a:r>
          </a:p>
        </p:txBody>
      </p:sp>
      <p:sp>
        <p:nvSpPr>
          <p:cNvPr id="13" name="">
            <a:extLst xmlns:a="http://schemas.openxmlformats.org/drawingml/2006/main">
              <a:ext uri="{FF2B5EF4-FFF2-40B4-BE49-F238E27FC236}">
                <a16:creationId xmlns:a16="http://schemas.microsoft.com/office/drawing/2014/main" id="{6301A42D-E44F-4DAA-9053-F1353AA7F475}"/>
              </a:ext>
            </a:extLst>
          </p:cNvPr>
          <p:cNvSpPr>
            <a:spLocks xmlns:a="http://schemas.openxmlformats.org/drawingml/2006/main" noGrp="1"/>
          </p:cNvSpPr>
          <p:nvPr/>
        </p:nvSpPr>
        <p:spPr>
          <a:xfrm xmlns:a="http://schemas.openxmlformats.org/drawingml/2006/main">
            <a:off x="571500" y="34956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2</a:t>
            </a:r>
          </a:p>
        </p:txBody>
      </p:sp>
      <p:sp>
        <p:nvSpPr>
          <p:cNvPr id="14" name="">
            <a:extLst xmlns:a="http://schemas.openxmlformats.org/drawingml/2006/main">
              <a:ext uri="{FF2B5EF4-FFF2-40B4-BE49-F238E27FC236}">
                <a16:creationId xmlns:a16="http://schemas.microsoft.com/office/drawing/2014/main" id="{6BEA2B50-A383-4D62-B6D7-0ECFC33E7BE7}"/>
              </a:ext>
            </a:extLst>
          </p:cNvPr>
          <p:cNvSpPr>
            <a:spLocks xmlns:a="http://schemas.openxmlformats.org/drawingml/2006/main" noGrp="1"/>
          </p:cNvSpPr>
          <p:nvPr/>
        </p:nvSpPr>
        <p:spPr>
          <a:xfrm xmlns:a="http://schemas.openxmlformats.org/drawingml/2006/main">
            <a:off x="1104900" y="3495675"/>
            <a:ext cx="4514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Payment Events</a:t>
            </a:r>
          </a:p>
        </p:txBody>
      </p:sp>
      <p:sp>
        <p:nvSpPr>
          <p:cNvPr id="15" name="">
            <a:extLst xmlns:a="http://schemas.openxmlformats.org/drawingml/2006/main">
              <a:ext uri="{FF2B5EF4-FFF2-40B4-BE49-F238E27FC236}">
                <a16:creationId xmlns:a16="http://schemas.microsoft.com/office/drawing/2014/main" id="{925BDC53-C1E4-4EBB-94C1-814B5EF218CB}"/>
              </a:ext>
            </a:extLst>
          </p:cNvPr>
          <p:cNvSpPr>
            <a:spLocks xmlns:a="http://schemas.openxmlformats.org/drawingml/2006/main" noGrp="1"/>
          </p:cNvSpPr>
          <p:nvPr/>
        </p:nvSpPr>
        <p:spPr>
          <a:xfrm xmlns:a="http://schemas.openxmlformats.org/drawingml/2006/main">
            <a:off x="1104900" y="3867150"/>
            <a:ext cx="4514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5191D"/>
                </a:solidFill>
              </a:defRPr>
            </a:defPPr>
          </a:lstStyle>
          <a:p xmlns:a="http://schemas.openxmlformats.org/drawingml/2006/main">
            <a:pPr>
              <a:defRPr sz="1575" b="0">
                <a:solidFill>
                  <a:srgbClr val="15191D"/>
                </a:solidFill>
              </a:defRPr>
            </a:pPr>
            <a:r>
              <a:rPr sz="1575" b="0">
                <a:solidFill>
                  <a:srgbClr val="15191D"/>
                </a:solidFill>
              </a:rPr>
              <a:t>Checkout retries and webhooks can repeat.</a:t>
            </a:r>
          </a:p>
        </p:txBody>
      </p:sp>
      <p:sp>
        <p:nvSpPr>
          <p:cNvPr id="16" name="">
            <a:extLst xmlns:a="http://schemas.openxmlformats.org/drawingml/2006/main">
              <a:ext uri="{FF2B5EF4-FFF2-40B4-BE49-F238E27FC236}">
                <a16:creationId xmlns:a16="http://schemas.microsoft.com/office/drawing/2014/main" id="{64A98C86-A9E1-460E-9826-CB02514CC979}"/>
              </a:ext>
            </a:extLst>
          </p:cNvPr>
          <p:cNvSpPr>
            <a:spLocks xmlns:a="http://schemas.openxmlformats.org/drawingml/2006/main" noGrp="1"/>
          </p:cNvSpPr>
          <p:nvPr/>
        </p:nvSpPr>
        <p:spPr>
          <a:xfrm xmlns:a="http://schemas.openxmlformats.org/drawingml/2006/main">
            <a:off x="1104900" y="4324350"/>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15191D"/>
                </a:solidFill>
              </a:defRPr>
            </a:defPPr>
          </a:lstStyle>
          <a:p xmlns:a="http://schemas.openxmlformats.org/drawingml/2006/main">
            <a:pPr>
              <a:defRPr sz="1575" b="1">
                <a:solidFill>
                  <a:srgbClr val="15191D"/>
                </a:solidFill>
              </a:defRPr>
            </a:pPr>
            <a:r>
              <a:rPr sz="1575" b="1">
                <a:solidFill>
                  <a:srgbClr val="15191D"/>
                </a:solidFill>
              </a:rPr>
              <a:t>Signature checks and event records support safe processing.</a:t>
            </a:r>
          </a:p>
        </p:txBody>
      </p:sp>
      <p:sp>
        <p:nvSpPr>
          <p:cNvPr id="17" name="">
            <a:extLst xmlns:a="http://schemas.openxmlformats.org/drawingml/2006/main">
              <a:ext uri="{FF2B5EF4-FFF2-40B4-BE49-F238E27FC236}">
                <a16:creationId xmlns:a16="http://schemas.microsoft.com/office/drawing/2014/main" id="{43FCBB26-049D-4B3A-AD2B-57983C83B413}"/>
              </a:ext>
            </a:extLst>
          </p:cNvPr>
          <p:cNvSpPr>
            <a:spLocks xmlns:a="http://schemas.openxmlformats.org/drawingml/2006/main" noGrp="1"/>
          </p:cNvSpPr>
          <p:nvPr/>
        </p:nvSpPr>
        <p:spPr>
          <a:xfrm xmlns:a="http://schemas.openxmlformats.org/drawingml/2006/main">
            <a:off x="571500" y="4838700"/>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3</a:t>
            </a:r>
          </a:p>
        </p:txBody>
      </p:sp>
      <p:sp>
        <p:nvSpPr>
          <p:cNvPr id="18" name="">
            <a:extLst xmlns:a="http://schemas.openxmlformats.org/drawingml/2006/main">
              <a:ext uri="{FF2B5EF4-FFF2-40B4-BE49-F238E27FC236}">
                <a16:creationId xmlns:a16="http://schemas.microsoft.com/office/drawing/2014/main" id="{72477B23-8FA8-4545-8141-C707219671E3}"/>
              </a:ext>
            </a:extLst>
          </p:cNvPr>
          <p:cNvSpPr>
            <a:spLocks xmlns:a="http://schemas.openxmlformats.org/drawingml/2006/main" noGrp="1"/>
          </p:cNvSpPr>
          <p:nvPr/>
        </p:nvSpPr>
        <p:spPr>
          <a:xfrm xmlns:a="http://schemas.openxmlformats.org/drawingml/2006/main">
            <a:off x="1104900" y="4838700"/>
            <a:ext cx="4514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Role Isolation</a:t>
            </a:r>
          </a:p>
        </p:txBody>
      </p:sp>
      <p:sp>
        <p:nvSpPr>
          <p:cNvPr id="19" name="">
            <a:extLst xmlns:a="http://schemas.openxmlformats.org/drawingml/2006/main">
              <a:ext uri="{FF2B5EF4-FFF2-40B4-BE49-F238E27FC236}">
                <a16:creationId xmlns:a16="http://schemas.microsoft.com/office/drawing/2014/main" id="{BECE241A-EA8D-412E-9F71-16E1D58E932E}"/>
              </a:ext>
            </a:extLst>
          </p:cNvPr>
          <p:cNvSpPr>
            <a:spLocks xmlns:a="http://schemas.openxmlformats.org/drawingml/2006/main" noGrp="1"/>
          </p:cNvSpPr>
          <p:nvPr/>
        </p:nvSpPr>
        <p:spPr>
          <a:xfrm xmlns:a="http://schemas.openxmlformats.org/drawingml/2006/main">
            <a:off x="1104900" y="5210175"/>
            <a:ext cx="4514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5191D"/>
                </a:solidFill>
              </a:defRPr>
            </a:defPPr>
          </a:lstStyle>
          <a:p xmlns:a="http://schemas.openxmlformats.org/drawingml/2006/main">
            <a:pPr>
              <a:defRPr sz="1575" b="0">
                <a:solidFill>
                  <a:srgbClr val="15191D"/>
                </a:solidFill>
              </a:defRPr>
            </a:pPr>
            <a:r>
              <a:rPr sz="1575" b="0">
                <a:solidFill>
                  <a:srgbClr val="15191D"/>
                </a:solidFill>
              </a:rPr>
              <a:t>Users need different data and permissions.</a:t>
            </a:r>
          </a:p>
        </p:txBody>
      </p:sp>
      <p:sp>
        <p:nvSpPr>
          <p:cNvPr id="20" name="">
            <a:extLst xmlns:a="http://schemas.openxmlformats.org/drawingml/2006/main">
              <a:ext uri="{FF2B5EF4-FFF2-40B4-BE49-F238E27FC236}">
                <a16:creationId xmlns:a16="http://schemas.microsoft.com/office/drawing/2014/main" id="{24844DB0-D29A-49FD-900B-BDE2A5F3AF76}"/>
              </a:ext>
            </a:extLst>
          </p:cNvPr>
          <p:cNvSpPr>
            <a:spLocks xmlns:a="http://schemas.openxmlformats.org/drawingml/2006/main" noGrp="1"/>
          </p:cNvSpPr>
          <p:nvPr/>
        </p:nvSpPr>
        <p:spPr>
          <a:xfrm xmlns:a="http://schemas.openxmlformats.org/drawingml/2006/main">
            <a:off x="1104900" y="5667375"/>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15191D"/>
                </a:solidFill>
              </a:defRPr>
            </a:defPPr>
          </a:lstStyle>
          <a:p xmlns:a="http://schemas.openxmlformats.org/drawingml/2006/main">
            <a:pPr>
              <a:defRPr sz="1575" b="1">
                <a:solidFill>
                  <a:srgbClr val="15191D"/>
                </a:solidFill>
              </a:defRPr>
            </a:pPr>
            <a:r>
              <a:rPr sz="1575" b="1">
                <a:solidFill>
                  <a:srgbClr val="15191D"/>
                </a:solidFill>
              </a:rPr>
              <a:t>Role and participant checks guard protected operations.</a:t>
            </a:r>
          </a:p>
        </p:txBody>
      </p:sp>
      <p:sp>
        <p:nvSpPr>
          <p:cNvPr id="21" name="">
            <a:extLst xmlns:a="http://schemas.openxmlformats.org/drawingml/2006/main">
              <a:ext uri="{FF2B5EF4-FFF2-40B4-BE49-F238E27FC236}">
                <a16:creationId xmlns:a16="http://schemas.microsoft.com/office/drawing/2014/main" id="{EE1F10FB-6611-4BAC-976C-63BABF26C706}"/>
              </a:ext>
            </a:extLst>
          </p:cNvPr>
          <p:cNvSpPr>
            <a:spLocks xmlns:a="http://schemas.openxmlformats.org/drawingml/2006/main" noGrp="1"/>
          </p:cNvSpPr>
          <p:nvPr/>
        </p:nvSpPr>
        <p:spPr>
          <a:xfrm xmlns:a="http://schemas.openxmlformats.org/drawingml/2006/main">
            <a:off x="6524625" y="2152650"/>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4</a:t>
            </a:r>
          </a:p>
        </p:txBody>
      </p:sp>
      <p:sp>
        <p:nvSpPr>
          <p:cNvPr id="22" name="">
            <a:extLst xmlns:a="http://schemas.openxmlformats.org/drawingml/2006/main">
              <a:ext uri="{FF2B5EF4-FFF2-40B4-BE49-F238E27FC236}">
                <a16:creationId xmlns:a16="http://schemas.microsoft.com/office/drawing/2014/main" id="{B6DFE877-DA8D-476B-AD41-B1D82550A8E3}"/>
              </a:ext>
            </a:extLst>
          </p:cNvPr>
          <p:cNvSpPr>
            <a:spLocks xmlns:a="http://schemas.openxmlformats.org/drawingml/2006/main" noGrp="1"/>
          </p:cNvSpPr>
          <p:nvPr/>
        </p:nvSpPr>
        <p:spPr>
          <a:xfrm xmlns:a="http://schemas.openxmlformats.org/drawingml/2006/main">
            <a:off x="7058025" y="2152650"/>
            <a:ext cx="4514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Provider KYC</a:t>
            </a:r>
          </a:p>
        </p:txBody>
      </p:sp>
      <p:sp>
        <p:nvSpPr>
          <p:cNvPr id="23" name="">
            <a:extLst xmlns:a="http://schemas.openxmlformats.org/drawingml/2006/main">
              <a:ext uri="{FF2B5EF4-FFF2-40B4-BE49-F238E27FC236}">
                <a16:creationId xmlns:a16="http://schemas.microsoft.com/office/drawing/2014/main" id="{1BF521DE-E4AE-48FC-9D5E-55FFB48FEBE7}"/>
              </a:ext>
            </a:extLst>
          </p:cNvPr>
          <p:cNvSpPr>
            <a:spLocks xmlns:a="http://schemas.openxmlformats.org/drawingml/2006/main" noGrp="1"/>
          </p:cNvSpPr>
          <p:nvPr/>
        </p:nvSpPr>
        <p:spPr>
          <a:xfrm xmlns:a="http://schemas.openxmlformats.org/drawingml/2006/main">
            <a:off x="7058025" y="2524125"/>
            <a:ext cx="4514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5191D"/>
                </a:solidFill>
              </a:defRPr>
            </a:defPPr>
          </a:lstStyle>
          <a:p xmlns:a="http://schemas.openxmlformats.org/drawingml/2006/main">
            <a:pPr>
              <a:defRPr sz="1575" b="0">
                <a:solidFill>
                  <a:srgbClr val="15191D"/>
                </a:solidFill>
              </a:defRPr>
            </a:pPr>
            <a:r>
              <a:rPr sz="1575" b="0">
                <a:solidFill>
                  <a:srgbClr val="15191D"/>
                </a:solidFill>
              </a:rPr>
              <a:t>Live identity verification needs a vendor.</a:t>
            </a:r>
          </a:p>
        </p:txBody>
      </p:sp>
      <p:sp>
        <p:nvSpPr>
          <p:cNvPr id="24" name="">
            <a:extLst xmlns:a="http://schemas.openxmlformats.org/drawingml/2006/main">
              <a:ext uri="{FF2B5EF4-FFF2-40B4-BE49-F238E27FC236}">
                <a16:creationId xmlns:a16="http://schemas.microsoft.com/office/drawing/2014/main" id="{C19E6C01-99AC-4EAB-9C88-3F4D1314E9B6}"/>
              </a:ext>
            </a:extLst>
          </p:cNvPr>
          <p:cNvSpPr>
            <a:spLocks xmlns:a="http://schemas.openxmlformats.org/drawingml/2006/main" noGrp="1"/>
          </p:cNvSpPr>
          <p:nvPr/>
        </p:nvSpPr>
        <p:spPr>
          <a:xfrm xmlns:a="http://schemas.openxmlformats.org/drawingml/2006/main">
            <a:off x="7058025" y="2981325"/>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15191D"/>
                </a:solidFill>
              </a:defRPr>
            </a:defPPr>
          </a:lstStyle>
          <a:p xmlns:a="http://schemas.openxmlformats.org/drawingml/2006/main">
            <a:pPr>
              <a:defRPr sz="1575" b="1">
                <a:solidFill>
                  <a:srgbClr val="15191D"/>
                </a:solidFill>
              </a:defRPr>
            </a:pPr>
            <a:r>
              <a:rPr sz="1575" b="1">
                <a:solidFill>
                  <a:srgbClr val="15191D"/>
                </a:solidFill>
              </a:rPr>
              <a:t>Production adapter and vendor configuration remain pending.</a:t>
            </a:r>
          </a:p>
        </p:txBody>
      </p:sp>
      <p:sp>
        <p:nvSpPr>
          <p:cNvPr id="25" name="">
            <a:extLst xmlns:a="http://schemas.openxmlformats.org/drawingml/2006/main">
              <a:ext uri="{FF2B5EF4-FFF2-40B4-BE49-F238E27FC236}">
                <a16:creationId xmlns:a16="http://schemas.microsoft.com/office/drawing/2014/main" id="{237E73DD-D079-48BC-9A01-F4C18E3D72C6}"/>
              </a:ext>
            </a:extLst>
          </p:cNvPr>
          <p:cNvSpPr>
            <a:spLocks xmlns:a="http://schemas.openxmlformats.org/drawingml/2006/main" noGrp="1"/>
          </p:cNvSpPr>
          <p:nvPr/>
        </p:nvSpPr>
        <p:spPr>
          <a:xfrm xmlns:a="http://schemas.openxmlformats.org/drawingml/2006/main">
            <a:off x="6524625" y="34956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5</a:t>
            </a:r>
          </a:p>
        </p:txBody>
      </p:sp>
      <p:sp>
        <p:nvSpPr>
          <p:cNvPr id="26" name="">
            <a:extLst xmlns:a="http://schemas.openxmlformats.org/drawingml/2006/main">
              <a:ext uri="{FF2B5EF4-FFF2-40B4-BE49-F238E27FC236}">
                <a16:creationId xmlns:a16="http://schemas.microsoft.com/office/drawing/2014/main" id="{D7DB8A8A-F981-4E36-8081-C6670F662038}"/>
              </a:ext>
            </a:extLst>
          </p:cNvPr>
          <p:cNvSpPr>
            <a:spLocks xmlns:a="http://schemas.openxmlformats.org/drawingml/2006/main" noGrp="1"/>
          </p:cNvSpPr>
          <p:nvPr/>
        </p:nvSpPr>
        <p:spPr>
          <a:xfrm xmlns:a="http://schemas.openxmlformats.org/drawingml/2006/main">
            <a:off x="7058025" y="3495675"/>
            <a:ext cx="4514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Live Payments</a:t>
            </a:r>
          </a:p>
        </p:txBody>
      </p:sp>
      <p:sp>
        <p:nvSpPr>
          <p:cNvPr id="27" name="">
            <a:extLst xmlns:a="http://schemas.openxmlformats.org/drawingml/2006/main">
              <a:ext uri="{FF2B5EF4-FFF2-40B4-BE49-F238E27FC236}">
                <a16:creationId xmlns:a16="http://schemas.microsoft.com/office/drawing/2014/main" id="{692515A8-FFDD-4D52-B4D7-BB9B2E232D9B}"/>
              </a:ext>
            </a:extLst>
          </p:cNvPr>
          <p:cNvSpPr>
            <a:spLocks xmlns:a="http://schemas.openxmlformats.org/drawingml/2006/main" noGrp="1"/>
          </p:cNvSpPr>
          <p:nvPr/>
        </p:nvSpPr>
        <p:spPr>
          <a:xfrm xmlns:a="http://schemas.openxmlformats.org/drawingml/2006/main">
            <a:off x="7058025" y="3867150"/>
            <a:ext cx="4514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5191D"/>
                </a:solidFill>
              </a:defRPr>
            </a:defPPr>
          </a:lstStyle>
          <a:p xmlns:a="http://schemas.openxmlformats.org/drawingml/2006/main">
            <a:pPr>
              <a:defRPr sz="1575" b="0">
                <a:solidFill>
                  <a:srgbClr val="15191D"/>
                </a:solidFill>
              </a:defRPr>
            </a:pPr>
            <a:r>
              <a:rPr sz="1575" b="0">
                <a:solidFill>
                  <a:srgbClr val="15191D"/>
                </a:solidFill>
              </a:rPr>
              <a:t>Real checkout and payouts need approval.</a:t>
            </a:r>
          </a:p>
        </p:txBody>
      </p:sp>
      <p:sp>
        <p:nvSpPr>
          <p:cNvPr id="28" name="">
            <a:extLst xmlns:a="http://schemas.openxmlformats.org/drawingml/2006/main">
              <a:ext uri="{FF2B5EF4-FFF2-40B4-BE49-F238E27FC236}">
                <a16:creationId xmlns:a16="http://schemas.microsoft.com/office/drawing/2014/main" id="{DDADDA86-440A-4B95-B5BF-3C5A244128B0}"/>
              </a:ext>
            </a:extLst>
          </p:cNvPr>
          <p:cNvSpPr>
            <a:spLocks xmlns:a="http://schemas.openxmlformats.org/drawingml/2006/main" noGrp="1"/>
          </p:cNvSpPr>
          <p:nvPr/>
        </p:nvSpPr>
        <p:spPr>
          <a:xfrm xmlns:a="http://schemas.openxmlformats.org/drawingml/2006/main">
            <a:off x="7058025" y="4324350"/>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15191D"/>
                </a:solidFill>
              </a:defRPr>
            </a:defPPr>
          </a:lstStyle>
          <a:p xmlns:a="http://schemas.openxmlformats.org/drawingml/2006/main">
            <a:pPr>
              <a:defRPr sz="1575" b="1">
                <a:solidFill>
                  <a:srgbClr val="15191D"/>
                </a:solidFill>
              </a:defRPr>
            </a:pPr>
            <a:r>
              <a:rPr sz="1575" b="1">
                <a:solidFill>
                  <a:srgbClr val="15191D"/>
                </a:solidFill>
              </a:rPr>
              <a:t>Configure Razorpay credentials and linked accounts.</a:t>
            </a:r>
          </a:p>
        </p:txBody>
      </p:sp>
      <p:sp>
        <p:nvSpPr>
          <p:cNvPr id="29" name="">
            <a:extLst xmlns:a="http://schemas.openxmlformats.org/drawingml/2006/main">
              <a:ext uri="{FF2B5EF4-FFF2-40B4-BE49-F238E27FC236}">
                <a16:creationId xmlns:a16="http://schemas.microsoft.com/office/drawing/2014/main" id="{E280474F-FE4B-472C-BB0B-55497FA9E0E1}"/>
              </a:ext>
            </a:extLst>
          </p:cNvPr>
          <p:cNvSpPr>
            <a:spLocks xmlns:a="http://schemas.openxmlformats.org/drawingml/2006/main" noGrp="1"/>
          </p:cNvSpPr>
          <p:nvPr/>
        </p:nvSpPr>
        <p:spPr>
          <a:xfrm xmlns:a="http://schemas.openxmlformats.org/drawingml/2006/main">
            <a:off x="6524625" y="4838700"/>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6</a:t>
            </a:r>
          </a:p>
        </p:txBody>
      </p:sp>
      <p:sp>
        <p:nvSpPr>
          <p:cNvPr id="30" name="">
            <a:extLst xmlns:a="http://schemas.openxmlformats.org/drawingml/2006/main">
              <a:ext uri="{FF2B5EF4-FFF2-40B4-BE49-F238E27FC236}">
                <a16:creationId xmlns:a16="http://schemas.microsoft.com/office/drawing/2014/main" id="{5099E964-CB36-4519-8F2C-A787856EB108}"/>
              </a:ext>
            </a:extLst>
          </p:cNvPr>
          <p:cNvSpPr>
            <a:spLocks xmlns:a="http://schemas.openxmlformats.org/drawingml/2006/main" noGrp="1"/>
          </p:cNvSpPr>
          <p:nvPr/>
        </p:nvSpPr>
        <p:spPr>
          <a:xfrm xmlns:a="http://schemas.openxmlformats.org/drawingml/2006/main">
            <a:off x="7058025" y="4838700"/>
            <a:ext cx="4514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Production Readiness</a:t>
            </a:r>
          </a:p>
        </p:txBody>
      </p:sp>
      <p:sp>
        <p:nvSpPr>
          <p:cNvPr id="31" name="">
            <a:extLst xmlns:a="http://schemas.openxmlformats.org/drawingml/2006/main">
              <a:ext uri="{FF2B5EF4-FFF2-40B4-BE49-F238E27FC236}">
                <a16:creationId xmlns:a16="http://schemas.microsoft.com/office/drawing/2014/main" id="{5C5BFFD1-8388-4AEC-9DCA-AB4BF7B6900F}"/>
              </a:ext>
            </a:extLst>
          </p:cNvPr>
          <p:cNvSpPr>
            <a:spLocks xmlns:a="http://schemas.openxmlformats.org/drawingml/2006/main" noGrp="1"/>
          </p:cNvSpPr>
          <p:nvPr/>
        </p:nvSpPr>
        <p:spPr>
          <a:xfrm xmlns:a="http://schemas.openxmlformats.org/drawingml/2006/main">
            <a:off x="7058025" y="5210175"/>
            <a:ext cx="4514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5191D"/>
                </a:solidFill>
              </a:defRPr>
            </a:defPPr>
          </a:lstStyle>
          <a:p xmlns:a="http://schemas.openxmlformats.org/drawingml/2006/main">
            <a:pPr>
              <a:defRPr sz="1575" b="0">
                <a:solidFill>
                  <a:srgbClr val="15191D"/>
                </a:solidFill>
              </a:defRPr>
            </a:pPr>
            <a:r>
              <a:rPr sz="1575" b="0">
                <a:solidFill>
                  <a:srgbClr val="15191D"/>
                </a:solidFill>
              </a:rPr>
              <a:t>Local functionality does not prove launch readiness.</a:t>
            </a:r>
          </a:p>
        </p:txBody>
      </p:sp>
      <p:sp>
        <p:nvSpPr>
          <p:cNvPr id="32" name="">
            <a:extLst xmlns:a="http://schemas.openxmlformats.org/drawingml/2006/main">
              <a:ext uri="{FF2B5EF4-FFF2-40B4-BE49-F238E27FC236}">
                <a16:creationId xmlns:a16="http://schemas.microsoft.com/office/drawing/2014/main" id="{24F108FC-E201-43A7-8BC3-6AB6C1BA16C2}"/>
              </a:ext>
            </a:extLst>
          </p:cNvPr>
          <p:cNvSpPr>
            <a:spLocks xmlns:a="http://schemas.openxmlformats.org/drawingml/2006/main" noGrp="1"/>
          </p:cNvSpPr>
          <p:nvPr/>
        </p:nvSpPr>
        <p:spPr>
          <a:xfrm xmlns:a="http://schemas.openxmlformats.org/drawingml/2006/main">
            <a:off x="7058025" y="5667375"/>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15191D"/>
                </a:solidFill>
              </a:defRPr>
            </a:defPPr>
          </a:lstStyle>
          <a:p xmlns:a="http://schemas.openxmlformats.org/drawingml/2006/main">
            <a:pPr>
              <a:defRPr sz="1575" b="1">
                <a:solidFill>
                  <a:srgbClr val="15191D"/>
                </a:solidFill>
              </a:defRPr>
            </a:pPr>
            <a:r>
              <a:rPr sz="1575" b="1">
                <a:solidFill>
                  <a:srgbClr val="15191D"/>
                </a:solidFill>
              </a:rPr>
              <a:t>Hosting, email, monitoring and live acceptance testing remain.</a:t>
            </a:r>
          </a:p>
        </p:txBody>
      </p:sp>
    </p:spTree>
    <p:extLst>
      <p:ext uri="{BB962C8B-B14F-4D97-AF65-F5344CB8AC3E}">
        <p14:creationId xmlns:p14="http://schemas.microsoft.com/office/powerpoint/2010/main" val="867585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6" name="">
            <a:extLst xmlns:a="http://schemas.openxmlformats.org/drawingml/2006/main">
              <a:ext uri="{FF2B5EF4-FFF2-40B4-BE49-F238E27FC236}">
                <a16:creationId xmlns:a16="http://schemas.microsoft.com/office/drawing/2014/main" id="{09923E75-7B7C-499D-9BDC-505295CE8BB1}"/>
              </a:ext>
            </a:extLst>
          </p:cNvPr>
          <p:cNvPicPr>
            <a:picLocks xmlns:a="http://schemas.openxmlformats.org/drawingml/2006/main" noChangeAspect="1"/>
          </p:cNvPicPr>
          <p:nvPr/>
        </p:nvPicPr>
        <p:blipFill>
          <a:blip xmlns:r="http://schemas.openxmlformats.org/officeDocument/2006/relationships" xmlns:a="http://schemas.openxmlformats.org/drawingml/2006/main" r:embed="Rcd0a57e6d3b342c6"/>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ADB915E-5430-47A9-8F15-57DD9A3E127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9CC92992-9EC9-4373-914F-49AC8391F136}"/>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Conclusion &amp; Future Enhancements</a:t>
            </a:r>
          </a:p>
        </p:txBody>
      </p:sp>
      <p:sp>
        <p:nvSpPr>
          <p:cNvPr id="4" name="">
            <a:extLst xmlns:a="http://schemas.openxmlformats.org/drawingml/2006/main">
              <a:ext uri="{FF2B5EF4-FFF2-40B4-BE49-F238E27FC236}">
                <a16:creationId xmlns:a16="http://schemas.microsoft.com/office/drawing/2014/main" id="{4786D19D-6F5E-4F35-A7E1-ECB74B6879E0}"/>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2D4A4182-AF25-46AF-9900-6A9EC286F067}"/>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C3C69758-4390-4318-B854-52D2AE6F9575}"/>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12</a:t>
            </a:r>
          </a:p>
        </p:txBody>
      </p:sp>
      <p:sp>
        <p:nvSpPr>
          <p:cNvPr id="7" name="">
            <a:extLst xmlns:a="http://schemas.openxmlformats.org/drawingml/2006/main">
              <a:ext uri="{FF2B5EF4-FFF2-40B4-BE49-F238E27FC236}">
                <a16:creationId xmlns:a16="http://schemas.microsoft.com/office/drawing/2014/main" id="{21E414A4-286D-4068-B3CA-0890123194B9}"/>
              </a:ext>
            </a:extLst>
          </p:cNvPr>
          <p:cNvSpPr>
            <a:spLocks xmlns:a="http://schemas.openxmlformats.org/drawingml/2006/main" noGrp="1"/>
          </p:cNvSpPr>
          <p:nvPr/>
        </p:nvSpPr>
        <p:spPr>
          <a:xfrm xmlns:a="http://schemas.openxmlformats.org/drawingml/2006/main">
            <a:off x="571500" y="1533525"/>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57FF"/>
                </a:solidFill>
              </a:defRPr>
            </a:defPPr>
          </a:lstStyle>
          <a:p xmlns:a="http://schemas.openxmlformats.org/drawingml/2006/main">
            <a:pPr>
              <a:defRPr sz="2100" b="1">
                <a:solidFill>
                  <a:srgbClr val="1557FF"/>
                </a:solidFill>
              </a:defRPr>
            </a:pPr>
            <a:r>
              <a:rPr sz="2100" b="1">
                <a:solidFill>
                  <a:srgbClr val="1557FF"/>
                </a:solidFill>
              </a:rPr>
              <a:t>Conclusion</a:t>
            </a:r>
          </a:p>
        </p:txBody>
      </p:sp>
      <p:sp>
        <p:nvSpPr>
          <p:cNvPr id="8" name="">
            <a:extLst xmlns:a="http://schemas.openxmlformats.org/drawingml/2006/main">
              <a:ext uri="{FF2B5EF4-FFF2-40B4-BE49-F238E27FC236}">
                <a16:creationId xmlns:a16="http://schemas.microsoft.com/office/drawing/2014/main" id="{62A9610D-90D5-4DC2-92F5-D3E4A7D37FAD}"/>
              </a:ext>
            </a:extLst>
          </p:cNvPr>
          <p:cNvSpPr>
            <a:spLocks xmlns:a="http://schemas.openxmlformats.org/drawingml/2006/main" noGrp="1"/>
          </p:cNvSpPr>
          <p:nvPr/>
        </p:nvSpPr>
        <p:spPr>
          <a:xfrm xmlns:a="http://schemas.openxmlformats.org/drawingml/2006/main">
            <a:off x="571500" y="2066925"/>
            <a:ext cx="4667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191D"/>
                </a:solidFill>
              </a:defRPr>
            </a:defPPr>
          </a:lstStyle>
          <a:p xmlns:a="http://schemas.openxmlformats.org/drawingml/2006/main">
            <a:pPr>
              <a:defRPr sz="2100" b="0">
                <a:solidFill>
                  <a:srgbClr val="15191D"/>
                </a:solidFill>
              </a:defRPr>
            </a:pPr>
            <a:r>
              <a:rPr sz="2100" b="0">
                <a:solidFill>
                  <a:srgbClr val="15191D"/>
                </a:solidFill>
              </a:rPr>
              <a:t>Nearby brings exact-pincode service discovery, booking and provider management into one role-based web platform. The code includes payments, chat and dispute workflows. Production launch requires external service configuration and live validation.</a:t>
            </a:r>
          </a:p>
        </p:txBody>
      </p:sp>
      <p:sp>
        <p:nvSpPr>
          <p:cNvPr id="9" name="">
            <a:extLst xmlns:a="http://schemas.openxmlformats.org/drawingml/2006/main">
              <a:ext uri="{FF2B5EF4-FFF2-40B4-BE49-F238E27FC236}">
                <a16:creationId xmlns:a16="http://schemas.microsoft.com/office/drawing/2014/main" id="{55C01CAB-8FAB-4E34-A372-C572D702256D}"/>
              </a:ext>
            </a:extLst>
          </p:cNvPr>
          <p:cNvSpPr>
            <a:spLocks xmlns:a="http://schemas.openxmlformats.org/drawingml/2006/main" noGrp="1"/>
          </p:cNvSpPr>
          <p:nvPr/>
        </p:nvSpPr>
        <p:spPr>
          <a:xfrm xmlns:a="http://schemas.openxmlformats.org/drawingml/2006/main">
            <a:off x="5772150" y="1533525"/>
            <a:ext cx="5848350" cy="4276725"/>
          </a:xfrm>
          <a:prstGeom xmlns:a="http://schemas.openxmlformats.org/drawingml/2006/main" prst="rect">
            <a:avLst/>
          </a:prstGeom>
          <a:solidFill xmlns:a="http://schemas.openxmlformats.org/drawingml/2006/main">
            <a:srgbClr val="FFF7CD"/>
          </a:solidFill>
          <a:ln xmlns:a="http://schemas.openxmlformats.org/drawingml/2006/main" w="9525">
            <a:solidFill>
              <a:srgbClr val="FFF7CD"/>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0" name="">
            <a:extLst xmlns:a="http://schemas.openxmlformats.org/drawingml/2006/main">
              <a:ext uri="{FF2B5EF4-FFF2-40B4-BE49-F238E27FC236}">
                <a16:creationId xmlns:a16="http://schemas.microsoft.com/office/drawing/2014/main" id="{EE615027-9E67-4BB6-9B3A-CCDA3C7FCC7A}"/>
              </a:ext>
            </a:extLst>
          </p:cNvPr>
          <p:cNvSpPr>
            <a:spLocks xmlns:a="http://schemas.openxmlformats.org/drawingml/2006/main" noGrp="1"/>
          </p:cNvSpPr>
          <p:nvPr/>
        </p:nvSpPr>
        <p:spPr>
          <a:xfrm xmlns:a="http://schemas.openxmlformats.org/drawingml/2006/main">
            <a:off x="6019800" y="1752600"/>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Future Enhancements</a:t>
            </a:r>
          </a:p>
        </p:txBody>
      </p:sp>
      <p:sp>
        <p:nvSpPr>
          <p:cNvPr id="11" name="">
            <a:extLst xmlns:a="http://schemas.openxmlformats.org/drawingml/2006/main">
              <a:ext uri="{FF2B5EF4-FFF2-40B4-BE49-F238E27FC236}">
                <a16:creationId xmlns:a16="http://schemas.microsoft.com/office/drawing/2014/main" id="{44B824E9-4257-460D-B1D4-568B76081C6D}"/>
              </a:ext>
            </a:extLst>
          </p:cNvPr>
          <p:cNvSpPr>
            <a:spLocks xmlns:a="http://schemas.openxmlformats.org/drawingml/2006/main" noGrp="1"/>
          </p:cNvSpPr>
          <p:nvPr/>
        </p:nvSpPr>
        <p:spPr>
          <a:xfrm xmlns:a="http://schemas.openxmlformats.org/drawingml/2006/main">
            <a:off x="6238875" y="2466975"/>
            <a:ext cx="0" cy="2790825"/>
          </a:xfrm>
          <a:prstGeom xmlns:a="http://schemas.openxmlformats.org/drawingml/2006/main" prst="line">
            <a:avLst/>
          </a:prstGeom>
          <a:ln xmlns:a="http://schemas.openxmlformats.org/drawingml/2006/main" w="19050">
            <a:solidFill>
              <a:srgbClr val="1557FF"/>
            </a:solidFill>
          </a:ln>
        </p:spPr>
      </p:sp>
      <p:sp>
        <p:nvSpPr>
          <p:cNvPr id="12" name="">
            <a:extLst xmlns:a="http://schemas.openxmlformats.org/drawingml/2006/main">
              <a:ext uri="{FF2B5EF4-FFF2-40B4-BE49-F238E27FC236}">
                <a16:creationId xmlns:a16="http://schemas.microsoft.com/office/drawing/2014/main" id="{63413247-7135-4605-B7D4-637EF784D462}"/>
              </a:ext>
            </a:extLst>
          </p:cNvPr>
          <p:cNvSpPr>
            <a:spLocks xmlns:a="http://schemas.openxmlformats.org/drawingml/2006/main" noGrp="1"/>
          </p:cNvSpPr>
          <p:nvPr/>
        </p:nvSpPr>
        <p:spPr>
          <a:xfrm xmlns:a="http://schemas.openxmlformats.org/drawingml/2006/main">
            <a:off x="6019800" y="2400300"/>
            <a:ext cx="438150" cy="36195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1</a:t>
            </a:r>
          </a:p>
        </p:txBody>
      </p:sp>
      <p:sp>
        <p:nvSpPr>
          <p:cNvPr id="13" name="">
            <a:extLst xmlns:a="http://schemas.openxmlformats.org/drawingml/2006/main">
              <a:ext uri="{FF2B5EF4-FFF2-40B4-BE49-F238E27FC236}">
                <a16:creationId xmlns:a16="http://schemas.microsoft.com/office/drawing/2014/main" id="{1C8C640F-EA5C-49FB-83A8-33F688FAF10D}"/>
              </a:ext>
            </a:extLst>
          </p:cNvPr>
          <p:cNvSpPr>
            <a:spLocks xmlns:a="http://schemas.openxmlformats.org/drawingml/2006/main" noGrp="1"/>
          </p:cNvSpPr>
          <p:nvPr/>
        </p:nvSpPr>
        <p:spPr>
          <a:xfrm xmlns:a="http://schemas.openxmlformats.org/drawingml/2006/main">
            <a:off x="6667500" y="240030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Mobile Access</a:t>
            </a:r>
          </a:p>
        </p:txBody>
      </p:sp>
      <p:sp>
        <p:nvSpPr>
          <p:cNvPr id="14" name="">
            <a:extLst xmlns:a="http://schemas.openxmlformats.org/drawingml/2006/main">
              <a:ext uri="{FF2B5EF4-FFF2-40B4-BE49-F238E27FC236}">
                <a16:creationId xmlns:a16="http://schemas.microsoft.com/office/drawing/2014/main" id="{BFB456F2-DEC4-43B2-9B0A-F587EE825990}"/>
              </a:ext>
            </a:extLst>
          </p:cNvPr>
          <p:cNvSpPr>
            <a:spLocks xmlns:a="http://schemas.openxmlformats.org/drawingml/2006/main" noGrp="1"/>
          </p:cNvSpPr>
          <p:nvPr/>
        </p:nvSpPr>
        <p:spPr>
          <a:xfrm xmlns:a="http://schemas.openxmlformats.org/drawingml/2006/main">
            <a:off x="6667500" y="27241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A dedicated mobile app for customers and providers</a:t>
            </a:r>
          </a:p>
        </p:txBody>
      </p:sp>
      <p:sp>
        <p:nvSpPr>
          <p:cNvPr id="15" name="">
            <a:extLst xmlns:a="http://schemas.openxmlformats.org/drawingml/2006/main">
              <a:ext uri="{FF2B5EF4-FFF2-40B4-BE49-F238E27FC236}">
                <a16:creationId xmlns:a16="http://schemas.microsoft.com/office/drawing/2014/main" id="{B15BF2FC-F4C7-4FDB-BD35-3F9CE82C2989}"/>
              </a:ext>
            </a:extLst>
          </p:cNvPr>
          <p:cNvSpPr>
            <a:spLocks xmlns:a="http://schemas.openxmlformats.org/drawingml/2006/main" noGrp="1"/>
          </p:cNvSpPr>
          <p:nvPr/>
        </p:nvSpPr>
        <p:spPr>
          <a:xfrm xmlns:a="http://schemas.openxmlformats.org/drawingml/2006/main">
            <a:off x="6019800" y="3200400"/>
            <a:ext cx="438150" cy="36195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2</a:t>
            </a:r>
          </a:p>
        </p:txBody>
      </p:sp>
      <p:sp>
        <p:nvSpPr>
          <p:cNvPr id="16" name="">
            <a:extLst xmlns:a="http://schemas.openxmlformats.org/drawingml/2006/main">
              <a:ext uri="{FF2B5EF4-FFF2-40B4-BE49-F238E27FC236}">
                <a16:creationId xmlns:a16="http://schemas.microsoft.com/office/drawing/2014/main" id="{19A6B9E4-16CB-4A36-A287-2B2C0409F3EB}"/>
              </a:ext>
            </a:extLst>
          </p:cNvPr>
          <p:cNvSpPr>
            <a:spLocks xmlns:a="http://schemas.openxmlformats.org/drawingml/2006/main" noGrp="1"/>
          </p:cNvSpPr>
          <p:nvPr/>
        </p:nvSpPr>
        <p:spPr>
          <a:xfrm xmlns:a="http://schemas.openxmlformats.org/drawingml/2006/main">
            <a:off x="6667500" y="320040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Notifications</a:t>
            </a:r>
          </a:p>
        </p:txBody>
      </p:sp>
      <p:sp>
        <p:nvSpPr>
          <p:cNvPr id="17" name="">
            <a:extLst xmlns:a="http://schemas.openxmlformats.org/drawingml/2006/main">
              <a:ext uri="{FF2B5EF4-FFF2-40B4-BE49-F238E27FC236}">
                <a16:creationId xmlns:a16="http://schemas.microsoft.com/office/drawing/2014/main" id="{194643F5-5262-491E-BB23-366F89D7B7D0}"/>
              </a:ext>
            </a:extLst>
          </p:cNvPr>
          <p:cNvSpPr>
            <a:spLocks xmlns:a="http://schemas.openxmlformats.org/drawingml/2006/main" noGrp="1"/>
          </p:cNvSpPr>
          <p:nvPr/>
        </p:nvSpPr>
        <p:spPr>
          <a:xfrm xmlns:a="http://schemas.openxmlformats.org/drawingml/2006/main">
            <a:off x="6667500" y="35242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Push notifications for booking and payment updates</a:t>
            </a:r>
          </a:p>
        </p:txBody>
      </p:sp>
      <p:sp>
        <p:nvSpPr>
          <p:cNvPr id="18" name="">
            <a:extLst xmlns:a="http://schemas.openxmlformats.org/drawingml/2006/main">
              <a:ext uri="{FF2B5EF4-FFF2-40B4-BE49-F238E27FC236}">
                <a16:creationId xmlns:a16="http://schemas.microsoft.com/office/drawing/2014/main" id="{3204AB72-22D8-4CAB-B9E8-293AE1960664}"/>
              </a:ext>
            </a:extLst>
          </p:cNvPr>
          <p:cNvSpPr>
            <a:spLocks xmlns:a="http://schemas.openxmlformats.org/drawingml/2006/main" noGrp="1"/>
          </p:cNvSpPr>
          <p:nvPr/>
        </p:nvSpPr>
        <p:spPr>
          <a:xfrm xmlns:a="http://schemas.openxmlformats.org/drawingml/2006/main">
            <a:off x="6019800" y="4000500"/>
            <a:ext cx="438150" cy="36195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3</a:t>
            </a:r>
          </a:p>
        </p:txBody>
      </p:sp>
      <p:sp>
        <p:nvSpPr>
          <p:cNvPr id="19" name="">
            <a:extLst xmlns:a="http://schemas.openxmlformats.org/drawingml/2006/main">
              <a:ext uri="{FF2B5EF4-FFF2-40B4-BE49-F238E27FC236}">
                <a16:creationId xmlns:a16="http://schemas.microsoft.com/office/drawing/2014/main" id="{1974053C-D855-4736-9BA2-E88CA93ADD79}"/>
              </a:ext>
            </a:extLst>
          </p:cNvPr>
          <p:cNvSpPr>
            <a:spLocks xmlns:a="http://schemas.openxmlformats.org/drawingml/2006/main" noGrp="1"/>
          </p:cNvSpPr>
          <p:nvPr/>
        </p:nvSpPr>
        <p:spPr>
          <a:xfrm xmlns:a="http://schemas.openxmlformats.org/drawingml/2006/main">
            <a:off x="6667500" y="400050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Recommendations</a:t>
            </a:r>
          </a:p>
        </p:txBody>
      </p:sp>
      <p:sp>
        <p:nvSpPr>
          <p:cNvPr id="20" name="">
            <a:extLst xmlns:a="http://schemas.openxmlformats.org/drawingml/2006/main">
              <a:ext uri="{FF2B5EF4-FFF2-40B4-BE49-F238E27FC236}">
                <a16:creationId xmlns:a16="http://schemas.microsoft.com/office/drawing/2014/main" id="{9D110110-0FE3-43F5-8C10-AAC5ED217C9F}"/>
              </a:ext>
            </a:extLst>
          </p:cNvPr>
          <p:cNvSpPr>
            <a:spLocks xmlns:a="http://schemas.openxmlformats.org/drawingml/2006/main" noGrp="1"/>
          </p:cNvSpPr>
          <p:nvPr/>
        </p:nvSpPr>
        <p:spPr>
          <a:xfrm xmlns:a="http://schemas.openxmlformats.org/drawingml/2006/main">
            <a:off x="6667500" y="43243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Personalized service suggestions based on user needs</a:t>
            </a:r>
          </a:p>
        </p:txBody>
      </p:sp>
      <p:sp>
        <p:nvSpPr>
          <p:cNvPr id="21" name="">
            <a:extLst xmlns:a="http://schemas.openxmlformats.org/drawingml/2006/main">
              <a:ext uri="{FF2B5EF4-FFF2-40B4-BE49-F238E27FC236}">
                <a16:creationId xmlns:a16="http://schemas.microsoft.com/office/drawing/2014/main" id="{B3EB8C02-7865-4915-B569-63DD811C0AFE}"/>
              </a:ext>
            </a:extLst>
          </p:cNvPr>
          <p:cNvSpPr>
            <a:spLocks xmlns:a="http://schemas.openxmlformats.org/drawingml/2006/main" noGrp="1"/>
          </p:cNvSpPr>
          <p:nvPr/>
        </p:nvSpPr>
        <p:spPr>
          <a:xfrm xmlns:a="http://schemas.openxmlformats.org/drawingml/2006/main">
            <a:off x="6019800" y="4800600"/>
            <a:ext cx="438150" cy="36195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4</a:t>
            </a:r>
          </a:p>
        </p:txBody>
      </p:sp>
      <p:sp>
        <p:nvSpPr>
          <p:cNvPr id="22" name="">
            <a:extLst xmlns:a="http://schemas.openxmlformats.org/drawingml/2006/main">
              <a:ext uri="{FF2B5EF4-FFF2-40B4-BE49-F238E27FC236}">
                <a16:creationId xmlns:a16="http://schemas.microsoft.com/office/drawing/2014/main" id="{814EA782-04FF-4A8F-BCC0-A51102D29AAB}"/>
              </a:ext>
            </a:extLst>
          </p:cNvPr>
          <p:cNvSpPr>
            <a:spLocks xmlns:a="http://schemas.openxmlformats.org/drawingml/2006/main" noGrp="1"/>
          </p:cNvSpPr>
          <p:nvPr/>
        </p:nvSpPr>
        <p:spPr>
          <a:xfrm xmlns:a="http://schemas.openxmlformats.org/drawingml/2006/main">
            <a:off x="6667500" y="480060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Analytics</a:t>
            </a:r>
          </a:p>
        </p:txBody>
      </p:sp>
      <p:sp>
        <p:nvSpPr>
          <p:cNvPr id="23" name="">
            <a:extLst xmlns:a="http://schemas.openxmlformats.org/drawingml/2006/main">
              <a:ext uri="{FF2B5EF4-FFF2-40B4-BE49-F238E27FC236}">
                <a16:creationId xmlns:a16="http://schemas.microsoft.com/office/drawing/2014/main" id="{D95990B6-A1A9-45EF-91D3-23C394735B9E}"/>
              </a:ext>
            </a:extLst>
          </p:cNvPr>
          <p:cNvSpPr>
            <a:spLocks xmlns:a="http://schemas.openxmlformats.org/drawingml/2006/main" noGrp="1"/>
          </p:cNvSpPr>
          <p:nvPr/>
        </p:nvSpPr>
        <p:spPr>
          <a:xfrm xmlns:a="http://schemas.openxmlformats.org/drawingml/2006/main">
            <a:off x="6667500" y="51244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Expanded provider and marketplace performance reports</a:t>
            </a:r>
          </a:p>
        </p:txBody>
      </p:sp>
      <p:sp>
        <p:nvSpPr>
          <p:cNvPr id="24" name="">
            <a:extLst xmlns:a="http://schemas.openxmlformats.org/drawingml/2006/main">
              <a:ext uri="{FF2B5EF4-FFF2-40B4-BE49-F238E27FC236}">
                <a16:creationId xmlns:a16="http://schemas.microsoft.com/office/drawing/2014/main" id="{77BF6545-3D75-4211-8099-BD04BEA3CE40}"/>
              </a:ext>
            </a:extLst>
          </p:cNvPr>
          <p:cNvSpPr>
            <a:spLocks xmlns:a="http://schemas.openxmlformats.org/drawingml/2006/main" noGrp="1"/>
          </p:cNvSpPr>
          <p:nvPr/>
        </p:nvSpPr>
        <p:spPr>
          <a:xfrm xmlns:a="http://schemas.openxmlformats.org/drawingml/2006/main">
            <a:off x="571500" y="5762625"/>
            <a:ext cx="457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5191D"/>
                </a:solidFill>
              </a:defRPr>
            </a:defPPr>
          </a:lstStyle>
          <a:p xmlns:a="http://schemas.openxmlformats.org/drawingml/2006/main">
            <a:pPr>
              <a:defRPr sz="3450" b="1">
                <a:solidFill>
                  <a:srgbClr val="15191D"/>
                </a:solidFill>
              </a:defRPr>
            </a:pPr>
            <a:r>
              <a:rPr sz="3450" b="1">
                <a:solidFill>
                  <a:srgbClr val="15191D"/>
                </a:solidFill>
              </a:rPr>
              <a:t>Thank You</a:t>
            </a:r>
          </a:p>
        </p:txBody>
      </p:sp>
      <p:sp>
        <p:nvSpPr>
          <p:cNvPr id="25" name="">
            <a:extLst xmlns:a="http://schemas.openxmlformats.org/drawingml/2006/main">
              <a:ext uri="{FF2B5EF4-FFF2-40B4-BE49-F238E27FC236}">
                <a16:creationId xmlns:a16="http://schemas.microsoft.com/office/drawing/2014/main" id="{C5FF4433-2EDA-4A64-9BD3-FA12773D3072}"/>
              </a:ext>
            </a:extLst>
          </p:cNvPr>
          <p:cNvSpPr>
            <a:spLocks xmlns:a="http://schemas.openxmlformats.org/drawingml/2006/main" noGrp="1"/>
          </p:cNvSpPr>
          <p:nvPr/>
        </p:nvSpPr>
        <p:spPr>
          <a:xfrm xmlns:a="http://schemas.openxmlformats.org/drawingml/2006/main">
            <a:off x="6019800" y="5953125"/>
            <a:ext cx="542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565E"/>
                </a:solidFill>
              </a:defRPr>
            </a:defPPr>
          </a:lstStyle>
          <a:p xmlns:a="http://schemas.openxmlformats.org/drawingml/2006/main">
            <a:pPr>
              <a:defRPr sz="1200" b="0">
                <a:solidFill>
                  <a:srgbClr val="53565E"/>
                </a:solidFill>
              </a:defRPr>
            </a:pPr>
            <a:r>
              <a:rPr sz="1200" b="0">
                <a:solidFill>
                  <a:srgbClr val="53565E"/>
                </a:solidFill>
              </a:rPr>
              <a:t>Proposed directions, not a committed delivery schedule</a:t>
            </a:r>
          </a:p>
        </p:txBody>
      </p:sp>
    </p:spTree>
    <p:extLst>
      <p:ext uri="{BB962C8B-B14F-4D97-AF65-F5344CB8AC3E}">
        <p14:creationId xmlns:p14="http://schemas.microsoft.com/office/powerpoint/2010/main" val="8672590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2026-10-14T23:28:47.4990000Z</dcterms:created>
  <dcterms:modified xsi:type="dcterms:W3CDTF">2026-10-14T23:28:47.4990000Z</dcterms:modified>
</coreProperties>
</file>
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4a8f26d11b4a6b" /><Relationship Type="http://schemas.openxmlformats.org/officeDocument/2006/relationships/extended-properties" Target="/docProps/app.xml" Id="R47ed6489e8f047c3" /><Relationship Type="http://schemas.openxmlformats.org/officeDocument/2006/relationships/officeDocument" Target="/ppt/presentation.xml" Id="R5a241cebe7e34741" /></Relationships>
</file>

<file path=ppt/presentation.xml><?xml version="1.0" encoding="utf-8"?>
<p:presentation xmlns:p="http://schemas.openxmlformats.org/presentationml/2006/main">
  <p:sldMasterIdLst>
    <p:sldMasterId xmlns:r="http://schemas.openxmlformats.org/officeDocument/2006/relationships" id="2147483648" r:id="Rc8a5a596bf0b430a"/>
  </p:sldMasterIdLst>
  <p:notesMasterIdLst>
    <p:notesMasterId xmlns:r="http://schemas.openxmlformats.org/officeDocument/2006/relationships" r:id="Rc4891bc45e6045c5"/>
  </p:notesMasterIdLst>
  <p:sldIdLst>
    <p:sldId xmlns:r="http://schemas.openxmlformats.org/officeDocument/2006/relationships" id="256" r:id="R65babb7daec24dba"/>
    <p:sldId xmlns:r="http://schemas.openxmlformats.org/officeDocument/2006/relationships" id="257" r:id="R12fb7e6e34734587"/>
    <p:sldId xmlns:r="http://schemas.openxmlformats.org/officeDocument/2006/relationships" id="258" r:id="Rb84211ef9a9b4202"/>
    <p:sldId xmlns:r="http://schemas.openxmlformats.org/officeDocument/2006/relationships" id="259" r:id="Rcbef76b1b8b147a1"/>
    <p:sldId xmlns:r="http://schemas.openxmlformats.org/officeDocument/2006/relationships" id="260" r:id="Ra5de157b43c643d2"/>
    <p:sldId xmlns:r="http://schemas.openxmlformats.org/officeDocument/2006/relationships" id="261" r:id="R7842fcf295ef4579"/>
    <p:sldId xmlns:r="http://schemas.openxmlformats.org/officeDocument/2006/relationships" id="262" r:id="R2d4ef1592d6b47db"/>
    <p:sldId xmlns:r="http://schemas.openxmlformats.org/officeDocument/2006/relationships" id="263" r:id="R1dfb1822a5144ad8"/>
    <p:sldId xmlns:r="http://schemas.openxmlformats.org/officeDocument/2006/relationships" id="264" r:id="R1a4fd2a0f21e4b1e"/>
    <p:sldId xmlns:r="http://schemas.openxmlformats.org/officeDocument/2006/relationships" id="265" r:id="R1dddb11119e84ccf"/>
    <p:sldId xmlns:r="http://schemas.openxmlformats.org/officeDocument/2006/relationships" id="266" r:id="Re88a452f692743ae"/>
    <p:sldId xmlns:r="http://schemas.openxmlformats.org/officeDocument/2006/relationships" id="267" r:id="R010ed98d6eeb4f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fc37a0808e445e" /><Relationship Type="http://schemas.openxmlformats.org/officeDocument/2006/relationships/slideMaster" Target="/ppt/slideMasters/slideMaster1.xml" Id="Rc8a5a596bf0b430a" /><Relationship Type="http://schemas.openxmlformats.org/officeDocument/2006/relationships/notesMaster" Target="/ppt/notesMasters/notesMaster1.xml" Id="Rc4891bc45e6045c5" /><Relationship Type="http://schemas.openxmlformats.org/officeDocument/2006/relationships/presProps" Target="/ppt/presProps.xml" Id="R6ee8ef67583d47d7" /><Relationship Type="http://schemas.openxmlformats.org/officeDocument/2006/relationships/tableStyles" Target="/ppt/tableStyles.xml" Id="Rea965cbb98c74f7b" /><Relationship Type="http://schemas.openxmlformats.org/officeDocument/2006/relationships/slide" Target="/ppt/slides/slide1.xml" Id="R65babb7daec24dba" /><Relationship Type="http://schemas.openxmlformats.org/officeDocument/2006/relationships/slide" Target="/ppt/slides/slide2.xml" Id="R12fb7e6e34734587" /><Relationship Type="http://schemas.openxmlformats.org/officeDocument/2006/relationships/slide" Target="/ppt/slides/slide3.xml" Id="Rb84211ef9a9b4202" /><Relationship Type="http://schemas.openxmlformats.org/officeDocument/2006/relationships/slide" Target="/ppt/slides/slide4.xml" Id="Rcbef76b1b8b147a1" /><Relationship Type="http://schemas.openxmlformats.org/officeDocument/2006/relationships/slide" Target="/ppt/slides/slide5.xml" Id="Ra5de157b43c643d2" /><Relationship Type="http://schemas.openxmlformats.org/officeDocument/2006/relationships/slide" Target="/ppt/slides/slide6.xml" Id="R7842fcf295ef4579" /><Relationship Type="http://schemas.openxmlformats.org/officeDocument/2006/relationships/slide" Target="/ppt/slides/slide7.xml" Id="R2d4ef1592d6b47db" /><Relationship Type="http://schemas.openxmlformats.org/officeDocument/2006/relationships/slide" Target="/ppt/slides/slide8.xml" Id="R1dfb1822a5144ad8" /><Relationship Type="http://schemas.openxmlformats.org/officeDocument/2006/relationships/slide" Target="/ppt/slides/slide9.xml" Id="R1a4fd2a0f21e4b1e" /><Relationship Type="http://schemas.openxmlformats.org/officeDocument/2006/relationships/slide" Target="/ppt/slides/slide10.xml" Id="R1dddb11119e84ccf" /><Relationship Type="http://schemas.openxmlformats.org/officeDocument/2006/relationships/slide" Target="/ppt/slides/slide11.xml" Id="Re88a452f692743ae" /><Relationship Type="http://schemas.openxmlformats.org/officeDocument/2006/relationships/slide" Target="/ppt/slides/slide12.xml" Id="R010ed98d6eeb4f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58882bddfd4f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d880c3dfe34e9d" /><Relationship Type="http://schemas.openxmlformats.org/officeDocument/2006/relationships/notesMaster" Target="/ppt/notesMasters/notesMaster1.xml" Id="R475da0e044f74e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15a449c890439d" /><Relationship Type="http://schemas.openxmlformats.org/officeDocument/2006/relationships/notesMaster" Target="/ppt/notesMasters/notesMaster1.xml" Id="R8d67f461ed1e4b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c842ac34fd4bdb" /><Relationship Type="http://schemas.openxmlformats.org/officeDocument/2006/relationships/notesMaster" Target="/ppt/notesMasters/notesMaster1.xml" Id="Rdfc0ca2ac04c41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d08d7a6fdd4de3" /><Relationship Type="http://schemas.openxmlformats.org/officeDocument/2006/relationships/notesMaster" Target="/ppt/notesMasters/notesMaster1.xml" Id="Rae29fa84e7454a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63b1f8a2334442" /><Relationship Type="http://schemas.openxmlformats.org/officeDocument/2006/relationships/notesMaster" Target="/ppt/notesMasters/notesMaster1.xml" Id="Racd98edf2f334c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4503ba25004dc7" /><Relationship Type="http://schemas.openxmlformats.org/officeDocument/2006/relationships/notesMaster" Target="/ppt/notesMasters/notesMaster1.xml" Id="R3eb959c3dc9641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4d6aeee14e41d9" /><Relationship Type="http://schemas.openxmlformats.org/officeDocument/2006/relationships/notesMaster" Target="/ppt/notesMasters/notesMaster1.xml" Id="Rd5ef050694bd46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fababc3445428a" /><Relationship Type="http://schemas.openxmlformats.org/officeDocument/2006/relationships/notesMaster" Target="/ppt/notesMasters/notesMaster1.xml" Id="R5b447d3538494c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3f9dc10e4a4646" /><Relationship Type="http://schemas.openxmlformats.org/officeDocument/2006/relationships/notesMaster" Target="/ppt/notesMasters/notesMaster1.xml" Id="R4bc46845a5c444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95e0101fbe4084" /><Relationship Type="http://schemas.openxmlformats.org/officeDocument/2006/relationships/notesMaster" Target="/ppt/notesMasters/notesMaster1.xml" Id="R41f2414078414a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039d64b7c54299" /><Relationship Type="http://schemas.openxmlformats.org/officeDocument/2006/relationships/notesMaster" Target="/ppt/notesMasters/notesMaster1.xml" Id="Rc14f9e7088d046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b73a96bd814cec" /><Relationship Type="http://schemas.openxmlformats.org/officeDocument/2006/relationships/notesMaster" Target="/ppt/notesMasters/notesMaster1.xml" Id="Re5e79629e20f4c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Nearby project review presentation. Original technical content retained. UI panels are conceptual illustrations, not implementation screenshots. Future enhancements are proposed. Production integrations require configuration and live validation. Abstract artwork generated with ImageGen. Icons: https://github.com/lucide-icons/lucide/blob/main/icons/user-round.svg ; https://github.com/lucide-icons/lucide/blob/main/icons/briefcase-business.svg ; https://github.com/lucide-icons/lucide/blob/main/icons/shield-check.svg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089e2f5d394d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0052152a3949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d1d4eb670a45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62bf80b06446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a7d54fba5444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aa64bef98441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F0D051-62E7-417A-B305-2DACF8F25C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41F418-0B90-4BD2-B5BA-F7DAC50246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C396CBB-0526-4723-A40C-540CE3ECCB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88B309-7949-4FEC-83A9-31E0F09D25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64F0DB-470F-4AA1-9B90-185C9C1D19A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8FD35FE-A6F3-4EF1-A56C-281809F8DB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3CCACE-D6C4-43F6-A743-663E22ED02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F99E6A-2184-4F46-B768-821AA4F1963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3E92D2-E473-4EFC-B1EE-284621695A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4280E3-F95B-4FF3-9337-0D212311AE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76acc9f8864cae" /><Relationship Type="http://schemas.openxmlformats.org/officeDocument/2006/relationships/slideLayout" Target="/ppt/slideLayouts/slideLayout1.xml" Id="R7270e34e4a1d4fd7" /><Relationship Type="http://schemas.openxmlformats.org/officeDocument/2006/relationships/slideLayout" Target="/ppt/slideLayouts/slideLayout2.xml" Id="R162a52ea259548b7" /><Relationship Type="http://schemas.openxmlformats.org/officeDocument/2006/relationships/slideLayout" Target="/ppt/slideLayouts/slideLayout3.xml" Id="R4144623d13824109" /><Relationship Type="http://schemas.openxmlformats.org/officeDocument/2006/relationships/slideLayout" Target="/ppt/slideLayouts/slideLayout4.xml" Id="R9328f3117f024054" /><Relationship Type="http://schemas.openxmlformats.org/officeDocument/2006/relationships/slideLayout" Target="/ppt/slideLayouts/slideLayout5.xml" Id="R65c503441d7d42ab" /><Relationship Type="http://schemas.openxmlformats.org/officeDocument/2006/relationships/slideLayout" Target="/ppt/slideLayouts/slideLayout6.xml" Id="R7691252d1ced44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70e34e4a1d4fd7"/>
    <p:sldLayoutId xmlns:r="http://schemas.openxmlformats.org/officeDocument/2006/relationships" id="2147483650" r:id="R162a52ea259548b7"/>
    <p:sldLayoutId xmlns:r="http://schemas.openxmlformats.org/officeDocument/2006/relationships" id="2147483651" r:id="R4144623d13824109"/>
    <p:sldLayoutId xmlns:r="http://schemas.openxmlformats.org/officeDocument/2006/relationships" id="2147483652" r:id="R9328f3117f024054"/>
    <p:sldLayoutId xmlns:r="http://schemas.openxmlformats.org/officeDocument/2006/relationships" id="2147483653" r:id="R65c503441d7d42ab"/>
    <p:sldLayoutId xmlns:r="http://schemas.openxmlformats.org/officeDocument/2006/relationships" id="2147483654" r:id="R7691252d1ced44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05d2d281d04b08" /><Relationship Type="http://schemas.openxmlformats.org/officeDocument/2006/relationships/image" Target="/ppt/media/image.png" Id="Rcb15768ad48146bf" /><Relationship Type="http://schemas.openxmlformats.org/officeDocument/2006/relationships/notesSlide" Target="/ppt/notesSlides/notesSlide1.xml" Id="R684e1f12b19047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8b90b1236a4738" /><Relationship Type="http://schemas.openxmlformats.org/officeDocument/2006/relationships/image" Target="/ppt/media/image2.png" Id="Rc160cdb1bc954da4" /><Relationship Type="http://schemas.openxmlformats.org/officeDocument/2006/relationships/notesSlide" Target="/ppt/notesSlides/notesSlide2.xml" Id="Rd114dc2cea3b47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79448ca33a4302" /><Relationship Type="http://schemas.openxmlformats.org/officeDocument/2006/relationships/image" Target="/ppt/media/image3.png" Id="Ra3a23106f42c4eaf" /><Relationship Type="http://schemas.openxmlformats.org/officeDocument/2006/relationships/notesSlide" Target="/ppt/notesSlides/notesSlide3.xml" Id="R1233b4a37d4149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472cd776fa4332" /><Relationship Type="http://schemas.openxmlformats.org/officeDocument/2006/relationships/image" Target="/ppt/media/image4.png" Id="Rf5994856137140ab" /><Relationship Type="http://schemas.openxmlformats.org/officeDocument/2006/relationships/notesSlide" Target="/ppt/notesSlides/notesSlide4.xml" Id="R6c4cab47de0847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3966a8cdc04195" /><Relationship Type="http://schemas.openxmlformats.org/officeDocument/2006/relationships/image" Target="/ppt/media/image5.png" Id="Rcea9aa46f0634225" /><Relationship Type="http://schemas.openxmlformats.org/officeDocument/2006/relationships/notesSlide" Target="/ppt/notesSlides/notesSlide5.xml" Id="Rc98b5ffcd49844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5e927cb25640b6" /><Relationship Type="http://schemas.openxmlformats.org/officeDocument/2006/relationships/image" Target="/ppt/media/image6.png" Id="Re4a6ad7d273c43a0" /><Relationship Type="http://schemas.openxmlformats.org/officeDocument/2006/relationships/notesSlide" Target="/ppt/notesSlides/notesSlide6.xml" Id="Re525c3c4047042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947e72c0d5047d5" /><Relationship Type="http://schemas.openxmlformats.org/officeDocument/2006/relationships/image" Target="/ppt/media/image7.png" Id="R91a5ca4c226249a5" /><Relationship Type="http://schemas.openxmlformats.org/officeDocument/2006/relationships/notesSlide" Target="/ppt/notesSlides/notesSlide7.xml" Id="R49e5d4d8a9ea46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4ea0213415c4752" /><Relationship Type="http://schemas.openxmlformats.org/officeDocument/2006/relationships/image" Target="/ppt/media/image8.png" Id="R1f7d874c768e4bdd" /><Relationship Type="http://schemas.openxmlformats.org/officeDocument/2006/relationships/image" Target="/ppt/media/image9.png" Id="Rba015423c6f84e60" /><Relationship Type="http://schemas.openxmlformats.org/officeDocument/2006/relationships/image" Target="/ppt/media/image.svg" Id="R48346e2a540e4145" /><Relationship Type="http://schemas.openxmlformats.org/officeDocument/2006/relationships/image" Target="/ppt/media/image10.png" Id="Rd44a6b5bdecb477f" /><Relationship Type="http://schemas.openxmlformats.org/officeDocument/2006/relationships/image" Target="/ppt/media/image2.svg" Id="R0d0b2252ad6f46a1" /><Relationship Type="http://schemas.openxmlformats.org/officeDocument/2006/relationships/image" Target="/ppt/media/image11.png" Id="Re3e491892e334c5c" /><Relationship Type="http://schemas.openxmlformats.org/officeDocument/2006/relationships/image" Target="/ppt/media/image3.svg" Id="R59798bd802394086" /><Relationship Type="http://schemas.openxmlformats.org/officeDocument/2006/relationships/notesSlide" Target="/ppt/notesSlides/notesSlide8.xml" Id="Rcca75ebba7fe4b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31e24bd674a4f4a" /><Relationship Type="http://schemas.openxmlformats.org/officeDocument/2006/relationships/image" Target="/ppt/media/image12.png" Id="R052a3cd92bef4030" /><Relationship Type="http://schemas.openxmlformats.org/officeDocument/2006/relationships/notesSlide" Target="/ppt/notesSlides/notesSlide9.xml" Id="R2eef8ce1b09b49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5b2bdb358d49e6" /><Relationship Type="http://schemas.openxmlformats.org/officeDocument/2006/relationships/image" Target="/ppt/media/image13.png" Id="R48dc26d2b36648ee" /><Relationship Type="http://schemas.openxmlformats.org/officeDocument/2006/relationships/notesSlide" Target="/ppt/notesSlides/notesSlide10.xml" Id="Rc2d2a4c48df647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f2834582a4d4587" /><Relationship Type="http://schemas.openxmlformats.org/officeDocument/2006/relationships/image" Target="/ppt/media/image14.png" Id="R5273b80673e945ae" /><Relationship Type="http://schemas.openxmlformats.org/officeDocument/2006/relationships/notesSlide" Target="/ppt/notesSlides/notesSlide11.xml" Id="R0cfe6016a2684b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de154f11cde46b3" /><Relationship Type="http://schemas.openxmlformats.org/officeDocument/2006/relationships/image" Target="/ppt/media/image15.png" Id="R627c8838ffcc4f22" /><Relationship Type="http://schemas.openxmlformats.org/officeDocument/2006/relationships/notesSlide" Target="/ppt/notesSlides/notesSlide12.xml" Id="R1e78b8381ebf4fdb" /></Relationships>
</file>

<file path=ppt/slides/slide1.xml><?xml version="1.0" encoding="utf-8"?>
<p:sld xmlns:p="http://schemas.openxmlformats.org/presentationml/2006/main">
  <p:cSld>
    <p:bg>
      <p:bgPr>
        <a:solidFill xmlns:a="http://schemas.openxmlformats.org/drawingml/2006/main">
          <a:srgbClr val="FFDA35"/>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D70F37E6-AF37-41E9-96E1-91F71A00FEFC}"/>
              </a:ext>
            </a:extLst>
          </p:cNvPr>
          <p:cNvPicPr>
            <a:picLocks xmlns:a="http://schemas.openxmlformats.org/drawingml/2006/main" noChangeAspect="1"/>
          </p:cNvPicPr>
          <p:nvPr/>
        </p:nvPicPr>
        <p:blipFill>
          <a:blip xmlns:r="http://schemas.openxmlformats.org/officeDocument/2006/relationships" xmlns:a="http://schemas.openxmlformats.org/drawingml/2006/main" r:embed="Rcb15768ad48146bf"/>
          <a:stretch xmlns:a="http://schemas.openxmlformats.org/drawingml/2006/main"/>
        </p:blipFill>
        <p:spPr>
          <a:xfrm xmlns:a="http://schemas.openxmlformats.org/drawingml/2006/main">
            <a:off x="6191250" y="0"/>
            <a:ext cx="6000750" cy="4000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29F294-3235-47A7-A2C6-882D6F7E712E}"/>
              </a:ext>
            </a:extLst>
          </p:cNvPr>
          <p:cNvSpPr>
            <a:spLocks xmlns:a="http://schemas.openxmlformats.org/drawingml/2006/main" noGrp="1"/>
          </p:cNvSpPr>
          <p:nvPr/>
        </p:nvSpPr>
        <p:spPr>
          <a:xfrm xmlns:a="http://schemas.openxmlformats.org/drawingml/2006/main">
            <a:off x="571500" y="333375"/>
            <a:ext cx="904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EASWARI ENGINEERING COLLEGE</a:t>
            </a:r>
          </a:p>
        </p:txBody>
      </p:sp>
      <p:sp>
        <p:nvSpPr>
          <p:cNvPr id="3" name="">
            <a:extLst xmlns:a="http://schemas.openxmlformats.org/drawingml/2006/main">
              <a:ext uri="{FF2B5EF4-FFF2-40B4-BE49-F238E27FC236}">
                <a16:creationId xmlns:a16="http://schemas.microsoft.com/office/drawing/2014/main" id="{E2A42254-0240-4476-8E24-906CF95923B5}"/>
              </a:ext>
            </a:extLst>
          </p:cNvPr>
          <p:cNvSpPr>
            <a:spLocks xmlns:a="http://schemas.openxmlformats.org/drawingml/2006/main" noGrp="1"/>
          </p:cNvSpPr>
          <p:nvPr/>
        </p:nvSpPr>
        <p:spPr>
          <a:xfrm xmlns:a="http://schemas.openxmlformats.org/drawingml/2006/main">
            <a:off x="571500" y="714375"/>
            <a:ext cx="952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Department of Computer Science and Engineering</a:t>
            </a:r>
          </a:p>
        </p:txBody>
      </p:sp>
      <p:sp>
        <p:nvSpPr>
          <p:cNvPr id="4" name="">
            <a:extLst xmlns:a="http://schemas.openxmlformats.org/drawingml/2006/main">
              <a:ext uri="{FF2B5EF4-FFF2-40B4-BE49-F238E27FC236}">
                <a16:creationId xmlns:a16="http://schemas.microsoft.com/office/drawing/2014/main" id="{8998F37F-2B07-4F1B-9A5E-5831913A0C79}"/>
              </a:ext>
            </a:extLst>
          </p:cNvPr>
          <p:cNvSpPr>
            <a:spLocks xmlns:a="http://schemas.openxmlformats.org/drawingml/2006/main" noGrp="1"/>
          </p:cNvSpPr>
          <p:nvPr/>
        </p:nvSpPr>
        <p:spPr>
          <a:xfrm xmlns:a="http://schemas.openxmlformats.org/drawingml/2006/main">
            <a:off x="571500" y="13144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57FF"/>
                </a:solidFill>
              </a:defRPr>
            </a:defPPr>
          </a:lstStyle>
          <a:p xmlns:a="http://schemas.openxmlformats.org/drawingml/2006/main">
            <a:pPr>
              <a:defRPr sz="1425" b="1">
                <a:solidFill>
                  <a:srgbClr val="1557FF"/>
                </a:solidFill>
              </a:defRPr>
            </a:pPr>
            <a:r>
              <a:rPr sz="1425" b="1">
                <a:solidFill>
                  <a:srgbClr val="1557FF"/>
                </a:solidFill>
              </a:rPr>
              <a:t>NEARBY  ·  PROJECT REVIEW</a:t>
            </a:r>
          </a:p>
        </p:txBody>
      </p:sp>
      <p:sp>
        <p:nvSpPr>
          <p:cNvPr id="5" name="">
            <a:extLst xmlns:a="http://schemas.openxmlformats.org/drawingml/2006/main">
              <a:ext uri="{FF2B5EF4-FFF2-40B4-BE49-F238E27FC236}">
                <a16:creationId xmlns:a16="http://schemas.microsoft.com/office/drawing/2014/main" id="{8E5EE2D1-5A41-40FA-8293-6E7C5CBAA79C}"/>
              </a:ext>
            </a:extLst>
          </p:cNvPr>
          <p:cNvSpPr>
            <a:spLocks xmlns:a="http://schemas.openxmlformats.org/drawingml/2006/main" noGrp="1"/>
          </p:cNvSpPr>
          <p:nvPr/>
        </p:nvSpPr>
        <p:spPr>
          <a:xfrm xmlns:a="http://schemas.openxmlformats.org/drawingml/2006/main">
            <a:off x="571500" y="169545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150" b="1">
                <a:solidFill>
                  <a:srgbClr val="15191D"/>
                </a:solidFill>
              </a:defRPr>
            </a:defPPr>
          </a:lstStyle>
          <a:p xmlns:a="http://schemas.openxmlformats.org/drawingml/2006/main">
            <a:pPr>
              <a:defRPr sz="6150" b="1">
                <a:solidFill>
                  <a:srgbClr val="15191D"/>
                </a:solidFill>
              </a:defRPr>
            </a:pPr>
            <a:r>
              <a:rPr sz="6150" b="1">
                <a:solidFill>
                  <a:srgbClr val="15191D"/>
                </a:solidFill>
              </a:rPr>
              <a:t>Nearby</a:t>
            </a:r>
          </a:p>
        </p:txBody>
      </p:sp>
      <p:sp>
        <p:nvSpPr>
          <p:cNvPr id="6" name="">
            <a:extLst xmlns:a="http://schemas.openxmlformats.org/drawingml/2006/main">
              <a:ext uri="{FF2B5EF4-FFF2-40B4-BE49-F238E27FC236}">
                <a16:creationId xmlns:a16="http://schemas.microsoft.com/office/drawing/2014/main" id="{A97CFAF7-7242-4387-97D0-4BD20D2543CB}"/>
              </a:ext>
            </a:extLst>
          </p:cNvPr>
          <p:cNvSpPr>
            <a:spLocks xmlns:a="http://schemas.openxmlformats.org/drawingml/2006/main" noGrp="1"/>
          </p:cNvSpPr>
          <p:nvPr/>
        </p:nvSpPr>
        <p:spPr>
          <a:xfrm xmlns:a="http://schemas.openxmlformats.org/drawingml/2006/main">
            <a:off x="571500" y="266700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5191D"/>
                </a:solidFill>
              </a:defRPr>
            </a:defPPr>
          </a:lstStyle>
          <a:p xmlns:a="http://schemas.openxmlformats.org/drawingml/2006/main">
            <a:pPr>
              <a:defRPr sz="3225" b="1">
                <a:solidFill>
                  <a:srgbClr val="15191D"/>
                </a:solidFill>
              </a:defRPr>
            </a:pPr>
            <a:r>
              <a:rPr sz="3225" b="1">
                <a:solidFill>
                  <a:srgbClr val="15191D"/>
                </a:solidFill>
              </a:rPr>
              <a:t>Local Services</a:t>
            </a:r>
          </a:p>
          <a:p xmlns:a="http://schemas.openxmlformats.org/drawingml/2006/main">
            <a:pPr>
              <a:defRPr sz="3225" b="1">
                <a:solidFill>
                  <a:srgbClr val="15191D"/>
                </a:solidFill>
              </a:defRPr>
            </a:pPr>
            <a:r>
              <a:rPr sz="3225" b="1">
                <a:solidFill>
                  <a:srgbClr val="15191D"/>
                </a:solidFill>
              </a:rPr>
              <a:t>Marketplace</a:t>
            </a:r>
          </a:p>
        </p:txBody>
      </p:sp>
      <p:sp>
        <p:nvSpPr>
          <p:cNvPr id="7" name="">
            <a:extLst xmlns:a="http://schemas.openxmlformats.org/drawingml/2006/main">
              <a:ext uri="{FF2B5EF4-FFF2-40B4-BE49-F238E27FC236}">
                <a16:creationId xmlns:a16="http://schemas.microsoft.com/office/drawing/2014/main" id="{3BDCEFD7-C381-4FCB-B15A-3248D1218E39}"/>
              </a:ext>
            </a:extLst>
          </p:cNvPr>
          <p:cNvSpPr>
            <a:spLocks xmlns:a="http://schemas.openxmlformats.org/drawingml/2006/main" noGrp="1"/>
          </p:cNvSpPr>
          <p:nvPr/>
        </p:nvSpPr>
        <p:spPr>
          <a:xfrm xmlns:a="http://schemas.openxmlformats.org/drawingml/2006/main">
            <a:off x="571500" y="3857625"/>
            <a:ext cx="571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191D"/>
                </a:solidFill>
              </a:defRPr>
            </a:defPPr>
          </a:lstStyle>
          <a:p xmlns:a="http://schemas.openxmlformats.org/drawingml/2006/main">
            <a:pPr>
              <a:defRPr sz="1950" b="0">
                <a:solidFill>
                  <a:srgbClr val="15191D"/>
                </a:solidFill>
              </a:defRPr>
            </a:pPr>
            <a:r>
              <a:rPr sz="1950" b="0">
                <a:solidFill>
                  <a:srgbClr val="15191D"/>
                </a:solidFill>
              </a:rPr>
              <a:t>A web platform for local service discovery, booking and provider management</a:t>
            </a:r>
          </a:p>
        </p:txBody>
      </p:sp>
      <p:sp>
        <p:nvSpPr>
          <p:cNvPr id="8" name="">
            <a:extLst xmlns:a="http://schemas.openxmlformats.org/drawingml/2006/main">
              <a:ext uri="{FF2B5EF4-FFF2-40B4-BE49-F238E27FC236}">
                <a16:creationId xmlns:a16="http://schemas.microsoft.com/office/drawing/2014/main" id="{3664AECC-B101-4E0E-A919-B800C3989914}"/>
              </a:ext>
            </a:extLst>
          </p:cNvPr>
          <p:cNvSpPr>
            <a:spLocks xmlns:a="http://schemas.openxmlformats.org/drawingml/2006/main" noGrp="1"/>
          </p:cNvSpPr>
          <p:nvPr/>
        </p:nvSpPr>
        <p:spPr>
          <a:xfrm xmlns:a="http://schemas.openxmlformats.org/drawingml/2006/main">
            <a:off x="57150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STUDENT</a:t>
            </a:r>
          </a:p>
        </p:txBody>
      </p:sp>
      <p:sp>
        <p:nvSpPr>
          <p:cNvPr id="9" name="">
            <a:extLst xmlns:a="http://schemas.openxmlformats.org/drawingml/2006/main">
              <a:ext uri="{FF2B5EF4-FFF2-40B4-BE49-F238E27FC236}">
                <a16:creationId xmlns:a16="http://schemas.microsoft.com/office/drawing/2014/main" id="{20957247-1797-4601-A0D9-1B265F55DFC0}"/>
              </a:ext>
            </a:extLst>
          </p:cNvPr>
          <p:cNvSpPr>
            <a:spLocks xmlns:a="http://schemas.openxmlformats.org/drawingml/2006/main" noGrp="1"/>
          </p:cNvSpPr>
          <p:nvPr/>
        </p:nvSpPr>
        <p:spPr>
          <a:xfrm xmlns:a="http://schemas.openxmlformats.org/drawingml/2006/main">
            <a:off x="57150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Susindran D</a:t>
            </a:r>
          </a:p>
        </p:txBody>
      </p:sp>
      <p:sp>
        <p:nvSpPr>
          <p:cNvPr id="10" name="">
            <a:extLst xmlns:a="http://schemas.openxmlformats.org/drawingml/2006/main">
              <a:ext uri="{FF2B5EF4-FFF2-40B4-BE49-F238E27FC236}">
                <a16:creationId xmlns:a16="http://schemas.microsoft.com/office/drawing/2014/main" id="{39964A57-33C3-4ADB-8FD5-5553643404E0}"/>
              </a:ext>
            </a:extLst>
          </p:cNvPr>
          <p:cNvSpPr>
            <a:spLocks xmlns:a="http://schemas.openxmlformats.org/drawingml/2006/main" noGrp="1"/>
          </p:cNvSpPr>
          <p:nvPr/>
        </p:nvSpPr>
        <p:spPr>
          <a:xfrm xmlns:a="http://schemas.openxmlformats.org/drawingml/2006/main">
            <a:off x="4429125"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REGISTER NO</a:t>
            </a:r>
          </a:p>
        </p:txBody>
      </p:sp>
      <p:sp>
        <p:nvSpPr>
          <p:cNvPr id="11" name="">
            <a:extLst xmlns:a="http://schemas.openxmlformats.org/drawingml/2006/main">
              <a:ext uri="{FF2B5EF4-FFF2-40B4-BE49-F238E27FC236}">
                <a16:creationId xmlns:a16="http://schemas.microsoft.com/office/drawing/2014/main" id="{F7730D61-0A1B-41BF-9435-DB220E0828F7}"/>
              </a:ext>
            </a:extLst>
          </p:cNvPr>
          <p:cNvSpPr>
            <a:spLocks xmlns:a="http://schemas.openxmlformats.org/drawingml/2006/main" noGrp="1"/>
          </p:cNvSpPr>
          <p:nvPr/>
        </p:nvSpPr>
        <p:spPr>
          <a:xfrm xmlns:a="http://schemas.openxmlformats.org/drawingml/2006/main">
            <a:off x="4429125"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310624104342</a:t>
            </a:r>
          </a:p>
        </p:txBody>
      </p:sp>
      <p:sp>
        <p:nvSpPr>
          <p:cNvPr id="12" name="">
            <a:extLst xmlns:a="http://schemas.openxmlformats.org/drawingml/2006/main">
              <a:ext uri="{FF2B5EF4-FFF2-40B4-BE49-F238E27FC236}">
                <a16:creationId xmlns:a16="http://schemas.microsoft.com/office/drawing/2014/main" id="{64BD1130-52E3-4551-91B7-E60CF390157A}"/>
              </a:ext>
            </a:extLst>
          </p:cNvPr>
          <p:cNvSpPr>
            <a:spLocks xmlns:a="http://schemas.openxmlformats.org/drawingml/2006/main" noGrp="1"/>
          </p:cNvSpPr>
          <p:nvPr/>
        </p:nvSpPr>
        <p:spPr>
          <a:xfrm xmlns:a="http://schemas.openxmlformats.org/drawingml/2006/main">
            <a:off x="8286750" y="485775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1557FF"/>
                </a:solidFill>
              </a:defRPr>
            </a:defPPr>
          </a:lstStyle>
          <a:p xmlns:a="http://schemas.openxmlformats.org/drawingml/2006/main">
            <a:pPr>
              <a:defRPr sz="1200" b="1">
                <a:solidFill>
                  <a:srgbClr val="1557FF"/>
                </a:solidFill>
              </a:defRPr>
            </a:pPr>
            <a:r>
              <a:rPr sz="1200" b="1">
                <a:solidFill>
                  <a:srgbClr val="1557FF"/>
                </a:solidFill>
              </a:rPr>
              <a:t>FACULTY GUIDE</a:t>
            </a:r>
          </a:p>
        </p:txBody>
      </p:sp>
      <p:sp>
        <p:nvSpPr>
          <p:cNvPr id="13" name="">
            <a:extLst xmlns:a="http://schemas.openxmlformats.org/drawingml/2006/main">
              <a:ext uri="{FF2B5EF4-FFF2-40B4-BE49-F238E27FC236}">
                <a16:creationId xmlns:a16="http://schemas.microsoft.com/office/drawing/2014/main" id="{0EE81AB8-3FAA-4446-9D7B-69F7D55AE944}"/>
              </a:ext>
            </a:extLst>
          </p:cNvPr>
          <p:cNvSpPr>
            <a:spLocks xmlns:a="http://schemas.openxmlformats.org/drawingml/2006/main" noGrp="1"/>
          </p:cNvSpPr>
          <p:nvPr/>
        </p:nvSpPr>
        <p:spPr>
          <a:xfrm xmlns:a="http://schemas.openxmlformats.org/drawingml/2006/main">
            <a:off x="8286750" y="51816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Swapna Duggi</a:t>
            </a:r>
          </a:p>
        </p:txBody>
      </p:sp>
      <p:sp>
        <p:nvSpPr>
          <p:cNvPr id="14" name="">
            <a:extLst xmlns:a="http://schemas.openxmlformats.org/drawingml/2006/main">
              <a:ext uri="{FF2B5EF4-FFF2-40B4-BE49-F238E27FC236}">
                <a16:creationId xmlns:a16="http://schemas.microsoft.com/office/drawing/2014/main" id="{03DAE130-A062-4FD8-92C9-06FC758D20B1}"/>
              </a:ext>
            </a:extLst>
          </p:cNvPr>
          <p:cNvSpPr>
            <a:spLocks xmlns:a="http://schemas.openxmlformats.org/drawingml/2006/main" noGrp="1"/>
          </p:cNvSpPr>
          <p:nvPr/>
        </p:nvSpPr>
        <p:spPr>
          <a:xfrm xmlns:a="http://schemas.openxmlformats.org/drawingml/2006/main">
            <a:off x="57150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CUSTOMER</a:t>
            </a:r>
          </a:p>
        </p:txBody>
      </p:sp>
      <p:sp>
        <p:nvSpPr>
          <p:cNvPr id="15" name="">
            <a:extLst xmlns:a="http://schemas.openxmlformats.org/drawingml/2006/main">
              <a:ext uri="{FF2B5EF4-FFF2-40B4-BE49-F238E27FC236}">
                <a16:creationId xmlns:a16="http://schemas.microsoft.com/office/drawing/2014/main" id="{1A69FB02-F143-4DFE-8664-3AE54E1D1FFD}"/>
              </a:ext>
            </a:extLst>
          </p:cNvPr>
          <p:cNvSpPr>
            <a:spLocks xmlns:a="http://schemas.openxmlformats.org/drawingml/2006/main" noGrp="1"/>
          </p:cNvSpPr>
          <p:nvPr/>
        </p:nvSpPr>
        <p:spPr>
          <a:xfrm xmlns:a="http://schemas.openxmlformats.org/drawingml/2006/main">
            <a:off x="57150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Find services by pincode</a:t>
            </a:r>
          </a:p>
          <a:p xmlns:a="http://schemas.openxmlformats.org/drawingml/2006/main">
            <a:pPr>
              <a:defRPr sz="1425" b="0">
                <a:solidFill>
                  <a:srgbClr val="15191D"/>
                </a:solidFill>
              </a:defRPr>
            </a:pPr>
            <a:r>
              <a:rPr sz="1425" b="0">
                <a:solidFill>
                  <a:srgbClr val="15191D"/>
                </a:solidFill>
              </a:rPr>
              <a:t>Request a suitable time</a:t>
            </a:r>
          </a:p>
        </p:txBody>
      </p:sp>
      <p:sp>
        <p:nvSpPr>
          <p:cNvPr id="16" name="">
            <a:extLst xmlns:a="http://schemas.openxmlformats.org/drawingml/2006/main">
              <a:ext uri="{FF2B5EF4-FFF2-40B4-BE49-F238E27FC236}">
                <a16:creationId xmlns:a16="http://schemas.microsoft.com/office/drawing/2014/main" id="{79157904-71E0-4F6A-A1EA-034B36704401}"/>
              </a:ext>
            </a:extLst>
          </p:cNvPr>
          <p:cNvSpPr>
            <a:spLocks xmlns:a="http://schemas.openxmlformats.org/drawingml/2006/main" noGrp="1"/>
          </p:cNvSpPr>
          <p:nvPr/>
        </p:nvSpPr>
        <p:spPr>
          <a:xfrm xmlns:a="http://schemas.openxmlformats.org/drawingml/2006/main">
            <a:off x="4429125"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PROVIDER</a:t>
            </a:r>
          </a:p>
        </p:txBody>
      </p:sp>
      <p:sp>
        <p:nvSpPr>
          <p:cNvPr id="17" name="">
            <a:extLst xmlns:a="http://schemas.openxmlformats.org/drawingml/2006/main">
              <a:ext uri="{FF2B5EF4-FFF2-40B4-BE49-F238E27FC236}">
                <a16:creationId xmlns:a16="http://schemas.microsoft.com/office/drawing/2014/main" id="{D05A15DE-57B9-4B7C-A1F5-8340913FBB99}"/>
              </a:ext>
            </a:extLst>
          </p:cNvPr>
          <p:cNvSpPr>
            <a:spLocks xmlns:a="http://schemas.openxmlformats.org/drawingml/2006/main" noGrp="1"/>
          </p:cNvSpPr>
          <p:nvPr/>
        </p:nvSpPr>
        <p:spPr>
          <a:xfrm xmlns:a="http://schemas.openxmlformats.org/drawingml/2006/main">
            <a:off x="4429125"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Manage listings and availability</a:t>
            </a:r>
          </a:p>
          <a:p xmlns:a="http://schemas.openxmlformats.org/drawingml/2006/main">
            <a:pPr>
              <a:defRPr sz="1425" b="0">
                <a:solidFill>
                  <a:srgbClr val="15191D"/>
                </a:solidFill>
              </a:defRPr>
            </a:pPr>
            <a:r>
              <a:rPr sz="1425" b="0">
                <a:solidFill>
                  <a:srgbClr val="15191D"/>
                </a:solidFill>
              </a:rPr>
              <a:t>Accept and fulfil bookings</a:t>
            </a:r>
          </a:p>
        </p:txBody>
      </p:sp>
      <p:sp>
        <p:nvSpPr>
          <p:cNvPr id="18" name="">
            <a:extLst xmlns:a="http://schemas.openxmlformats.org/drawingml/2006/main">
              <a:ext uri="{FF2B5EF4-FFF2-40B4-BE49-F238E27FC236}">
                <a16:creationId xmlns:a16="http://schemas.microsoft.com/office/drawing/2014/main" id="{B82F4CEE-0783-474D-8070-1A9C43E781C6}"/>
              </a:ext>
            </a:extLst>
          </p:cNvPr>
          <p:cNvSpPr>
            <a:spLocks xmlns:a="http://schemas.openxmlformats.org/drawingml/2006/main" noGrp="1"/>
          </p:cNvSpPr>
          <p:nvPr/>
        </p:nvSpPr>
        <p:spPr>
          <a:xfrm xmlns:a="http://schemas.openxmlformats.org/drawingml/2006/main">
            <a:off x="8286750" y="5791200"/>
            <a:ext cx="347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ADMIN</a:t>
            </a:r>
          </a:p>
        </p:txBody>
      </p:sp>
      <p:sp>
        <p:nvSpPr>
          <p:cNvPr id="19" name="">
            <a:extLst xmlns:a="http://schemas.openxmlformats.org/drawingml/2006/main">
              <a:ext uri="{FF2B5EF4-FFF2-40B4-BE49-F238E27FC236}">
                <a16:creationId xmlns:a16="http://schemas.microsoft.com/office/drawing/2014/main" id="{82C1B2F0-3005-469A-89BB-506463322668}"/>
              </a:ext>
            </a:extLst>
          </p:cNvPr>
          <p:cNvSpPr>
            <a:spLocks xmlns:a="http://schemas.openxmlformats.org/drawingml/2006/main" noGrp="1"/>
          </p:cNvSpPr>
          <p:nvPr/>
        </p:nvSpPr>
        <p:spPr>
          <a:xfrm xmlns:a="http://schemas.openxmlformats.org/drawingml/2006/main">
            <a:off x="8286750" y="612457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15191D"/>
                </a:solidFill>
              </a:defRPr>
            </a:defPPr>
          </a:lstStyle>
          <a:p xmlns:a="http://schemas.openxmlformats.org/drawingml/2006/main">
            <a:pPr>
              <a:defRPr sz="1425" b="0">
                <a:solidFill>
                  <a:srgbClr val="15191D"/>
                </a:solidFill>
              </a:defRPr>
            </a:pPr>
            <a:r>
              <a:rPr sz="1425" b="0">
                <a:solidFill>
                  <a:srgbClr val="15191D"/>
                </a:solidFill>
              </a:rPr>
              <a:t>Review providers</a:t>
            </a:r>
          </a:p>
          <a:p xmlns:a="http://schemas.openxmlformats.org/drawingml/2006/main">
            <a:pPr>
              <a:defRPr sz="1425" b="0">
                <a:solidFill>
                  <a:srgbClr val="15191D"/>
                </a:solidFill>
              </a:defRPr>
            </a:pPr>
            <a:r>
              <a:rPr sz="1425" b="0">
                <a:solidFill>
                  <a:srgbClr val="15191D"/>
                </a:solidFill>
              </a:rPr>
              <a:t>Manage policies and disputes</a:t>
            </a:r>
          </a:p>
        </p:txBody>
      </p:sp>
    </p:spTree>
    <p:extLst>
      <p:ext uri="{BB962C8B-B14F-4D97-AF65-F5344CB8AC3E}">
        <p14:creationId xmlns:p14="http://schemas.microsoft.com/office/powerpoint/2010/main" val="1747793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57AF75CB-2A31-4FB7-BDF7-849390C363DB}"/>
              </a:ext>
            </a:extLst>
          </p:cNvPr>
          <p:cNvPicPr>
            <a:picLocks xmlns:a="http://schemas.openxmlformats.org/drawingml/2006/main" noChangeAspect="1"/>
          </p:cNvPicPr>
          <p:nvPr/>
        </p:nvPicPr>
        <p:blipFill>
          <a:blip xmlns:r="http://schemas.openxmlformats.org/officeDocument/2006/relationships" xmlns:a="http://schemas.openxmlformats.org/drawingml/2006/main" r:embed="Rc160cdb1bc954da4"/>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15223B9-F806-4896-953F-3EDAFF6828C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A8DE2D2E-6F2D-45CB-AC27-488A3622ECE4}"/>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Agenda &amp; Project Overview</a:t>
            </a:r>
          </a:p>
        </p:txBody>
      </p:sp>
      <p:sp>
        <p:nvSpPr>
          <p:cNvPr id="4" name="">
            <a:extLst xmlns:a="http://schemas.openxmlformats.org/drawingml/2006/main">
              <a:ext uri="{FF2B5EF4-FFF2-40B4-BE49-F238E27FC236}">
                <a16:creationId xmlns:a16="http://schemas.microsoft.com/office/drawing/2014/main" id="{052320DD-B7AD-439E-8B45-86375A6CE412}"/>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3C48E0FC-09A3-4097-818D-C29402CE62EC}"/>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77EB890F-F7F9-4874-AAC1-6133AEB0E928}"/>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7" name="">
            <a:extLst xmlns:a="http://schemas.openxmlformats.org/drawingml/2006/main">
              <a:ext uri="{FF2B5EF4-FFF2-40B4-BE49-F238E27FC236}">
                <a16:creationId xmlns:a16="http://schemas.microsoft.com/office/drawing/2014/main" id="{B6BABC47-435F-439E-8BD4-38A7F93E672A}"/>
              </a:ext>
            </a:extLst>
          </p:cNvPr>
          <p:cNvSpPr>
            <a:spLocks xmlns:a="http://schemas.openxmlformats.org/drawingml/2006/main" noGrp="1"/>
          </p:cNvSpPr>
          <p:nvPr/>
        </p:nvSpPr>
        <p:spPr>
          <a:xfrm xmlns:a="http://schemas.openxmlformats.org/drawingml/2006/main">
            <a:off x="571500" y="1552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15191D"/>
                </a:solidFill>
              </a:defRPr>
            </a:defPPr>
          </a:lstStyle>
          <a:p xmlns:a="http://schemas.openxmlformats.org/drawingml/2006/main">
            <a:pPr>
              <a:defRPr sz="2175" b="1">
                <a:solidFill>
                  <a:srgbClr val="15191D"/>
                </a:solidFill>
              </a:defRPr>
            </a:pPr>
            <a:r>
              <a:rPr sz="2175" b="1">
                <a:solidFill>
                  <a:srgbClr val="15191D"/>
                </a:solidFill>
              </a:rPr>
              <a:t>Nearby connects customers with local providers through exact six-digit pincode discovery.</a:t>
            </a:r>
          </a:p>
        </p:txBody>
      </p:sp>
      <p:sp>
        <p:nvSpPr>
          <p:cNvPr id="8" name="">
            <a:extLst xmlns:a="http://schemas.openxmlformats.org/drawingml/2006/main">
              <a:ext uri="{FF2B5EF4-FFF2-40B4-BE49-F238E27FC236}">
                <a16:creationId xmlns:a16="http://schemas.microsoft.com/office/drawing/2014/main" id="{A6DDF664-3E9A-435C-8FAA-0FD5A2A44E50}"/>
              </a:ext>
            </a:extLst>
          </p:cNvPr>
          <p:cNvSpPr>
            <a:spLocks xmlns:a="http://schemas.openxmlformats.org/drawingml/2006/main" noGrp="1"/>
          </p:cNvSpPr>
          <p:nvPr/>
        </p:nvSpPr>
        <p:spPr>
          <a:xfrm xmlns:a="http://schemas.openxmlformats.org/drawingml/2006/main">
            <a:off x="571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1</a:t>
            </a:r>
          </a:p>
        </p:txBody>
      </p:sp>
      <p:sp>
        <p:nvSpPr>
          <p:cNvPr id="9" name="">
            <a:extLst xmlns:a="http://schemas.openxmlformats.org/drawingml/2006/main">
              <a:ext uri="{FF2B5EF4-FFF2-40B4-BE49-F238E27FC236}">
                <a16:creationId xmlns:a16="http://schemas.microsoft.com/office/drawing/2014/main" id="{8F1955DA-B22D-43F9-986B-8C57CEF6B1C4}"/>
              </a:ext>
            </a:extLst>
          </p:cNvPr>
          <p:cNvSpPr>
            <a:spLocks xmlns:a="http://schemas.openxmlformats.org/drawingml/2006/main" noGrp="1"/>
          </p:cNvSpPr>
          <p:nvPr/>
        </p:nvSpPr>
        <p:spPr>
          <a:xfrm xmlns:a="http://schemas.openxmlformats.org/drawingml/2006/main">
            <a:off x="571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The need</a:t>
            </a:r>
          </a:p>
        </p:txBody>
      </p:sp>
      <p:sp>
        <p:nvSpPr>
          <p:cNvPr id="10" name="">
            <a:extLst xmlns:a="http://schemas.openxmlformats.org/drawingml/2006/main">
              <a:ext uri="{FF2B5EF4-FFF2-40B4-BE49-F238E27FC236}">
                <a16:creationId xmlns:a16="http://schemas.microsoft.com/office/drawing/2014/main" id="{68609D50-3E65-4130-A569-8973877E40E5}"/>
              </a:ext>
            </a:extLst>
          </p:cNvPr>
          <p:cNvSpPr>
            <a:spLocks xmlns:a="http://schemas.openxmlformats.org/drawingml/2006/main" noGrp="1"/>
          </p:cNvSpPr>
          <p:nvPr/>
        </p:nvSpPr>
        <p:spPr>
          <a:xfrm xmlns:a="http://schemas.openxmlformats.org/drawingml/2006/main">
            <a:off x="1238250" y="2876550"/>
            <a:ext cx="2047875" cy="0"/>
          </a:xfrm>
          <a:prstGeom xmlns:a="http://schemas.openxmlformats.org/drawingml/2006/main" prst="line">
            <a:avLst/>
          </a:prstGeom>
          <a:ln xmlns:a="http://schemas.openxmlformats.org/drawingml/2006/main" w="19050">
            <a:solidFill>
              <a:srgbClr val="1557FF"/>
            </a:solidFill>
          </a:ln>
        </p:spPr>
      </p:sp>
      <p:sp>
        <p:nvSpPr>
          <p:cNvPr id="11" name="">
            <a:extLst xmlns:a="http://schemas.openxmlformats.org/drawingml/2006/main">
              <a:ext uri="{FF2B5EF4-FFF2-40B4-BE49-F238E27FC236}">
                <a16:creationId xmlns:a16="http://schemas.microsoft.com/office/drawing/2014/main" id="{36B1B12B-978A-4301-BBE1-12D5050F8D0B}"/>
              </a:ext>
            </a:extLst>
          </p:cNvPr>
          <p:cNvSpPr>
            <a:spLocks xmlns:a="http://schemas.openxmlformats.org/drawingml/2006/main" noGrp="1"/>
          </p:cNvSpPr>
          <p:nvPr/>
        </p:nvSpPr>
        <p:spPr>
          <a:xfrm xmlns:a="http://schemas.openxmlformats.org/drawingml/2006/main">
            <a:off x="31908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2" name="">
            <a:extLst xmlns:a="http://schemas.openxmlformats.org/drawingml/2006/main">
              <a:ext uri="{FF2B5EF4-FFF2-40B4-BE49-F238E27FC236}">
                <a16:creationId xmlns:a16="http://schemas.microsoft.com/office/drawing/2014/main" id="{D3EED750-2C2F-4EDC-BF16-9239458BDBE5}"/>
              </a:ext>
            </a:extLst>
          </p:cNvPr>
          <p:cNvSpPr>
            <a:spLocks xmlns:a="http://schemas.openxmlformats.org/drawingml/2006/main" noGrp="1"/>
          </p:cNvSpPr>
          <p:nvPr/>
        </p:nvSpPr>
        <p:spPr>
          <a:xfrm xmlns:a="http://schemas.openxmlformats.org/drawingml/2006/main">
            <a:off x="571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3" name="">
            <a:extLst xmlns:a="http://schemas.openxmlformats.org/drawingml/2006/main">
              <a:ext uri="{FF2B5EF4-FFF2-40B4-BE49-F238E27FC236}">
                <a16:creationId xmlns:a16="http://schemas.microsoft.com/office/drawing/2014/main" id="{584EDDCA-AA19-4A76-B624-11B64074232D}"/>
              </a:ext>
            </a:extLst>
          </p:cNvPr>
          <p:cNvSpPr>
            <a:spLocks xmlns:a="http://schemas.openxmlformats.org/drawingml/2006/main" noGrp="1"/>
          </p:cNvSpPr>
          <p:nvPr/>
        </p:nvSpPr>
        <p:spPr>
          <a:xfrm xmlns:a="http://schemas.openxmlformats.org/drawingml/2006/main">
            <a:off x="981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Problem &amp; Proposed System</a:t>
            </a:r>
          </a:p>
        </p:txBody>
      </p:sp>
      <p:sp>
        <p:nvSpPr>
          <p:cNvPr id="14" name="">
            <a:extLst xmlns:a="http://schemas.openxmlformats.org/drawingml/2006/main">
              <a:ext uri="{FF2B5EF4-FFF2-40B4-BE49-F238E27FC236}">
                <a16:creationId xmlns:a16="http://schemas.microsoft.com/office/drawing/2014/main" id="{94ACC629-A166-4EF5-8002-53A7B90BB261}"/>
              </a:ext>
            </a:extLst>
          </p:cNvPr>
          <p:cNvSpPr>
            <a:spLocks xmlns:a="http://schemas.openxmlformats.org/drawingml/2006/main" noGrp="1"/>
          </p:cNvSpPr>
          <p:nvPr/>
        </p:nvSpPr>
        <p:spPr>
          <a:xfrm xmlns:a="http://schemas.openxmlformats.org/drawingml/2006/main">
            <a:off x="571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5" name="">
            <a:extLst xmlns:a="http://schemas.openxmlformats.org/drawingml/2006/main">
              <a:ext uri="{FF2B5EF4-FFF2-40B4-BE49-F238E27FC236}">
                <a16:creationId xmlns:a16="http://schemas.microsoft.com/office/drawing/2014/main" id="{8D17FFA8-CD25-4BD9-B456-266E100CCF0E}"/>
              </a:ext>
            </a:extLst>
          </p:cNvPr>
          <p:cNvSpPr>
            <a:spLocks xmlns:a="http://schemas.openxmlformats.org/drawingml/2006/main" noGrp="1"/>
          </p:cNvSpPr>
          <p:nvPr/>
        </p:nvSpPr>
        <p:spPr>
          <a:xfrm xmlns:a="http://schemas.openxmlformats.org/drawingml/2006/main">
            <a:off x="981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System Requirements</a:t>
            </a:r>
          </a:p>
        </p:txBody>
      </p:sp>
      <p:sp>
        <p:nvSpPr>
          <p:cNvPr id="16" name="">
            <a:extLst xmlns:a="http://schemas.openxmlformats.org/drawingml/2006/main">
              <a:ext uri="{FF2B5EF4-FFF2-40B4-BE49-F238E27FC236}">
                <a16:creationId xmlns:a16="http://schemas.microsoft.com/office/drawing/2014/main" id="{41C08098-975B-4699-BC5E-6E67546592FB}"/>
              </a:ext>
            </a:extLst>
          </p:cNvPr>
          <p:cNvSpPr>
            <a:spLocks xmlns:a="http://schemas.openxmlformats.org/drawingml/2006/main" noGrp="1"/>
          </p:cNvSpPr>
          <p:nvPr/>
        </p:nvSpPr>
        <p:spPr>
          <a:xfrm xmlns:a="http://schemas.openxmlformats.org/drawingml/2006/main">
            <a:off x="3429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2</a:t>
            </a:r>
          </a:p>
        </p:txBody>
      </p:sp>
      <p:sp>
        <p:nvSpPr>
          <p:cNvPr id="17" name="">
            <a:extLst xmlns:a="http://schemas.openxmlformats.org/drawingml/2006/main">
              <a:ext uri="{FF2B5EF4-FFF2-40B4-BE49-F238E27FC236}">
                <a16:creationId xmlns:a16="http://schemas.microsoft.com/office/drawing/2014/main" id="{B4BDCB0D-2A80-4D2E-8F03-1505D5BC4466}"/>
              </a:ext>
            </a:extLst>
          </p:cNvPr>
          <p:cNvSpPr>
            <a:spLocks xmlns:a="http://schemas.openxmlformats.org/drawingml/2006/main" noGrp="1"/>
          </p:cNvSpPr>
          <p:nvPr/>
        </p:nvSpPr>
        <p:spPr>
          <a:xfrm xmlns:a="http://schemas.openxmlformats.org/drawingml/2006/main">
            <a:off x="3429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System design</a:t>
            </a:r>
          </a:p>
        </p:txBody>
      </p:sp>
      <p:sp>
        <p:nvSpPr>
          <p:cNvPr id="18" name="">
            <a:extLst xmlns:a="http://schemas.openxmlformats.org/drawingml/2006/main">
              <a:ext uri="{FF2B5EF4-FFF2-40B4-BE49-F238E27FC236}">
                <a16:creationId xmlns:a16="http://schemas.microsoft.com/office/drawing/2014/main" id="{5FAF4B34-849C-4C26-95A0-E3DF3DE4CEB3}"/>
              </a:ext>
            </a:extLst>
          </p:cNvPr>
          <p:cNvSpPr>
            <a:spLocks xmlns:a="http://schemas.openxmlformats.org/drawingml/2006/main" noGrp="1"/>
          </p:cNvSpPr>
          <p:nvPr/>
        </p:nvSpPr>
        <p:spPr>
          <a:xfrm xmlns:a="http://schemas.openxmlformats.org/drawingml/2006/main">
            <a:off x="4095750" y="2876550"/>
            <a:ext cx="2047875" cy="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ECF27673-78CB-4996-A001-676596EE29B5}"/>
              </a:ext>
            </a:extLst>
          </p:cNvPr>
          <p:cNvSpPr>
            <a:spLocks xmlns:a="http://schemas.openxmlformats.org/drawingml/2006/main" noGrp="1"/>
          </p:cNvSpPr>
          <p:nvPr/>
        </p:nvSpPr>
        <p:spPr>
          <a:xfrm xmlns:a="http://schemas.openxmlformats.org/drawingml/2006/main">
            <a:off x="60483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0" name="">
            <a:extLst xmlns:a="http://schemas.openxmlformats.org/drawingml/2006/main">
              <a:ext uri="{FF2B5EF4-FFF2-40B4-BE49-F238E27FC236}">
                <a16:creationId xmlns:a16="http://schemas.microsoft.com/office/drawing/2014/main" id="{A7A25375-69A4-4A24-AE9D-A5E9E7F4D67D}"/>
              </a:ext>
            </a:extLst>
          </p:cNvPr>
          <p:cNvSpPr>
            <a:spLocks xmlns:a="http://schemas.openxmlformats.org/drawingml/2006/main" noGrp="1"/>
          </p:cNvSpPr>
          <p:nvPr/>
        </p:nvSpPr>
        <p:spPr>
          <a:xfrm xmlns:a="http://schemas.openxmlformats.org/drawingml/2006/main">
            <a:off x="3429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21" name="">
            <a:extLst xmlns:a="http://schemas.openxmlformats.org/drawingml/2006/main">
              <a:ext uri="{FF2B5EF4-FFF2-40B4-BE49-F238E27FC236}">
                <a16:creationId xmlns:a16="http://schemas.microsoft.com/office/drawing/2014/main" id="{3FB80658-18A6-4140-9CCD-2C77F4F6B8AB}"/>
              </a:ext>
            </a:extLst>
          </p:cNvPr>
          <p:cNvSpPr>
            <a:spLocks xmlns:a="http://schemas.openxmlformats.org/drawingml/2006/main" noGrp="1"/>
          </p:cNvSpPr>
          <p:nvPr/>
        </p:nvSpPr>
        <p:spPr>
          <a:xfrm xmlns:a="http://schemas.openxmlformats.org/drawingml/2006/main">
            <a:off x="3838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Architecture &amp; Technology</a:t>
            </a:r>
          </a:p>
        </p:txBody>
      </p:sp>
      <p:sp>
        <p:nvSpPr>
          <p:cNvPr id="22" name="">
            <a:extLst xmlns:a="http://schemas.openxmlformats.org/drawingml/2006/main">
              <a:ext uri="{FF2B5EF4-FFF2-40B4-BE49-F238E27FC236}">
                <a16:creationId xmlns:a16="http://schemas.microsoft.com/office/drawing/2014/main" id="{2DA6E7FC-E78F-42A9-BEF8-3E3235C65E87}"/>
              </a:ext>
            </a:extLst>
          </p:cNvPr>
          <p:cNvSpPr>
            <a:spLocks xmlns:a="http://schemas.openxmlformats.org/drawingml/2006/main" noGrp="1"/>
          </p:cNvSpPr>
          <p:nvPr/>
        </p:nvSpPr>
        <p:spPr>
          <a:xfrm xmlns:a="http://schemas.openxmlformats.org/drawingml/2006/main">
            <a:off x="3429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3" name="">
            <a:extLst xmlns:a="http://schemas.openxmlformats.org/drawingml/2006/main">
              <a:ext uri="{FF2B5EF4-FFF2-40B4-BE49-F238E27FC236}">
                <a16:creationId xmlns:a16="http://schemas.microsoft.com/office/drawing/2014/main" id="{AB6600FC-5EC2-48EF-AFF0-2CD1B4250D7B}"/>
              </a:ext>
            </a:extLst>
          </p:cNvPr>
          <p:cNvSpPr>
            <a:spLocks xmlns:a="http://schemas.openxmlformats.org/drawingml/2006/main" noGrp="1"/>
          </p:cNvSpPr>
          <p:nvPr/>
        </p:nvSpPr>
        <p:spPr>
          <a:xfrm xmlns:a="http://schemas.openxmlformats.org/drawingml/2006/main">
            <a:off x="3838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Customer, Provider &amp; Admin</a:t>
            </a:r>
          </a:p>
        </p:txBody>
      </p:sp>
      <p:sp>
        <p:nvSpPr>
          <p:cNvPr id="24" name="">
            <a:extLst xmlns:a="http://schemas.openxmlformats.org/drawingml/2006/main">
              <a:ext uri="{FF2B5EF4-FFF2-40B4-BE49-F238E27FC236}">
                <a16:creationId xmlns:a16="http://schemas.microsoft.com/office/drawing/2014/main" id="{3BC34018-9977-44DF-8BEE-EE07ABAA1DAF}"/>
              </a:ext>
            </a:extLst>
          </p:cNvPr>
          <p:cNvSpPr>
            <a:spLocks xmlns:a="http://schemas.openxmlformats.org/drawingml/2006/main" noGrp="1"/>
          </p:cNvSpPr>
          <p:nvPr/>
        </p:nvSpPr>
        <p:spPr>
          <a:xfrm xmlns:a="http://schemas.openxmlformats.org/drawingml/2006/main">
            <a:off x="3429000" y="50387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25" name="">
            <a:extLst xmlns:a="http://schemas.openxmlformats.org/drawingml/2006/main">
              <a:ext uri="{FF2B5EF4-FFF2-40B4-BE49-F238E27FC236}">
                <a16:creationId xmlns:a16="http://schemas.microsoft.com/office/drawing/2014/main" id="{674AFFBD-15FB-4CD9-ABD8-2D5EECB4765A}"/>
              </a:ext>
            </a:extLst>
          </p:cNvPr>
          <p:cNvSpPr>
            <a:spLocks xmlns:a="http://schemas.openxmlformats.org/drawingml/2006/main" noGrp="1"/>
          </p:cNvSpPr>
          <p:nvPr/>
        </p:nvSpPr>
        <p:spPr>
          <a:xfrm xmlns:a="http://schemas.openxmlformats.org/drawingml/2006/main">
            <a:off x="3838575" y="503872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Database Relationships</a:t>
            </a:r>
          </a:p>
        </p:txBody>
      </p:sp>
      <p:sp>
        <p:nvSpPr>
          <p:cNvPr id="26" name="">
            <a:extLst xmlns:a="http://schemas.openxmlformats.org/drawingml/2006/main">
              <a:ext uri="{FF2B5EF4-FFF2-40B4-BE49-F238E27FC236}">
                <a16:creationId xmlns:a16="http://schemas.microsoft.com/office/drawing/2014/main" id="{D5747D81-F73E-490C-8DC6-97C92411E279}"/>
              </a:ext>
            </a:extLst>
          </p:cNvPr>
          <p:cNvSpPr>
            <a:spLocks xmlns:a="http://schemas.openxmlformats.org/drawingml/2006/main" noGrp="1"/>
          </p:cNvSpPr>
          <p:nvPr/>
        </p:nvSpPr>
        <p:spPr>
          <a:xfrm xmlns:a="http://schemas.openxmlformats.org/drawingml/2006/main">
            <a:off x="62865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3</a:t>
            </a:r>
          </a:p>
        </p:txBody>
      </p:sp>
      <p:sp>
        <p:nvSpPr>
          <p:cNvPr id="27" name="">
            <a:extLst xmlns:a="http://schemas.openxmlformats.org/drawingml/2006/main">
              <a:ext uri="{FF2B5EF4-FFF2-40B4-BE49-F238E27FC236}">
                <a16:creationId xmlns:a16="http://schemas.microsoft.com/office/drawing/2014/main" id="{740B88EC-DD91-4DF5-BA81-F99304869194}"/>
              </a:ext>
            </a:extLst>
          </p:cNvPr>
          <p:cNvSpPr>
            <a:spLocks xmlns:a="http://schemas.openxmlformats.org/drawingml/2006/main" noGrp="1"/>
          </p:cNvSpPr>
          <p:nvPr/>
        </p:nvSpPr>
        <p:spPr>
          <a:xfrm xmlns:a="http://schemas.openxmlformats.org/drawingml/2006/main">
            <a:off x="62865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Build the experience</a:t>
            </a:r>
          </a:p>
        </p:txBody>
      </p:sp>
      <p:sp>
        <p:nvSpPr>
          <p:cNvPr id="28" name="">
            <a:extLst xmlns:a="http://schemas.openxmlformats.org/drawingml/2006/main">
              <a:ext uri="{FF2B5EF4-FFF2-40B4-BE49-F238E27FC236}">
                <a16:creationId xmlns:a16="http://schemas.microsoft.com/office/drawing/2014/main" id="{FC8D346B-3060-4E10-A1E7-66822AAA3BC2}"/>
              </a:ext>
            </a:extLst>
          </p:cNvPr>
          <p:cNvSpPr>
            <a:spLocks xmlns:a="http://schemas.openxmlformats.org/drawingml/2006/main" noGrp="1"/>
          </p:cNvSpPr>
          <p:nvPr/>
        </p:nvSpPr>
        <p:spPr>
          <a:xfrm xmlns:a="http://schemas.openxmlformats.org/drawingml/2006/main">
            <a:off x="6953250" y="2876550"/>
            <a:ext cx="204787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6124B01E-AE0A-4E22-A42E-D404937D86B4}"/>
              </a:ext>
            </a:extLst>
          </p:cNvPr>
          <p:cNvSpPr>
            <a:spLocks xmlns:a="http://schemas.openxmlformats.org/drawingml/2006/main" noGrp="1"/>
          </p:cNvSpPr>
          <p:nvPr/>
        </p:nvSpPr>
        <p:spPr>
          <a:xfrm xmlns:a="http://schemas.openxmlformats.org/drawingml/2006/main">
            <a:off x="8905875" y="26860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17501FE4-33FC-420B-86D2-63C910C0DE4E}"/>
              </a:ext>
            </a:extLst>
          </p:cNvPr>
          <p:cNvSpPr>
            <a:spLocks xmlns:a="http://schemas.openxmlformats.org/drawingml/2006/main" noGrp="1"/>
          </p:cNvSpPr>
          <p:nvPr/>
        </p:nvSpPr>
        <p:spPr>
          <a:xfrm xmlns:a="http://schemas.openxmlformats.org/drawingml/2006/main">
            <a:off x="62865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31" name="">
            <a:extLst xmlns:a="http://schemas.openxmlformats.org/drawingml/2006/main">
              <a:ext uri="{FF2B5EF4-FFF2-40B4-BE49-F238E27FC236}">
                <a16:creationId xmlns:a16="http://schemas.microsoft.com/office/drawing/2014/main" id="{74B99FA7-8F8D-459A-B7F9-2DB806175F53}"/>
              </a:ext>
            </a:extLst>
          </p:cNvPr>
          <p:cNvSpPr>
            <a:spLocks xmlns:a="http://schemas.openxmlformats.org/drawingml/2006/main" noGrp="1"/>
          </p:cNvSpPr>
          <p:nvPr/>
        </p:nvSpPr>
        <p:spPr>
          <a:xfrm xmlns:a="http://schemas.openxmlformats.org/drawingml/2006/main">
            <a:off x="66960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Modules &amp; Workspaces</a:t>
            </a:r>
          </a:p>
        </p:txBody>
      </p:sp>
      <p:sp>
        <p:nvSpPr>
          <p:cNvPr id="32" name="">
            <a:extLst xmlns:a="http://schemas.openxmlformats.org/drawingml/2006/main">
              <a:ext uri="{FF2B5EF4-FFF2-40B4-BE49-F238E27FC236}">
                <a16:creationId xmlns:a16="http://schemas.microsoft.com/office/drawing/2014/main" id="{639BF2C7-4725-4016-84AD-C257DCB0D071}"/>
              </a:ext>
            </a:extLst>
          </p:cNvPr>
          <p:cNvSpPr>
            <a:spLocks xmlns:a="http://schemas.openxmlformats.org/drawingml/2006/main" noGrp="1"/>
          </p:cNvSpPr>
          <p:nvPr/>
        </p:nvSpPr>
        <p:spPr>
          <a:xfrm xmlns:a="http://schemas.openxmlformats.org/drawingml/2006/main">
            <a:off x="62865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33" name="">
            <a:extLst xmlns:a="http://schemas.openxmlformats.org/drawingml/2006/main">
              <a:ext uri="{FF2B5EF4-FFF2-40B4-BE49-F238E27FC236}">
                <a16:creationId xmlns:a16="http://schemas.microsoft.com/office/drawing/2014/main" id="{73CB35DB-3B8B-4914-A054-491EA57D7562}"/>
              </a:ext>
            </a:extLst>
          </p:cNvPr>
          <p:cNvSpPr>
            <a:spLocks xmlns:a="http://schemas.openxmlformats.org/drawingml/2006/main" noGrp="1"/>
          </p:cNvSpPr>
          <p:nvPr/>
        </p:nvSpPr>
        <p:spPr>
          <a:xfrm xmlns:a="http://schemas.openxmlformats.org/drawingml/2006/main">
            <a:off x="66960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Frontend &amp; Backend</a:t>
            </a:r>
          </a:p>
        </p:txBody>
      </p:sp>
      <p:sp>
        <p:nvSpPr>
          <p:cNvPr id="34" name="">
            <a:extLst xmlns:a="http://schemas.openxmlformats.org/drawingml/2006/main">
              <a:ext uri="{FF2B5EF4-FFF2-40B4-BE49-F238E27FC236}">
                <a16:creationId xmlns:a16="http://schemas.microsoft.com/office/drawing/2014/main" id="{5594EBEB-9B3C-4BAE-8952-C362E2281663}"/>
              </a:ext>
            </a:extLst>
          </p:cNvPr>
          <p:cNvSpPr>
            <a:spLocks xmlns:a="http://schemas.openxmlformats.org/drawingml/2006/main" noGrp="1"/>
          </p:cNvSpPr>
          <p:nvPr/>
        </p:nvSpPr>
        <p:spPr>
          <a:xfrm xmlns:a="http://schemas.openxmlformats.org/drawingml/2006/main">
            <a:off x="6286500" y="503872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35" name="">
            <a:extLst xmlns:a="http://schemas.openxmlformats.org/drawingml/2006/main">
              <a:ext uri="{FF2B5EF4-FFF2-40B4-BE49-F238E27FC236}">
                <a16:creationId xmlns:a16="http://schemas.microsoft.com/office/drawing/2014/main" id="{D7B08C65-89DA-4CDE-8D8F-DEE9B14631E8}"/>
              </a:ext>
            </a:extLst>
          </p:cNvPr>
          <p:cNvSpPr>
            <a:spLocks xmlns:a="http://schemas.openxmlformats.org/drawingml/2006/main" noGrp="1"/>
          </p:cNvSpPr>
          <p:nvPr/>
        </p:nvSpPr>
        <p:spPr>
          <a:xfrm xmlns:a="http://schemas.openxmlformats.org/drawingml/2006/main">
            <a:off x="6696075" y="503872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APIs &amp; Booking Workflow</a:t>
            </a:r>
          </a:p>
        </p:txBody>
      </p:sp>
      <p:sp>
        <p:nvSpPr>
          <p:cNvPr id="36" name="">
            <a:extLst xmlns:a="http://schemas.openxmlformats.org/drawingml/2006/main">
              <a:ext uri="{FF2B5EF4-FFF2-40B4-BE49-F238E27FC236}">
                <a16:creationId xmlns:a16="http://schemas.microsoft.com/office/drawing/2014/main" id="{140386C8-BF7C-47AB-8B46-C376CA375115}"/>
              </a:ext>
            </a:extLst>
          </p:cNvPr>
          <p:cNvSpPr>
            <a:spLocks xmlns:a="http://schemas.openxmlformats.org/drawingml/2006/main" noGrp="1"/>
          </p:cNvSpPr>
          <p:nvPr/>
        </p:nvSpPr>
        <p:spPr>
          <a:xfrm xmlns:a="http://schemas.openxmlformats.org/drawingml/2006/main">
            <a:off x="9144000" y="2619375"/>
            <a:ext cx="533400" cy="5334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4</a:t>
            </a:r>
          </a:p>
        </p:txBody>
      </p:sp>
      <p:sp>
        <p:nvSpPr>
          <p:cNvPr id="37" name="">
            <a:extLst xmlns:a="http://schemas.openxmlformats.org/drawingml/2006/main">
              <a:ext uri="{FF2B5EF4-FFF2-40B4-BE49-F238E27FC236}">
                <a16:creationId xmlns:a16="http://schemas.microsoft.com/office/drawing/2014/main" id="{5C73E9BC-1C95-4B68-AF49-3934DDBB2124}"/>
              </a:ext>
            </a:extLst>
          </p:cNvPr>
          <p:cNvSpPr>
            <a:spLocks xmlns:a="http://schemas.openxmlformats.org/drawingml/2006/main" noGrp="1"/>
          </p:cNvSpPr>
          <p:nvPr/>
        </p:nvSpPr>
        <p:spPr>
          <a:xfrm xmlns:a="http://schemas.openxmlformats.org/drawingml/2006/main">
            <a:off x="9144000" y="3333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Launch &amp; future</a:t>
            </a:r>
          </a:p>
        </p:txBody>
      </p:sp>
      <p:sp>
        <p:nvSpPr>
          <p:cNvPr id="38" name="">
            <a:extLst xmlns:a="http://schemas.openxmlformats.org/drawingml/2006/main">
              <a:ext uri="{FF2B5EF4-FFF2-40B4-BE49-F238E27FC236}">
                <a16:creationId xmlns:a16="http://schemas.microsoft.com/office/drawing/2014/main" id="{916B6936-0626-4A14-A160-BBD9EC6AE007}"/>
              </a:ext>
            </a:extLst>
          </p:cNvPr>
          <p:cNvSpPr>
            <a:spLocks xmlns:a="http://schemas.openxmlformats.org/drawingml/2006/main" noGrp="1"/>
          </p:cNvSpPr>
          <p:nvPr/>
        </p:nvSpPr>
        <p:spPr>
          <a:xfrm xmlns:a="http://schemas.openxmlformats.org/drawingml/2006/main">
            <a:off x="9144000" y="3952875"/>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39" name="">
            <a:extLst xmlns:a="http://schemas.openxmlformats.org/drawingml/2006/main">
              <a:ext uri="{FF2B5EF4-FFF2-40B4-BE49-F238E27FC236}">
                <a16:creationId xmlns:a16="http://schemas.microsoft.com/office/drawing/2014/main" id="{670DC615-8366-456F-A8E0-833AA1096D91}"/>
              </a:ext>
            </a:extLst>
          </p:cNvPr>
          <p:cNvSpPr>
            <a:spLocks xmlns:a="http://schemas.openxmlformats.org/drawingml/2006/main" noGrp="1"/>
          </p:cNvSpPr>
          <p:nvPr/>
        </p:nvSpPr>
        <p:spPr>
          <a:xfrm xmlns:a="http://schemas.openxmlformats.org/drawingml/2006/main">
            <a:off x="9553575" y="3952875"/>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Challenges &amp; Limitations</a:t>
            </a:r>
          </a:p>
        </p:txBody>
      </p:sp>
      <p:sp>
        <p:nvSpPr>
          <p:cNvPr id="40" name="">
            <a:extLst xmlns:a="http://schemas.openxmlformats.org/drawingml/2006/main">
              <a:ext uri="{FF2B5EF4-FFF2-40B4-BE49-F238E27FC236}">
                <a16:creationId xmlns:a16="http://schemas.microsoft.com/office/drawing/2014/main" id="{9690C350-6804-4129-8683-0C57D8915F18}"/>
              </a:ext>
            </a:extLst>
          </p:cNvPr>
          <p:cNvSpPr>
            <a:spLocks xmlns:a="http://schemas.openxmlformats.org/drawingml/2006/main" noGrp="1"/>
          </p:cNvSpPr>
          <p:nvPr/>
        </p:nvSpPr>
        <p:spPr>
          <a:xfrm xmlns:a="http://schemas.openxmlformats.org/drawingml/2006/main">
            <a:off x="9144000" y="4495800"/>
            <a:ext cx="33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sp>
        <p:nvSpPr>
          <p:cNvPr id="41" name="">
            <a:extLst xmlns:a="http://schemas.openxmlformats.org/drawingml/2006/main">
              <a:ext uri="{FF2B5EF4-FFF2-40B4-BE49-F238E27FC236}">
                <a16:creationId xmlns:a16="http://schemas.microsoft.com/office/drawing/2014/main" id="{F120C637-467F-46D3-87FF-680BD0762390}"/>
              </a:ext>
            </a:extLst>
          </p:cNvPr>
          <p:cNvSpPr>
            <a:spLocks xmlns:a="http://schemas.openxmlformats.org/drawingml/2006/main" noGrp="1"/>
          </p:cNvSpPr>
          <p:nvPr/>
        </p:nvSpPr>
        <p:spPr>
          <a:xfrm xmlns:a="http://schemas.openxmlformats.org/drawingml/2006/main">
            <a:off x="9553575" y="4495800"/>
            <a:ext cx="223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Conclusion &amp; Future Scope</a:t>
            </a:r>
          </a:p>
        </p:txBody>
      </p:sp>
    </p:spTree>
    <p:extLst>
      <p:ext uri="{BB962C8B-B14F-4D97-AF65-F5344CB8AC3E}">
        <p14:creationId xmlns:p14="http://schemas.microsoft.com/office/powerpoint/2010/main" val="16135149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68A30BC1-8803-48B7-9184-9461048925C7}"/>
              </a:ext>
            </a:extLst>
          </p:cNvPr>
          <p:cNvPicPr>
            <a:picLocks xmlns:a="http://schemas.openxmlformats.org/drawingml/2006/main" noChangeAspect="1"/>
          </p:cNvPicPr>
          <p:nvPr/>
        </p:nvPicPr>
        <p:blipFill>
          <a:blip xmlns:r="http://schemas.openxmlformats.org/officeDocument/2006/relationships" xmlns:a="http://schemas.openxmlformats.org/drawingml/2006/main" r:embed="Ra3a23106f42c4eaf"/>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0AA44D8-630D-4A05-952C-8A4246DC4AC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99823A0C-EABC-47ED-80C6-78F63BE010C1}"/>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Problem &amp; Existing vs Proposed System</a:t>
            </a:r>
          </a:p>
        </p:txBody>
      </p:sp>
      <p:sp>
        <p:nvSpPr>
          <p:cNvPr id="4" name="">
            <a:extLst xmlns:a="http://schemas.openxmlformats.org/drawingml/2006/main">
              <a:ext uri="{FF2B5EF4-FFF2-40B4-BE49-F238E27FC236}">
                <a16:creationId xmlns:a16="http://schemas.microsoft.com/office/drawing/2014/main" id="{C4FAF7D1-B797-482C-87F0-A24E5B1C9151}"/>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1C0BC64B-0F5F-4E5A-8163-C282C27F2C4A}"/>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69E5CE27-D2D2-48C2-8180-D6FF8ED276F6}"/>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7" name="">
            <a:extLst xmlns:a="http://schemas.openxmlformats.org/drawingml/2006/main">
              <a:ext uri="{FF2B5EF4-FFF2-40B4-BE49-F238E27FC236}">
                <a16:creationId xmlns:a16="http://schemas.microsoft.com/office/drawing/2014/main" id="{8BF8F676-CB55-4CE1-BD5C-CAFBD945BCCD}"/>
              </a:ext>
            </a:extLst>
          </p:cNvPr>
          <p:cNvSpPr>
            <a:spLocks xmlns:a="http://schemas.openxmlformats.org/drawingml/2006/main" noGrp="1"/>
          </p:cNvSpPr>
          <p:nvPr/>
        </p:nvSpPr>
        <p:spPr>
          <a:xfrm xmlns:a="http://schemas.openxmlformats.org/drawingml/2006/main">
            <a:off x="571500" y="162877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Fragmented Service Process</a:t>
            </a:r>
          </a:p>
        </p:txBody>
      </p:sp>
      <p:sp>
        <p:nvSpPr>
          <p:cNvPr id="8" name="">
            <a:extLst xmlns:a="http://schemas.openxmlformats.org/drawingml/2006/main">
              <a:ext uri="{FF2B5EF4-FFF2-40B4-BE49-F238E27FC236}">
                <a16:creationId xmlns:a16="http://schemas.microsoft.com/office/drawing/2014/main" id="{3761608E-1576-4DA9-82D5-52C0DCEF112F}"/>
              </a:ext>
            </a:extLst>
          </p:cNvPr>
          <p:cNvSpPr>
            <a:spLocks xmlns:a="http://schemas.openxmlformats.org/drawingml/2006/main" noGrp="1"/>
          </p:cNvSpPr>
          <p:nvPr/>
        </p:nvSpPr>
        <p:spPr>
          <a:xfrm xmlns:a="http://schemas.openxmlformats.org/drawingml/2006/main">
            <a:off x="5715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9" name="">
            <a:extLst xmlns:a="http://schemas.openxmlformats.org/drawingml/2006/main">
              <a:ext uri="{FF2B5EF4-FFF2-40B4-BE49-F238E27FC236}">
                <a16:creationId xmlns:a16="http://schemas.microsoft.com/office/drawing/2014/main" id="{3C1CCF1F-59FB-4CBD-AA5F-BA28E152B371}"/>
              </a:ext>
            </a:extLst>
          </p:cNvPr>
          <p:cNvSpPr>
            <a:spLocks xmlns:a="http://schemas.openxmlformats.org/drawingml/2006/main" noGrp="1"/>
          </p:cNvSpPr>
          <p:nvPr/>
        </p:nvSpPr>
        <p:spPr>
          <a:xfrm xmlns:a="http://schemas.openxmlformats.org/drawingml/2006/main">
            <a:off x="5715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Search across listings and contacts</a:t>
            </a:r>
          </a:p>
        </p:txBody>
      </p:sp>
      <p:sp>
        <p:nvSpPr>
          <p:cNvPr id="10" name="">
            <a:extLst xmlns:a="http://schemas.openxmlformats.org/drawingml/2006/main">
              <a:ext uri="{FF2B5EF4-FFF2-40B4-BE49-F238E27FC236}">
                <a16:creationId xmlns:a16="http://schemas.microsoft.com/office/drawing/2014/main" id="{477C416C-C655-4775-B49F-126D91EE9C3B}"/>
              </a:ext>
            </a:extLst>
          </p:cNvPr>
          <p:cNvSpPr>
            <a:spLocks xmlns:a="http://schemas.openxmlformats.org/drawingml/2006/main" noGrp="1"/>
          </p:cNvSpPr>
          <p:nvPr/>
        </p:nvSpPr>
        <p:spPr>
          <a:xfrm xmlns:a="http://schemas.openxmlformats.org/drawingml/2006/main">
            <a:off x="1333500" y="2390775"/>
            <a:ext cx="1143000" cy="0"/>
          </a:xfrm>
          <a:prstGeom xmlns:a="http://schemas.openxmlformats.org/drawingml/2006/main" prst="line">
            <a:avLst/>
          </a:prstGeom>
          <a:ln xmlns:a="http://schemas.openxmlformats.org/drawingml/2006/main" w="19050">
            <a:solidFill>
              <a:srgbClr val="CFD2D8"/>
            </a:solidFill>
          </a:ln>
        </p:spPr>
      </p:sp>
      <p:sp>
        <p:nvSpPr>
          <p:cNvPr id="11" name="">
            <a:extLst xmlns:a="http://schemas.openxmlformats.org/drawingml/2006/main">
              <a:ext uri="{FF2B5EF4-FFF2-40B4-BE49-F238E27FC236}">
                <a16:creationId xmlns:a16="http://schemas.microsoft.com/office/drawing/2014/main" id="{60A10F48-5D1D-4F1E-87D3-BE22680DD01C}"/>
              </a:ext>
            </a:extLst>
          </p:cNvPr>
          <p:cNvSpPr>
            <a:spLocks xmlns:a="http://schemas.openxmlformats.org/drawingml/2006/main" noGrp="1"/>
          </p:cNvSpPr>
          <p:nvPr/>
        </p:nvSpPr>
        <p:spPr>
          <a:xfrm xmlns:a="http://schemas.openxmlformats.org/drawingml/2006/main">
            <a:off x="282892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2" name="">
            <a:extLst xmlns:a="http://schemas.openxmlformats.org/drawingml/2006/main">
              <a:ext uri="{FF2B5EF4-FFF2-40B4-BE49-F238E27FC236}">
                <a16:creationId xmlns:a16="http://schemas.microsoft.com/office/drawing/2014/main" id="{1AEC6C36-76BF-440B-BBB7-8D181A2D361D}"/>
              </a:ext>
            </a:extLst>
          </p:cNvPr>
          <p:cNvSpPr>
            <a:spLocks xmlns:a="http://schemas.openxmlformats.org/drawingml/2006/main" noGrp="1"/>
          </p:cNvSpPr>
          <p:nvPr/>
        </p:nvSpPr>
        <p:spPr>
          <a:xfrm xmlns:a="http://schemas.openxmlformats.org/drawingml/2006/main">
            <a:off x="282892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Confirm coverage through calls</a:t>
            </a:r>
          </a:p>
        </p:txBody>
      </p:sp>
      <p:sp>
        <p:nvSpPr>
          <p:cNvPr id="13" name="">
            <a:extLst xmlns:a="http://schemas.openxmlformats.org/drawingml/2006/main">
              <a:ext uri="{FF2B5EF4-FFF2-40B4-BE49-F238E27FC236}">
                <a16:creationId xmlns:a16="http://schemas.microsoft.com/office/drawing/2014/main" id="{45909244-C140-4B25-9251-5EBC2B213DDE}"/>
              </a:ext>
            </a:extLst>
          </p:cNvPr>
          <p:cNvSpPr>
            <a:spLocks xmlns:a="http://schemas.openxmlformats.org/drawingml/2006/main" noGrp="1"/>
          </p:cNvSpPr>
          <p:nvPr/>
        </p:nvSpPr>
        <p:spPr>
          <a:xfrm xmlns:a="http://schemas.openxmlformats.org/drawingml/2006/main">
            <a:off x="3590925" y="2390775"/>
            <a:ext cx="1143000" cy="0"/>
          </a:xfrm>
          <a:prstGeom xmlns:a="http://schemas.openxmlformats.org/drawingml/2006/main" prst="line">
            <a:avLst/>
          </a:prstGeom>
          <a:ln xmlns:a="http://schemas.openxmlformats.org/drawingml/2006/main" w="19050">
            <a:solidFill>
              <a:srgbClr val="CFD2D8"/>
            </a:solidFill>
          </a:ln>
        </p:spPr>
      </p:sp>
      <p:sp>
        <p:nvSpPr>
          <p:cNvPr id="14" name="">
            <a:extLst xmlns:a="http://schemas.openxmlformats.org/drawingml/2006/main">
              <a:ext uri="{FF2B5EF4-FFF2-40B4-BE49-F238E27FC236}">
                <a16:creationId xmlns:a16="http://schemas.microsoft.com/office/drawing/2014/main" id="{E5AAE9D0-CDD2-48D2-AE65-7EB14E2F4E0A}"/>
              </a:ext>
            </a:extLst>
          </p:cNvPr>
          <p:cNvSpPr>
            <a:spLocks xmlns:a="http://schemas.openxmlformats.org/drawingml/2006/main" noGrp="1"/>
          </p:cNvSpPr>
          <p:nvPr/>
        </p:nvSpPr>
        <p:spPr>
          <a:xfrm xmlns:a="http://schemas.openxmlformats.org/drawingml/2006/main">
            <a:off x="508635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5" name="">
            <a:extLst xmlns:a="http://schemas.openxmlformats.org/drawingml/2006/main">
              <a:ext uri="{FF2B5EF4-FFF2-40B4-BE49-F238E27FC236}">
                <a16:creationId xmlns:a16="http://schemas.microsoft.com/office/drawing/2014/main" id="{6FFEC9B1-2798-4BFF-A0B8-1EC770A7A322}"/>
              </a:ext>
            </a:extLst>
          </p:cNvPr>
          <p:cNvSpPr>
            <a:spLocks xmlns:a="http://schemas.openxmlformats.org/drawingml/2006/main" noGrp="1"/>
          </p:cNvSpPr>
          <p:nvPr/>
        </p:nvSpPr>
        <p:spPr>
          <a:xfrm xmlns:a="http://schemas.openxmlformats.org/drawingml/2006/main">
            <a:off x="508635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Arrange time through separate chats</a:t>
            </a:r>
          </a:p>
        </p:txBody>
      </p:sp>
      <p:sp>
        <p:nvSpPr>
          <p:cNvPr id="16" name="">
            <a:extLst xmlns:a="http://schemas.openxmlformats.org/drawingml/2006/main">
              <a:ext uri="{FF2B5EF4-FFF2-40B4-BE49-F238E27FC236}">
                <a16:creationId xmlns:a16="http://schemas.microsoft.com/office/drawing/2014/main" id="{D3533F4D-005B-4E3E-819A-6A33E72B3EAC}"/>
              </a:ext>
            </a:extLst>
          </p:cNvPr>
          <p:cNvSpPr>
            <a:spLocks xmlns:a="http://schemas.openxmlformats.org/drawingml/2006/main" noGrp="1"/>
          </p:cNvSpPr>
          <p:nvPr/>
        </p:nvSpPr>
        <p:spPr>
          <a:xfrm xmlns:a="http://schemas.openxmlformats.org/drawingml/2006/main">
            <a:off x="5848350" y="2390775"/>
            <a:ext cx="1143000" cy="0"/>
          </a:xfrm>
          <a:prstGeom xmlns:a="http://schemas.openxmlformats.org/drawingml/2006/main" prst="line">
            <a:avLst/>
          </a:prstGeom>
          <a:ln xmlns:a="http://schemas.openxmlformats.org/drawingml/2006/main" w="19050">
            <a:solidFill>
              <a:srgbClr val="CFD2D8"/>
            </a:solidFill>
          </a:ln>
        </p:spPr>
      </p:sp>
      <p:sp>
        <p:nvSpPr>
          <p:cNvPr id="17" name="">
            <a:extLst xmlns:a="http://schemas.openxmlformats.org/drawingml/2006/main">
              <a:ext uri="{FF2B5EF4-FFF2-40B4-BE49-F238E27FC236}">
                <a16:creationId xmlns:a16="http://schemas.microsoft.com/office/drawing/2014/main" id="{C19C20FB-752E-4B27-9BB7-972FC8D6078D}"/>
              </a:ext>
            </a:extLst>
          </p:cNvPr>
          <p:cNvSpPr>
            <a:spLocks xmlns:a="http://schemas.openxmlformats.org/drawingml/2006/main" noGrp="1"/>
          </p:cNvSpPr>
          <p:nvPr/>
        </p:nvSpPr>
        <p:spPr>
          <a:xfrm xmlns:a="http://schemas.openxmlformats.org/drawingml/2006/main">
            <a:off x="7343775"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18" name="">
            <a:extLst xmlns:a="http://schemas.openxmlformats.org/drawingml/2006/main">
              <a:ext uri="{FF2B5EF4-FFF2-40B4-BE49-F238E27FC236}">
                <a16:creationId xmlns:a16="http://schemas.microsoft.com/office/drawing/2014/main" id="{B7C6C254-0285-41B8-A05F-5A39D43D9863}"/>
              </a:ext>
            </a:extLst>
          </p:cNvPr>
          <p:cNvSpPr>
            <a:spLocks xmlns:a="http://schemas.openxmlformats.org/drawingml/2006/main" noGrp="1"/>
          </p:cNvSpPr>
          <p:nvPr/>
        </p:nvSpPr>
        <p:spPr>
          <a:xfrm xmlns:a="http://schemas.openxmlformats.org/drawingml/2006/main">
            <a:off x="7343775"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Track booking and payment separately</a:t>
            </a:r>
          </a:p>
        </p:txBody>
      </p:sp>
      <p:sp>
        <p:nvSpPr>
          <p:cNvPr id="19" name="">
            <a:extLst xmlns:a="http://schemas.openxmlformats.org/drawingml/2006/main">
              <a:ext uri="{FF2B5EF4-FFF2-40B4-BE49-F238E27FC236}">
                <a16:creationId xmlns:a16="http://schemas.microsoft.com/office/drawing/2014/main" id="{79A1DC7D-4612-47D9-9FDA-056AB873AFF4}"/>
              </a:ext>
            </a:extLst>
          </p:cNvPr>
          <p:cNvSpPr>
            <a:spLocks xmlns:a="http://schemas.openxmlformats.org/drawingml/2006/main" noGrp="1"/>
          </p:cNvSpPr>
          <p:nvPr/>
        </p:nvSpPr>
        <p:spPr>
          <a:xfrm xmlns:a="http://schemas.openxmlformats.org/drawingml/2006/main">
            <a:off x="8105775" y="2390775"/>
            <a:ext cx="1143000" cy="0"/>
          </a:xfrm>
          <a:prstGeom xmlns:a="http://schemas.openxmlformats.org/drawingml/2006/main" prst="line">
            <a:avLst/>
          </a:prstGeom>
          <a:ln xmlns:a="http://schemas.openxmlformats.org/drawingml/2006/main" w="19050">
            <a:solidFill>
              <a:srgbClr val="CFD2D8"/>
            </a:solidFill>
          </a:ln>
        </p:spPr>
      </p:sp>
      <p:sp>
        <p:nvSpPr>
          <p:cNvPr id="20" name="">
            <a:extLst xmlns:a="http://schemas.openxmlformats.org/drawingml/2006/main">
              <a:ext uri="{FF2B5EF4-FFF2-40B4-BE49-F238E27FC236}">
                <a16:creationId xmlns:a16="http://schemas.microsoft.com/office/drawing/2014/main" id="{51D2B146-FBA8-4386-81BB-16C3D0451329}"/>
              </a:ext>
            </a:extLst>
          </p:cNvPr>
          <p:cNvSpPr>
            <a:spLocks xmlns:a="http://schemas.openxmlformats.org/drawingml/2006/main" noGrp="1"/>
          </p:cNvSpPr>
          <p:nvPr/>
        </p:nvSpPr>
        <p:spPr>
          <a:xfrm xmlns:a="http://schemas.openxmlformats.org/drawingml/2006/main">
            <a:off x="9601200" y="2190750"/>
            <a:ext cx="400050" cy="400050"/>
          </a:xfrm>
          <a:prstGeom xmlns:a="http://schemas.openxmlformats.org/drawingml/2006/main" prst="rect">
            <a:avLst/>
          </a:prstGeom>
          <a:solidFill xmlns:a="http://schemas.openxmlformats.org/drawingml/2006/main">
            <a:srgbClr val="F0F1F4"/>
          </a:solidFill>
          <a:ln xmlns:a="http://schemas.openxmlformats.org/drawingml/2006/main" w="9525">
            <a:solidFill>
              <a:srgbClr val="F0F1F4"/>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1" name="">
            <a:extLst xmlns:a="http://schemas.openxmlformats.org/drawingml/2006/main">
              <a:ext uri="{FF2B5EF4-FFF2-40B4-BE49-F238E27FC236}">
                <a16:creationId xmlns:a16="http://schemas.microsoft.com/office/drawing/2014/main" id="{D917B8DF-15A4-47D6-A82A-553A708D6784}"/>
              </a:ext>
            </a:extLst>
          </p:cNvPr>
          <p:cNvSpPr>
            <a:spLocks xmlns:a="http://schemas.openxmlformats.org/drawingml/2006/main" noGrp="1"/>
          </p:cNvSpPr>
          <p:nvPr/>
        </p:nvSpPr>
        <p:spPr>
          <a:xfrm xmlns:a="http://schemas.openxmlformats.org/drawingml/2006/main">
            <a:off x="9601200" y="2809875"/>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191D"/>
                </a:solidFill>
              </a:defRPr>
            </a:defPPr>
          </a:lstStyle>
          <a:p xmlns:a="http://schemas.openxmlformats.org/drawingml/2006/main">
            <a:pPr>
              <a:defRPr sz="1800" b="0">
                <a:solidFill>
                  <a:srgbClr val="15191D"/>
                </a:solidFill>
              </a:defRPr>
            </a:pPr>
            <a:r>
              <a:rPr sz="1800" b="0">
                <a:solidFill>
                  <a:srgbClr val="15191D"/>
                </a:solidFill>
              </a:rPr>
              <a:t>Resolve issues through informal follow-up</a:t>
            </a:r>
          </a:p>
        </p:txBody>
      </p:sp>
      <p:sp>
        <p:nvSpPr>
          <p:cNvPr id="22" name="">
            <a:extLst xmlns:a="http://schemas.openxmlformats.org/drawingml/2006/main">
              <a:ext uri="{FF2B5EF4-FFF2-40B4-BE49-F238E27FC236}">
                <a16:creationId xmlns:a16="http://schemas.microsoft.com/office/drawing/2014/main" id="{B88EC6CB-1930-4C2A-9314-99D52D5A2B21}"/>
              </a:ext>
            </a:extLst>
          </p:cNvPr>
          <p:cNvSpPr>
            <a:spLocks xmlns:a="http://schemas.openxmlformats.org/drawingml/2006/main" noGrp="1"/>
          </p:cNvSpPr>
          <p:nvPr/>
        </p:nvSpPr>
        <p:spPr>
          <a:xfrm xmlns:a="http://schemas.openxmlformats.org/drawingml/2006/main">
            <a:off x="400050" y="4048125"/>
            <a:ext cx="11410950" cy="204787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E2530194-2321-4811-B352-0B91B9327C8A}"/>
              </a:ext>
            </a:extLst>
          </p:cNvPr>
          <p:cNvSpPr>
            <a:spLocks xmlns:a="http://schemas.openxmlformats.org/drawingml/2006/main" noGrp="1"/>
          </p:cNvSpPr>
          <p:nvPr/>
        </p:nvSpPr>
        <p:spPr>
          <a:xfrm xmlns:a="http://schemas.openxmlformats.org/drawingml/2006/main">
            <a:off x="571500" y="42291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Nearby Platform</a:t>
            </a:r>
          </a:p>
        </p:txBody>
      </p:sp>
      <p:sp>
        <p:nvSpPr>
          <p:cNvPr id="24" name="">
            <a:extLst xmlns:a="http://schemas.openxmlformats.org/drawingml/2006/main">
              <a:ext uri="{FF2B5EF4-FFF2-40B4-BE49-F238E27FC236}">
                <a16:creationId xmlns:a16="http://schemas.microsoft.com/office/drawing/2014/main" id="{C8D3E3E7-41BB-48CA-8F35-A9E307CC6D4D}"/>
              </a:ext>
            </a:extLst>
          </p:cNvPr>
          <p:cNvSpPr>
            <a:spLocks xmlns:a="http://schemas.openxmlformats.org/drawingml/2006/main" noGrp="1"/>
          </p:cNvSpPr>
          <p:nvPr/>
        </p:nvSpPr>
        <p:spPr>
          <a:xfrm xmlns:a="http://schemas.openxmlformats.org/drawingml/2006/main">
            <a:off x="5715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Discover services by exact pincode</a:t>
            </a:r>
          </a:p>
        </p:txBody>
      </p:sp>
      <p:sp>
        <p:nvSpPr>
          <p:cNvPr id="25" name="">
            <a:extLst xmlns:a="http://schemas.openxmlformats.org/drawingml/2006/main">
              <a:ext uri="{FF2B5EF4-FFF2-40B4-BE49-F238E27FC236}">
                <a16:creationId xmlns:a16="http://schemas.microsoft.com/office/drawing/2014/main" id="{10A1B4C6-43A3-47DF-BE1D-62A83D0112AC}"/>
              </a:ext>
            </a:extLst>
          </p:cNvPr>
          <p:cNvSpPr>
            <a:spLocks xmlns:a="http://schemas.openxmlformats.org/drawingml/2006/main" noGrp="1"/>
          </p:cNvSpPr>
          <p:nvPr/>
        </p:nvSpPr>
        <p:spPr>
          <a:xfrm xmlns:a="http://schemas.openxmlformats.org/drawingml/2006/main">
            <a:off x="2571750" y="4610100"/>
            <a:ext cx="238125" cy="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BA9C480A-F592-4912-AC75-6EB0DC0966B0}"/>
              </a:ext>
            </a:extLst>
          </p:cNvPr>
          <p:cNvSpPr>
            <a:spLocks xmlns:a="http://schemas.openxmlformats.org/drawingml/2006/main" noGrp="1"/>
          </p:cNvSpPr>
          <p:nvPr/>
        </p:nvSpPr>
        <p:spPr>
          <a:xfrm xmlns:a="http://schemas.openxmlformats.org/drawingml/2006/main">
            <a:off x="2714625"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7" name="">
            <a:extLst xmlns:a="http://schemas.openxmlformats.org/drawingml/2006/main">
              <a:ext uri="{FF2B5EF4-FFF2-40B4-BE49-F238E27FC236}">
                <a16:creationId xmlns:a16="http://schemas.microsoft.com/office/drawing/2014/main" id="{7701AAC6-CA80-4350-9A85-42661AFB61AD}"/>
              </a:ext>
            </a:extLst>
          </p:cNvPr>
          <p:cNvSpPr>
            <a:spLocks xmlns:a="http://schemas.openxmlformats.org/drawingml/2006/main" noGrp="1"/>
          </p:cNvSpPr>
          <p:nvPr/>
        </p:nvSpPr>
        <p:spPr>
          <a:xfrm xmlns:a="http://schemas.openxmlformats.org/drawingml/2006/main">
            <a:off x="282892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Check published service areas</a:t>
            </a:r>
          </a:p>
        </p:txBody>
      </p:sp>
      <p:sp>
        <p:nvSpPr>
          <p:cNvPr id="28" name="">
            <a:extLst xmlns:a="http://schemas.openxmlformats.org/drawingml/2006/main">
              <a:ext uri="{FF2B5EF4-FFF2-40B4-BE49-F238E27FC236}">
                <a16:creationId xmlns:a16="http://schemas.microsoft.com/office/drawing/2014/main" id="{6E5287E4-61E3-4943-9527-41AFDB0F9F73}"/>
              </a:ext>
            </a:extLst>
          </p:cNvPr>
          <p:cNvSpPr>
            <a:spLocks xmlns:a="http://schemas.openxmlformats.org/drawingml/2006/main" noGrp="1"/>
          </p:cNvSpPr>
          <p:nvPr/>
        </p:nvSpPr>
        <p:spPr>
          <a:xfrm xmlns:a="http://schemas.openxmlformats.org/drawingml/2006/main">
            <a:off x="4829175" y="4610100"/>
            <a:ext cx="23812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CCE2C897-501A-4B51-A91D-DF5365B739B8}"/>
              </a:ext>
            </a:extLst>
          </p:cNvPr>
          <p:cNvSpPr>
            <a:spLocks xmlns:a="http://schemas.openxmlformats.org/drawingml/2006/main" noGrp="1"/>
          </p:cNvSpPr>
          <p:nvPr/>
        </p:nvSpPr>
        <p:spPr>
          <a:xfrm xmlns:a="http://schemas.openxmlformats.org/drawingml/2006/main">
            <a:off x="4972050"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AA99B4F6-DCE6-4678-AD0F-3734FD7DD1F2}"/>
              </a:ext>
            </a:extLst>
          </p:cNvPr>
          <p:cNvSpPr>
            <a:spLocks xmlns:a="http://schemas.openxmlformats.org/drawingml/2006/main" noGrp="1"/>
          </p:cNvSpPr>
          <p:nvPr/>
        </p:nvSpPr>
        <p:spPr>
          <a:xfrm xmlns:a="http://schemas.openxmlformats.org/drawingml/2006/main">
            <a:off x="508635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Request a published availability slot</a:t>
            </a:r>
          </a:p>
        </p:txBody>
      </p:sp>
      <p:sp>
        <p:nvSpPr>
          <p:cNvPr id="31" name="">
            <a:extLst xmlns:a="http://schemas.openxmlformats.org/drawingml/2006/main">
              <a:ext uri="{FF2B5EF4-FFF2-40B4-BE49-F238E27FC236}">
                <a16:creationId xmlns:a16="http://schemas.microsoft.com/office/drawing/2014/main" id="{E71A18AD-8EC4-49B1-B5CA-6C2AC59DEEFA}"/>
              </a:ext>
            </a:extLst>
          </p:cNvPr>
          <p:cNvSpPr>
            <a:spLocks xmlns:a="http://schemas.openxmlformats.org/drawingml/2006/main" noGrp="1"/>
          </p:cNvSpPr>
          <p:nvPr/>
        </p:nvSpPr>
        <p:spPr>
          <a:xfrm xmlns:a="http://schemas.openxmlformats.org/drawingml/2006/main">
            <a:off x="7086600" y="4610100"/>
            <a:ext cx="238125" cy="0"/>
          </a:xfrm>
          <a:prstGeom xmlns:a="http://schemas.openxmlformats.org/drawingml/2006/main" prst="line">
            <a:avLst/>
          </a:prstGeom>
          <a:ln xmlns:a="http://schemas.openxmlformats.org/drawingml/2006/main" w="19050">
            <a:solidFill>
              <a:srgbClr val="1557FF"/>
            </a:solidFill>
          </a:ln>
        </p:spPr>
      </p:sp>
      <p:sp>
        <p:nvSpPr>
          <p:cNvPr id="32" name="">
            <a:extLst xmlns:a="http://schemas.openxmlformats.org/drawingml/2006/main">
              <a:ext uri="{FF2B5EF4-FFF2-40B4-BE49-F238E27FC236}">
                <a16:creationId xmlns:a16="http://schemas.microsoft.com/office/drawing/2014/main" id="{7A865ADA-41A5-4AB4-832C-20CF82085D53}"/>
              </a:ext>
            </a:extLst>
          </p:cNvPr>
          <p:cNvSpPr>
            <a:spLocks xmlns:a="http://schemas.openxmlformats.org/drawingml/2006/main" noGrp="1"/>
          </p:cNvSpPr>
          <p:nvPr/>
        </p:nvSpPr>
        <p:spPr>
          <a:xfrm xmlns:a="http://schemas.openxmlformats.org/drawingml/2006/main">
            <a:off x="7229475"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3" name="">
            <a:extLst xmlns:a="http://schemas.openxmlformats.org/drawingml/2006/main">
              <a:ext uri="{FF2B5EF4-FFF2-40B4-BE49-F238E27FC236}">
                <a16:creationId xmlns:a16="http://schemas.microsoft.com/office/drawing/2014/main" id="{E0D3F6BE-F8F7-4644-B132-111799831DD5}"/>
              </a:ext>
            </a:extLst>
          </p:cNvPr>
          <p:cNvSpPr>
            <a:spLocks xmlns:a="http://schemas.openxmlformats.org/drawingml/2006/main" noGrp="1"/>
          </p:cNvSpPr>
          <p:nvPr/>
        </p:nvSpPr>
        <p:spPr>
          <a:xfrm xmlns:a="http://schemas.openxmlformats.org/drawingml/2006/main">
            <a:off x="7343775"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Manage booking and INR checkout together</a:t>
            </a:r>
          </a:p>
        </p:txBody>
      </p:sp>
      <p:sp>
        <p:nvSpPr>
          <p:cNvPr id="34" name="">
            <a:extLst xmlns:a="http://schemas.openxmlformats.org/drawingml/2006/main">
              <a:ext uri="{FF2B5EF4-FFF2-40B4-BE49-F238E27FC236}">
                <a16:creationId xmlns:a16="http://schemas.microsoft.com/office/drawing/2014/main" id="{FFA20C36-65AB-42B7-A435-547BA9A48497}"/>
              </a:ext>
            </a:extLst>
          </p:cNvPr>
          <p:cNvSpPr>
            <a:spLocks xmlns:a="http://schemas.openxmlformats.org/drawingml/2006/main" noGrp="1"/>
          </p:cNvSpPr>
          <p:nvPr/>
        </p:nvSpPr>
        <p:spPr>
          <a:xfrm xmlns:a="http://schemas.openxmlformats.org/drawingml/2006/main">
            <a:off x="9344025" y="4610100"/>
            <a:ext cx="238125" cy="0"/>
          </a:xfrm>
          <a:prstGeom xmlns:a="http://schemas.openxmlformats.org/drawingml/2006/main" prst="line">
            <a:avLst/>
          </a:prstGeom>
          <a:ln xmlns:a="http://schemas.openxmlformats.org/drawingml/2006/main" w="19050">
            <a:solidFill>
              <a:srgbClr val="1557FF"/>
            </a:solidFill>
          </a:ln>
        </p:spPr>
      </p:sp>
      <p:sp>
        <p:nvSpPr>
          <p:cNvPr id="35" name="">
            <a:extLst xmlns:a="http://schemas.openxmlformats.org/drawingml/2006/main">
              <a:ext uri="{FF2B5EF4-FFF2-40B4-BE49-F238E27FC236}">
                <a16:creationId xmlns:a16="http://schemas.microsoft.com/office/drawing/2014/main" id="{7CDE9761-B925-480D-BA65-5604B8491247}"/>
              </a:ext>
            </a:extLst>
          </p:cNvPr>
          <p:cNvSpPr>
            <a:spLocks xmlns:a="http://schemas.openxmlformats.org/drawingml/2006/main" noGrp="1"/>
          </p:cNvSpPr>
          <p:nvPr/>
        </p:nvSpPr>
        <p:spPr>
          <a:xfrm xmlns:a="http://schemas.openxmlformats.org/drawingml/2006/main">
            <a:off x="9486900" y="44196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6" name="">
            <a:extLst xmlns:a="http://schemas.openxmlformats.org/drawingml/2006/main">
              <a:ext uri="{FF2B5EF4-FFF2-40B4-BE49-F238E27FC236}">
                <a16:creationId xmlns:a16="http://schemas.microsoft.com/office/drawing/2014/main" id="{D18861DE-243E-46A3-9BCE-93FBC643C489}"/>
              </a:ext>
            </a:extLst>
          </p:cNvPr>
          <p:cNvSpPr>
            <a:spLocks xmlns:a="http://schemas.openxmlformats.org/drawingml/2006/main" noGrp="1"/>
          </p:cNvSpPr>
          <p:nvPr/>
        </p:nvSpPr>
        <p:spPr>
          <a:xfrm xmlns:a="http://schemas.openxmlformats.org/drawingml/2006/main">
            <a:off x="9601200" y="4838700"/>
            <a:ext cx="19716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191D"/>
                </a:solidFill>
              </a:defRPr>
            </a:defPPr>
          </a:lstStyle>
          <a:p xmlns:a="http://schemas.openxmlformats.org/drawingml/2006/main">
            <a:pPr>
              <a:defRPr sz="1800" b="1">
                <a:solidFill>
                  <a:srgbClr val="15191D"/>
                </a:solidFill>
              </a:defRPr>
            </a:pPr>
            <a:r>
              <a:rPr sz="1800" b="1">
                <a:solidFill>
                  <a:srgbClr val="15191D"/>
                </a:solidFill>
              </a:rPr>
              <a:t>Use booking-linked chat, reviews and disputes</a:t>
            </a:r>
          </a:p>
        </p:txBody>
      </p:sp>
    </p:spTree>
    <p:extLst>
      <p:ext uri="{BB962C8B-B14F-4D97-AF65-F5344CB8AC3E}">
        <p14:creationId xmlns:p14="http://schemas.microsoft.com/office/powerpoint/2010/main" val="10624027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6E91BBAA-10A6-4C38-8024-B95D6949D437}"/>
              </a:ext>
            </a:extLst>
          </p:cNvPr>
          <p:cNvPicPr>
            <a:picLocks xmlns:a="http://schemas.openxmlformats.org/drawingml/2006/main" noChangeAspect="1"/>
          </p:cNvPicPr>
          <p:nvPr/>
        </p:nvPicPr>
        <p:blipFill>
          <a:blip xmlns:r="http://schemas.openxmlformats.org/officeDocument/2006/relationships" xmlns:a="http://schemas.openxmlformats.org/drawingml/2006/main" r:embed="Rf5994856137140ab"/>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12BD7D5-86FF-4114-B232-D9E30579453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3CCAF34B-04B4-44E2-94E6-C718867E6FC5}"/>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Functional &amp; Non-Functional Requirements</a:t>
            </a:r>
          </a:p>
        </p:txBody>
      </p:sp>
      <p:sp>
        <p:nvSpPr>
          <p:cNvPr id="4" name="">
            <a:extLst xmlns:a="http://schemas.openxmlformats.org/drawingml/2006/main">
              <a:ext uri="{FF2B5EF4-FFF2-40B4-BE49-F238E27FC236}">
                <a16:creationId xmlns:a16="http://schemas.microsoft.com/office/drawing/2014/main" id="{E58ACAB0-89BF-4CB7-80C2-366FDD0AC4ED}"/>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AEDC0DF6-C0A5-4C16-83D7-320EE3D3DC60}"/>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B1C6B7D8-37F1-4EC6-8B10-7F708EC43579}"/>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7" name="">
            <a:extLst xmlns:a="http://schemas.openxmlformats.org/drawingml/2006/main">
              <a:ext uri="{FF2B5EF4-FFF2-40B4-BE49-F238E27FC236}">
                <a16:creationId xmlns:a16="http://schemas.microsoft.com/office/drawing/2014/main" id="{38D325C9-BD13-46F1-B20F-5BC12C2E2A09}"/>
              </a:ext>
            </a:extLst>
          </p:cNvPr>
          <p:cNvSpPr>
            <a:spLocks xmlns:a="http://schemas.openxmlformats.org/drawingml/2006/main" noGrp="1"/>
          </p:cNvSpPr>
          <p:nvPr/>
        </p:nvSpPr>
        <p:spPr>
          <a:xfrm xmlns:a="http://schemas.openxmlformats.org/drawingml/2006/main">
            <a:off x="571500" y="1571625"/>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Functional Requirements</a:t>
            </a:r>
          </a:p>
        </p:txBody>
      </p:sp>
      <p:sp>
        <p:nvSpPr>
          <p:cNvPr id="8" name="">
            <a:extLst xmlns:a="http://schemas.openxmlformats.org/drawingml/2006/main">
              <a:ext uri="{FF2B5EF4-FFF2-40B4-BE49-F238E27FC236}">
                <a16:creationId xmlns:a16="http://schemas.microsoft.com/office/drawing/2014/main" id="{0DD10A90-7F97-4B5F-9D7B-356C51A2D03F}"/>
              </a:ext>
            </a:extLst>
          </p:cNvPr>
          <p:cNvSpPr>
            <a:spLocks xmlns:a="http://schemas.openxmlformats.org/drawingml/2006/main" noGrp="1"/>
          </p:cNvSpPr>
          <p:nvPr/>
        </p:nvSpPr>
        <p:spPr>
          <a:xfrm xmlns:a="http://schemas.openxmlformats.org/drawingml/2006/main">
            <a:off x="571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1</a:t>
            </a:r>
          </a:p>
        </p:txBody>
      </p:sp>
      <p:sp>
        <p:nvSpPr>
          <p:cNvPr id="9" name="">
            <a:extLst xmlns:a="http://schemas.openxmlformats.org/drawingml/2006/main">
              <a:ext uri="{FF2B5EF4-FFF2-40B4-BE49-F238E27FC236}">
                <a16:creationId xmlns:a16="http://schemas.microsoft.com/office/drawing/2014/main" id="{A5AE11EE-DF56-474E-9BAE-2C5C3921F6EB}"/>
              </a:ext>
            </a:extLst>
          </p:cNvPr>
          <p:cNvSpPr>
            <a:spLocks xmlns:a="http://schemas.openxmlformats.org/drawingml/2006/main" noGrp="1"/>
          </p:cNvSpPr>
          <p:nvPr/>
        </p:nvSpPr>
        <p:spPr>
          <a:xfrm xmlns:a="http://schemas.openxmlformats.org/drawingml/2006/main">
            <a:off x="1028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Login for customer, provider and admin roles</a:t>
            </a:r>
          </a:p>
        </p:txBody>
      </p:sp>
      <p:sp>
        <p:nvSpPr>
          <p:cNvPr id="10" name="">
            <a:extLst xmlns:a="http://schemas.openxmlformats.org/drawingml/2006/main">
              <a:ext uri="{FF2B5EF4-FFF2-40B4-BE49-F238E27FC236}">
                <a16:creationId xmlns:a16="http://schemas.microsoft.com/office/drawing/2014/main" id="{FDFA5E1A-4432-41B4-A02F-0E9089D014D3}"/>
              </a:ext>
            </a:extLst>
          </p:cNvPr>
          <p:cNvSpPr>
            <a:spLocks xmlns:a="http://schemas.openxmlformats.org/drawingml/2006/main" noGrp="1"/>
          </p:cNvSpPr>
          <p:nvPr/>
        </p:nvSpPr>
        <p:spPr>
          <a:xfrm xmlns:a="http://schemas.openxmlformats.org/drawingml/2006/main">
            <a:off x="3429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2</a:t>
            </a:r>
          </a:p>
        </p:txBody>
      </p:sp>
      <p:sp>
        <p:nvSpPr>
          <p:cNvPr id="11" name="">
            <a:extLst xmlns:a="http://schemas.openxmlformats.org/drawingml/2006/main">
              <a:ext uri="{FF2B5EF4-FFF2-40B4-BE49-F238E27FC236}">
                <a16:creationId xmlns:a16="http://schemas.microsoft.com/office/drawing/2014/main" id="{4DC8CCA9-EFEC-473A-86C9-C56A811B9CE7}"/>
              </a:ext>
            </a:extLst>
          </p:cNvPr>
          <p:cNvSpPr>
            <a:spLocks xmlns:a="http://schemas.openxmlformats.org/drawingml/2006/main" noGrp="1"/>
          </p:cNvSpPr>
          <p:nvPr/>
        </p:nvSpPr>
        <p:spPr>
          <a:xfrm xmlns:a="http://schemas.openxmlformats.org/drawingml/2006/main">
            <a:off x="3886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Search services by six-digit pincode</a:t>
            </a:r>
          </a:p>
        </p:txBody>
      </p:sp>
      <p:sp>
        <p:nvSpPr>
          <p:cNvPr id="12" name="">
            <a:extLst xmlns:a="http://schemas.openxmlformats.org/drawingml/2006/main">
              <a:ext uri="{FF2B5EF4-FFF2-40B4-BE49-F238E27FC236}">
                <a16:creationId xmlns:a16="http://schemas.microsoft.com/office/drawing/2014/main" id="{0B10C92A-BD4E-4C3E-805C-0D27E494D430}"/>
              </a:ext>
            </a:extLst>
          </p:cNvPr>
          <p:cNvSpPr>
            <a:spLocks xmlns:a="http://schemas.openxmlformats.org/drawingml/2006/main" noGrp="1"/>
          </p:cNvSpPr>
          <p:nvPr/>
        </p:nvSpPr>
        <p:spPr>
          <a:xfrm xmlns:a="http://schemas.openxmlformats.org/drawingml/2006/main">
            <a:off x="62865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3</a:t>
            </a:r>
          </a:p>
        </p:txBody>
      </p:sp>
      <p:sp>
        <p:nvSpPr>
          <p:cNvPr id="13" name="">
            <a:extLst xmlns:a="http://schemas.openxmlformats.org/drawingml/2006/main">
              <a:ext uri="{FF2B5EF4-FFF2-40B4-BE49-F238E27FC236}">
                <a16:creationId xmlns:a16="http://schemas.microsoft.com/office/drawing/2014/main" id="{BB0CA85A-2FDB-4648-BF54-4005E72F9EF8}"/>
              </a:ext>
            </a:extLst>
          </p:cNvPr>
          <p:cNvSpPr>
            <a:spLocks xmlns:a="http://schemas.openxmlformats.org/drawingml/2006/main" noGrp="1"/>
          </p:cNvSpPr>
          <p:nvPr/>
        </p:nvSpPr>
        <p:spPr>
          <a:xfrm xmlns:a="http://schemas.openxmlformats.org/drawingml/2006/main">
            <a:off x="67437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Manage provider profiles and service listings</a:t>
            </a:r>
          </a:p>
        </p:txBody>
      </p:sp>
      <p:sp>
        <p:nvSpPr>
          <p:cNvPr id="14" name="">
            <a:extLst xmlns:a="http://schemas.openxmlformats.org/drawingml/2006/main">
              <a:ext uri="{FF2B5EF4-FFF2-40B4-BE49-F238E27FC236}">
                <a16:creationId xmlns:a16="http://schemas.microsoft.com/office/drawing/2014/main" id="{449475FA-76A6-47D0-9F86-676BD1C83D79}"/>
              </a:ext>
            </a:extLst>
          </p:cNvPr>
          <p:cNvSpPr>
            <a:spLocks xmlns:a="http://schemas.openxmlformats.org/drawingml/2006/main" noGrp="1"/>
          </p:cNvSpPr>
          <p:nvPr/>
        </p:nvSpPr>
        <p:spPr>
          <a:xfrm xmlns:a="http://schemas.openxmlformats.org/drawingml/2006/main">
            <a:off x="9144000" y="21145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4</a:t>
            </a:r>
          </a:p>
        </p:txBody>
      </p:sp>
      <p:sp>
        <p:nvSpPr>
          <p:cNvPr id="15" name="">
            <a:extLst xmlns:a="http://schemas.openxmlformats.org/drawingml/2006/main">
              <a:ext uri="{FF2B5EF4-FFF2-40B4-BE49-F238E27FC236}">
                <a16:creationId xmlns:a16="http://schemas.microsoft.com/office/drawing/2014/main" id="{0CF3E3EC-ACEE-44F7-BEBD-E74A704F49B8}"/>
              </a:ext>
            </a:extLst>
          </p:cNvPr>
          <p:cNvSpPr>
            <a:spLocks xmlns:a="http://schemas.openxmlformats.org/drawingml/2006/main" noGrp="1"/>
          </p:cNvSpPr>
          <p:nvPr/>
        </p:nvSpPr>
        <p:spPr>
          <a:xfrm xmlns:a="http://schemas.openxmlformats.org/drawingml/2006/main">
            <a:off x="9601200" y="21145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Publish availability and request bookings</a:t>
            </a:r>
          </a:p>
        </p:txBody>
      </p:sp>
      <p:sp>
        <p:nvSpPr>
          <p:cNvPr id="16" name="">
            <a:extLst xmlns:a="http://schemas.openxmlformats.org/drawingml/2006/main">
              <a:ext uri="{FF2B5EF4-FFF2-40B4-BE49-F238E27FC236}">
                <a16:creationId xmlns:a16="http://schemas.microsoft.com/office/drawing/2014/main" id="{DC0EBF37-2898-4AAB-8E04-B46B373EB4F4}"/>
              </a:ext>
            </a:extLst>
          </p:cNvPr>
          <p:cNvSpPr>
            <a:spLocks xmlns:a="http://schemas.openxmlformats.org/drawingml/2006/main" noGrp="1"/>
          </p:cNvSpPr>
          <p:nvPr/>
        </p:nvSpPr>
        <p:spPr>
          <a:xfrm xmlns:a="http://schemas.openxmlformats.org/drawingml/2006/main">
            <a:off x="571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5</a:t>
            </a:r>
          </a:p>
        </p:txBody>
      </p:sp>
      <p:sp>
        <p:nvSpPr>
          <p:cNvPr id="17" name="">
            <a:extLst xmlns:a="http://schemas.openxmlformats.org/drawingml/2006/main">
              <a:ext uri="{FF2B5EF4-FFF2-40B4-BE49-F238E27FC236}">
                <a16:creationId xmlns:a16="http://schemas.microsoft.com/office/drawing/2014/main" id="{C1AD447B-65A7-4627-85F6-B6F9DD036044}"/>
              </a:ext>
            </a:extLst>
          </p:cNvPr>
          <p:cNvSpPr>
            <a:spLocks xmlns:a="http://schemas.openxmlformats.org/drawingml/2006/main" noGrp="1"/>
          </p:cNvSpPr>
          <p:nvPr/>
        </p:nvSpPr>
        <p:spPr>
          <a:xfrm xmlns:a="http://schemas.openxmlformats.org/drawingml/2006/main">
            <a:off x="1028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Accept requests before customer checkout</a:t>
            </a:r>
          </a:p>
        </p:txBody>
      </p:sp>
      <p:sp>
        <p:nvSpPr>
          <p:cNvPr id="18" name="">
            <a:extLst xmlns:a="http://schemas.openxmlformats.org/drawingml/2006/main">
              <a:ext uri="{FF2B5EF4-FFF2-40B4-BE49-F238E27FC236}">
                <a16:creationId xmlns:a16="http://schemas.microsoft.com/office/drawing/2014/main" id="{27F52875-0783-42ED-B7D5-4F6E599EE5B2}"/>
              </a:ext>
            </a:extLst>
          </p:cNvPr>
          <p:cNvSpPr>
            <a:spLocks xmlns:a="http://schemas.openxmlformats.org/drawingml/2006/main" noGrp="1"/>
          </p:cNvSpPr>
          <p:nvPr/>
        </p:nvSpPr>
        <p:spPr>
          <a:xfrm xmlns:a="http://schemas.openxmlformats.org/drawingml/2006/main">
            <a:off x="34290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6</a:t>
            </a:r>
          </a:p>
        </p:txBody>
      </p:sp>
      <p:sp>
        <p:nvSpPr>
          <p:cNvPr id="19" name="">
            <a:extLst xmlns:a="http://schemas.openxmlformats.org/drawingml/2006/main">
              <a:ext uri="{FF2B5EF4-FFF2-40B4-BE49-F238E27FC236}">
                <a16:creationId xmlns:a16="http://schemas.microsoft.com/office/drawing/2014/main" id="{FD2F1834-E666-44C6-8DBF-431A15A0AF14}"/>
              </a:ext>
            </a:extLst>
          </p:cNvPr>
          <p:cNvSpPr>
            <a:spLocks xmlns:a="http://schemas.openxmlformats.org/drawingml/2006/main" noGrp="1"/>
          </p:cNvSpPr>
          <p:nvPr/>
        </p:nvSpPr>
        <p:spPr>
          <a:xfrm xmlns:a="http://schemas.openxmlformats.org/drawingml/2006/main">
            <a:off x="38862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Exchange booking-linked messages</a:t>
            </a:r>
          </a:p>
        </p:txBody>
      </p:sp>
      <p:sp>
        <p:nvSpPr>
          <p:cNvPr id="20" name="">
            <a:extLst xmlns:a="http://schemas.openxmlformats.org/drawingml/2006/main">
              <a:ext uri="{FF2B5EF4-FFF2-40B4-BE49-F238E27FC236}">
                <a16:creationId xmlns:a16="http://schemas.microsoft.com/office/drawing/2014/main" id="{A5C440B9-40A6-4C5F-862B-2CAF1D7A3E11}"/>
              </a:ext>
            </a:extLst>
          </p:cNvPr>
          <p:cNvSpPr>
            <a:spLocks xmlns:a="http://schemas.openxmlformats.org/drawingml/2006/main" noGrp="1"/>
          </p:cNvSpPr>
          <p:nvPr/>
        </p:nvSpPr>
        <p:spPr>
          <a:xfrm xmlns:a="http://schemas.openxmlformats.org/drawingml/2006/main">
            <a:off x="6286500" y="3105150"/>
            <a:ext cx="333375" cy="33337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00" b="1">
                <a:solidFill>
                  <a:srgbClr val="15191D"/>
                </a:solidFill>
              </a:defRPr>
            </a:defPPr>
          </a:lstStyle>
          <a:p xmlns:a="http://schemas.openxmlformats.org/drawingml/2006/main">
            <a:pPr algn="ctr">
              <a:defRPr sz="1500" b="1">
                <a:solidFill>
                  <a:srgbClr val="15191D"/>
                </a:solidFill>
              </a:defRPr>
            </a:pPr>
            <a:r>
              <a:rPr sz="1500" b="1">
                <a:solidFill>
                  <a:srgbClr val="15191D"/>
                </a:solidFill>
              </a:rPr>
              <a:t>7</a:t>
            </a:r>
          </a:p>
        </p:txBody>
      </p:sp>
      <p:sp>
        <p:nvSpPr>
          <p:cNvPr id="21" name="">
            <a:extLst xmlns:a="http://schemas.openxmlformats.org/drawingml/2006/main">
              <a:ext uri="{FF2B5EF4-FFF2-40B4-BE49-F238E27FC236}">
                <a16:creationId xmlns:a16="http://schemas.microsoft.com/office/drawing/2014/main" id="{D1F062C6-EB19-4B87-A82D-C62A2F11412F}"/>
              </a:ext>
            </a:extLst>
          </p:cNvPr>
          <p:cNvSpPr>
            <a:spLocks xmlns:a="http://schemas.openxmlformats.org/drawingml/2006/main" noGrp="1"/>
          </p:cNvSpPr>
          <p:nvPr/>
        </p:nvSpPr>
        <p:spPr>
          <a:xfrm xmlns:a="http://schemas.openxmlformats.org/drawingml/2006/main">
            <a:off x="6743700" y="3105150"/>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Submit reviews and raise disputes</a:t>
            </a:r>
          </a:p>
        </p:txBody>
      </p:sp>
      <p:sp>
        <p:nvSpPr>
          <p:cNvPr id="22" name="">
            <a:extLst xmlns:a="http://schemas.openxmlformats.org/drawingml/2006/main">
              <a:ext uri="{FF2B5EF4-FFF2-40B4-BE49-F238E27FC236}">
                <a16:creationId xmlns:a16="http://schemas.microsoft.com/office/drawing/2014/main" id="{61E59C64-3FFD-4E3B-8C0E-EFF73077194B}"/>
              </a:ext>
            </a:extLst>
          </p:cNvPr>
          <p:cNvSpPr>
            <a:spLocks xmlns:a="http://schemas.openxmlformats.org/drawingml/2006/main" noGrp="1"/>
          </p:cNvSpPr>
          <p:nvPr/>
        </p:nvSpPr>
        <p:spPr>
          <a:xfrm xmlns:a="http://schemas.openxmlformats.org/drawingml/2006/main">
            <a:off x="571500" y="4095750"/>
            <a:ext cx="11049000" cy="0"/>
          </a:xfrm>
          <a:prstGeom xmlns:a="http://schemas.openxmlformats.org/drawingml/2006/main" prst="line">
            <a:avLst/>
          </a:prstGeom>
          <a:ln xmlns:a="http://schemas.openxmlformats.org/drawingml/2006/main" w="38100">
            <a:solidFill>
              <a:srgbClr val="FFDA35"/>
            </a:solidFill>
          </a:ln>
        </p:spPr>
      </p:sp>
      <p:sp>
        <p:nvSpPr>
          <p:cNvPr id="23" name="">
            <a:extLst xmlns:a="http://schemas.openxmlformats.org/drawingml/2006/main">
              <a:ext uri="{FF2B5EF4-FFF2-40B4-BE49-F238E27FC236}">
                <a16:creationId xmlns:a16="http://schemas.microsoft.com/office/drawing/2014/main" id="{BE3CF13C-6FC6-45DF-8D8E-9365E2087F23}"/>
              </a:ext>
            </a:extLst>
          </p:cNvPr>
          <p:cNvSpPr>
            <a:spLocks xmlns:a="http://schemas.openxmlformats.org/drawingml/2006/main" noGrp="1"/>
          </p:cNvSpPr>
          <p:nvPr/>
        </p:nvSpPr>
        <p:spPr>
          <a:xfrm xmlns:a="http://schemas.openxmlformats.org/drawingml/2006/main">
            <a:off x="571500" y="4286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Non-Functional Requirements</a:t>
            </a:r>
          </a:p>
        </p:txBody>
      </p:sp>
      <p:sp>
        <p:nvSpPr>
          <p:cNvPr id="24" name="">
            <a:extLst xmlns:a="http://schemas.openxmlformats.org/drawingml/2006/main">
              <a:ext uri="{FF2B5EF4-FFF2-40B4-BE49-F238E27FC236}">
                <a16:creationId xmlns:a16="http://schemas.microsoft.com/office/drawing/2014/main" id="{1B3142C3-DCF5-427D-8D3B-4658A33EBE72}"/>
              </a:ext>
            </a:extLst>
          </p:cNvPr>
          <p:cNvSpPr>
            <a:spLocks xmlns:a="http://schemas.openxmlformats.org/drawingml/2006/main" noGrp="1"/>
          </p:cNvSpPr>
          <p:nvPr/>
        </p:nvSpPr>
        <p:spPr>
          <a:xfrm xmlns:a="http://schemas.openxmlformats.org/drawingml/2006/main">
            <a:off x="57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Security</a:t>
            </a:r>
          </a:p>
        </p:txBody>
      </p:sp>
      <p:sp>
        <p:nvSpPr>
          <p:cNvPr id="25" name="">
            <a:extLst xmlns:a="http://schemas.openxmlformats.org/drawingml/2006/main">
              <a:ext uri="{FF2B5EF4-FFF2-40B4-BE49-F238E27FC236}">
                <a16:creationId xmlns:a16="http://schemas.microsoft.com/office/drawing/2014/main" id="{DE9F255A-0760-427F-AD16-D3DF89510576}"/>
              </a:ext>
            </a:extLst>
          </p:cNvPr>
          <p:cNvSpPr>
            <a:spLocks xmlns:a="http://schemas.openxmlformats.org/drawingml/2006/main" noGrp="1"/>
          </p:cNvSpPr>
          <p:nvPr/>
        </p:nvSpPr>
        <p:spPr>
          <a:xfrm xmlns:a="http://schemas.openxmlformats.org/drawingml/2006/main">
            <a:off x="57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hashed passwords and role checks</a:t>
            </a:r>
          </a:p>
        </p:txBody>
      </p:sp>
      <p:sp>
        <p:nvSpPr>
          <p:cNvPr id="26" name="">
            <a:extLst xmlns:a="http://schemas.openxmlformats.org/drawingml/2006/main">
              <a:ext uri="{FF2B5EF4-FFF2-40B4-BE49-F238E27FC236}">
                <a16:creationId xmlns:a16="http://schemas.microsoft.com/office/drawing/2014/main" id="{C51D4BD1-2F4B-4BC9-A77D-78824CF788BB}"/>
              </a:ext>
            </a:extLst>
          </p:cNvPr>
          <p:cNvSpPr>
            <a:spLocks xmlns:a="http://schemas.openxmlformats.org/drawingml/2006/main" noGrp="1"/>
          </p:cNvSpPr>
          <p:nvPr/>
        </p:nvSpPr>
        <p:spPr>
          <a:xfrm xmlns:a="http://schemas.openxmlformats.org/drawingml/2006/main">
            <a:off x="438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Usability</a:t>
            </a:r>
          </a:p>
        </p:txBody>
      </p:sp>
      <p:sp>
        <p:nvSpPr>
          <p:cNvPr id="27" name="">
            <a:extLst xmlns:a="http://schemas.openxmlformats.org/drawingml/2006/main">
              <a:ext uri="{FF2B5EF4-FFF2-40B4-BE49-F238E27FC236}">
                <a16:creationId xmlns:a16="http://schemas.microsoft.com/office/drawing/2014/main" id="{DA6083C6-1C8E-4B28-ABB0-60B9B0AC08D3}"/>
              </a:ext>
            </a:extLst>
          </p:cNvPr>
          <p:cNvSpPr>
            <a:spLocks xmlns:a="http://schemas.openxmlformats.org/drawingml/2006/main" noGrp="1"/>
          </p:cNvSpPr>
          <p:nvPr/>
        </p:nvSpPr>
        <p:spPr>
          <a:xfrm xmlns:a="http://schemas.openxmlformats.org/drawingml/2006/main">
            <a:off x="438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pages and role-based navigation</a:t>
            </a:r>
          </a:p>
        </p:txBody>
      </p:sp>
      <p:sp>
        <p:nvSpPr>
          <p:cNvPr id="28" name="">
            <a:extLst xmlns:a="http://schemas.openxmlformats.org/drawingml/2006/main">
              <a:ext uri="{FF2B5EF4-FFF2-40B4-BE49-F238E27FC236}">
                <a16:creationId xmlns:a16="http://schemas.microsoft.com/office/drawing/2014/main" id="{90955460-7383-4CD4-93AA-6484BBBCF1EB}"/>
              </a:ext>
            </a:extLst>
          </p:cNvPr>
          <p:cNvSpPr>
            <a:spLocks xmlns:a="http://schemas.openxmlformats.org/drawingml/2006/main" noGrp="1"/>
          </p:cNvSpPr>
          <p:nvPr/>
        </p:nvSpPr>
        <p:spPr>
          <a:xfrm xmlns:a="http://schemas.openxmlformats.org/drawingml/2006/main">
            <a:off x="8191500" y="4810125"/>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Integrity</a:t>
            </a:r>
          </a:p>
        </p:txBody>
      </p:sp>
      <p:sp>
        <p:nvSpPr>
          <p:cNvPr id="29" name="">
            <a:extLst xmlns:a="http://schemas.openxmlformats.org/drawingml/2006/main">
              <a:ext uri="{FF2B5EF4-FFF2-40B4-BE49-F238E27FC236}">
                <a16:creationId xmlns:a16="http://schemas.microsoft.com/office/drawing/2014/main" id="{9F6794EE-8555-40F0-A544-50CFF28110F2}"/>
              </a:ext>
            </a:extLst>
          </p:cNvPr>
          <p:cNvSpPr>
            <a:spLocks xmlns:a="http://schemas.openxmlformats.org/drawingml/2006/main" noGrp="1"/>
          </p:cNvSpPr>
          <p:nvPr/>
        </p:nvSpPr>
        <p:spPr>
          <a:xfrm xmlns:a="http://schemas.openxmlformats.org/drawingml/2006/main">
            <a:off x="8191500" y="5095875"/>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Validated fields and unique booking records</a:t>
            </a:r>
          </a:p>
        </p:txBody>
      </p:sp>
      <p:sp>
        <p:nvSpPr>
          <p:cNvPr id="30" name="">
            <a:extLst xmlns:a="http://schemas.openxmlformats.org/drawingml/2006/main">
              <a:ext uri="{FF2B5EF4-FFF2-40B4-BE49-F238E27FC236}">
                <a16:creationId xmlns:a16="http://schemas.microsoft.com/office/drawing/2014/main" id="{9CA62ABA-2E73-4A91-920A-AD186BF98EF1}"/>
              </a:ext>
            </a:extLst>
          </p:cNvPr>
          <p:cNvSpPr>
            <a:spLocks xmlns:a="http://schemas.openxmlformats.org/drawingml/2006/main" noGrp="1"/>
          </p:cNvSpPr>
          <p:nvPr/>
        </p:nvSpPr>
        <p:spPr>
          <a:xfrm xmlns:a="http://schemas.openxmlformats.org/drawingml/2006/main">
            <a:off x="57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Performance</a:t>
            </a:r>
          </a:p>
        </p:txBody>
      </p:sp>
      <p:sp>
        <p:nvSpPr>
          <p:cNvPr id="31" name="">
            <a:extLst xmlns:a="http://schemas.openxmlformats.org/drawingml/2006/main">
              <a:ext uri="{FF2B5EF4-FFF2-40B4-BE49-F238E27FC236}">
                <a16:creationId xmlns:a16="http://schemas.microsoft.com/office/drawing/2014/main" id="{2D9169CD-2BED-43F3-B388-BC37A24B1B54}"/>
              </a:ext>
            </a:extLst>
          </p:cNvPr>
          <p:cNvSpPr>
            <a:spLocks xmlns:a="http://schemas.openxmlformats.org/drawingml/2006/main" noGrp="1"/>
          </p:cNvSpPr>
          <p:nvPr/>
        </p:nvSpPr>
        <p:spPr>
          <a:xfrm xmlns:a="http://schemas.openxmlformats.org/drawingml/2006/main">
            <a:off x="57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Indexed searches and paginated results</a:t>
            </a:r>
          </a:p>
        </p:txBody>
      </p:sp>
      <p:sp>
        <p:nvSpPr>
          <p:cNvPr id="32" name="">
            <a:extLst xmlns:a="http://schemas.openxmlformats.org/drawingml/2006/main">
              <a:ext uri="{FF2B5EF4-FFF2-40B4-BE49-F238E27FC236}">
                <a16:creationId xmlns:a16="http://schemas.microsoft.com/office/drawing/2014/main" id="{240B97E6-98A0-4860-ACC9-34D2F5E7AA7F}"/>
              </a:ext>
            </a:extLst>
          </p:cNvPr>
          <p:cNvSpPr>
            <a:spLocks xmlns:a="http://schemas.openxmlformats.org/drawingml/2006/main" noGrp="1"/>
          </p:cNvSpPr>
          <p:nvPr/>
        </p:nvSpPr>
        <p:spPr>
          <a:xfrm xmlns:a="http://schemas.openxmlformats.org/drawingml/2006/main">
            <a:off x="438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Maintainability</a:t>
            </a:r>
          </a:p>
        </p:txBody>
      </p:sp>
      <p:sp>
        <p:nvSpPr>
          <p:cNvPr id="33" name="">
            <a:extLst xmlns:a="http://schemas.openxmlformats.org/drawingml/2006/main">
              <a:ext uri="{FF2B5EF4-FFF2-40B4-BE49-F238E27FC236}">
                <a16:creationId xmlns:a16="http://schemas.microsoft.com/office/drawing/2014/main" id="{54A6639E-1AB7-45C4-A671-FB423BC94644}"/>
              </a:ext>
            </a:extLst>
          </p:cNvPr>
          <p:cNvSpPr>
            <a:spLocks xmlns:a="http://schemas.openxmlformats.org/drawingml/2006/main" noGrp="1"/>
          </p:cNvSpPr>
          <p:nvPr/>
        </p:nvSpPr>
        <p:spPr>
          <a:xfrm xmlns:a="http://schemas.openxmlformats.org/drawingml/2006/main">
            <a:off x="438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Modular API routes and Mongoose models</a:t>
            </a:r>
          </a:p>
        </p:txBody>
      </p:sp>
      <p:sp>
        <p:nvSpPr>
          <p:cNvPr id="34" name="">
            <a:extLst xmlns:a="http://schemas.openxmlformats.org/drawingml/2006/main">
              <a:ext uri="{FF2B5EF4-FFF2-40B4-BE49-F238E27FC236}">
                <a16:creationId xmlns:a16="http://schemas.microsoft.com/office/drawing/2014/main" id="{D0CBACDC-1B9D-489A-8AF5-7D8924C0DE8B}"/>
              </a:ext>
            </a:extLst>
          </p:cNvPr>
          <p:cNvSpPr>
            <a:spLocks xmlns:a="http://schemas.openxmlformats.org/drawingml/2006/main" noGrp="1"/>
          </p:cNvSpPr>
          <p:nvPr/>
        </p:nvSpPr>
        <p:spPr>
          <a:xfrm xmlns:a="http://schemas.openxmlformats.org/drawingml/2006/main">
            <a:off x="8191500" y="5562600"/>
            <a:ext cx="3476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1557FF"/>
                </a:solidFill>
              </a:defRPr>
            </a:defPPr>
          </a:lstStyle>
          <a:p xmlns:a="http://schemas.openxmlformats.org/drawingml/2006/main">
            <a:pPr>
              <a:defRPr sz="1650" b="1">
                <a:solidFill>
                  <a:srgbClr val="1557FF"/>
                </a:solidFill>
              </a:defRPr>
            </a:pPr>
            <a:r>
              <a:rPr sz="1650" b="1">
                <a:solidFill>
                  <a:srgbClr val="1557FF"/>
                </a:solidFill>
              </a:rPr>
              <a:t>Reliability</a:t>
            </a:r>
          </a:p>
        </p:txBody>
      </p:sp>
      <p:sp>
        <p:nvSpPr>
          <p:cNvPr id="35" name="">
            <a:extLst xmlns:a="http://schemas.openxmlformats.org/drawingml/2006/main">
              <a:ext uri="{FF2B5EF4-FFF2-40B4-BE49-F238E27FC236}">
                <a16:creationId xmlns:a16="http://schemas.microsoft.com/office/drawing/2014/main" id="{583B6C18-9176-4C64-B027-5BE1F3EB40FF}"/>
              </a:ext>
            </a:extLst>
          </p:cNvPr>
          <p:cNvSpPr>
            <a:spLocks xmlns:a="http://schemas.openxmlformats.org/drawingml/2006/main" noGrp="1"/>
          </p:cNvSpPr>
          <p:nvPr/>
        </p:nvSpPr>
        <p:spPr>
          <a:xfrm xmlns:a="http://schemas.openxmlformats.org/drawingml/2006/main">
            <a:off x="8191500" y="5848350"/>
            <a:ext cx="3476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Database health checks and signed webhooks</a:t>
            </a:r>
          </a:p>
        </p:txBody>
      </p:sp>
    </p:spTree>
    <p:extLst>
      <p:ext uri="{BB962C8B-B14F-4D97-AF65-F5344CB8AC3E}">
        <p14:creationId xmlns:p14="http://schemas.microsoft.com/office/powerpoint/2010/main" val="21473239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96631837-3105-4CD2-AE45-807CCF3A4E65}"/>
              </a:ext>
            </a:extLst>
          </p:cNvPr>
          <p:cNvPicPr>
            <a:picLocks xmlns:a="http://schemas.openxmlformats.org/drawingml/2006/main" noChangeAspect="1"/>
          </p:cNvPicPr>
          <p:nvPr/>
        </p:nvPicPr>
        <p:blipFill>
          <a:blip xmlns:r="http://schemas.openxmlformats.org/officeDocument/2006/relationships" xmlns:a="http://schemas.openxmlformats.org/drawingml/2006/main" r:embed="Rcea9aa46f0634225"/>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8B8A181-E2C3-407E-99BD-1C4E7602779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9B6848FD-F818-49DC-8D7F-D470EB0FD27B}"/>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System Architecture &amp; Technology Stack</a:t>
            </a:r>
          </a:p>
        </p:txBody>
      </p:sp>
      <p:sp>
        <p:nvSpPr>
          <p:cNvPr id="4" name="">
            <a:extLst xmlns:a="http://schemas.openxmlformats.org/drawingml/2006/main">
              <a:ext uri="{FF2B5EF4-FFF2-40B4-BE49-F238E27FC236}">
                <a16:creationId xmlns:a16="http://schemas.microsoft.com/office/drawing/2014/main" id="{AA033553-7676-4C5D-BC2E-24D17E6B4CEA}"/>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BFCC1FC0-5BF3-43D4-989E-512AAE22B6F8}"/>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BCFEBE61-2746-4AFD-AE52-CAF441600E1A}"/>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7" name="">
            <a:extLst xmlns:a="http://schemas.openxmlformats.org/drawingml/2006/main">
              <a:ext uri="{FF2B5EF4-FFF2-40B4-BE49-F238E27FC236}">
                <a16:creationId xmlns:a16="http://schemas.microsoft.com/office/drawing/2014/main" id="{9820F3EF-7C8F-403F-B6B2-82B3D650E704}"/>
              </a:ext>
            </a:extLst>
          </p:cNvPr>
          <p:cNvSpPr>
            <a:spLocks xmlns:a="http://schemas.openxmlformats.org/drawingml/2006/main" noGrp="1"/>
          </p:cNvSpPr>
          <p:nvPr/>
        </p:nvSpPr>
        <p:spPr>
          <a:xfrm xmlns:a="http://schemas.openxmlformats.org/drawingml/2006/main">
            <a:off x="571500"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Presentation Tier</a:t>
            </a:r>
          </a:p>
          <a:p xmlns:a="http://schemas.openxmlformats.org/drawingml/2006/main">
            <a:pPr algn="ctr">
              <a:defRPr sz="1725" b="1">
                <a:solidFill>
                  <a:srgbClr val="15191D"/>
                </a:solidFill>
              </a:defRPr>
            </a:pPr>
            <a:r>
              <a:rPr sz="1725" b="1">
                <a:solidFill>
                  <a:srgbClr val="15191D"/>
                </a:solidFill>
              </a:rPr>
              <a:t>React + Vite + Tailwind CSS</a:t>
            </a:r>
          </a:p>
        </p:txBody>
      </p:sp>
      <p:sp>
        <p:nvSpPr>
          <p:cNvPr id="8" name="">
            <a:extLst xmlns:a="http://schemas.openxmlformats.org/drawingml/2006/main">
              <a:ext uri="{FF2B5EF4-FFF2-40B4-BE49-F238E27FC236}">
                <a16:creationId xmlns:a16="http://schemas.microsoft.com/office/drawing/2014/main" id="{42DCF1A8-DE66-47DC-81D8-6B97E3C87145}"/>
              </a:ext>
            </a:extLst>
          </p:cNvPr>
          <p:cNvSpPr>
            <a:spLocks xmlns:a="http://schemas.openxmlformats.org/drawingml/2006/main" noGrp="1"/>
          </p:cNvSpPr>
          <p:nvPr/>
        </p:nvSpPr>
        <p:spPr>
          <a:xfrm xmlns:a="http://schemas.openxmlformats.org/drawingml/2006/main">
            <a:off x="454342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Application Tier</a:t>
            </a:r>
          </a:p>
          <a:p xmlns:a="http://schemas.openxmlformats.org/drawingml/2006/main">
            <a:pPr algn="ctr">
              <a:defRPr sz="1725" b="1">
                <a:solidFill>
                  <a:srgbClr val="15191D"/>
                </a:solidFill>
              </a:defRPr>
            </a:pPr>
            <a:r>
              <a:rPr sz="1725" b="1">
                <a:solidFill>
                  <a:srgbClr val="15191D"/>
                </a:solidFill>
              </a:rPr>
              <a:t>Node.js + Express</a:t>
            </a:r>
          </a:p>
          <a:p xmlns:a="http://schemas.openxmlformats.org/drawingml/2006/main">
            <a:pPr algn="ctr">
              <a:defRPr sz="1725" b="1">
                <a:solidFill>
                  <a:srgbClr val="15191D"/>
                </a:solidFill>
              </a:defRPr>
            </a:pPr>
            <a:r>
              <a:rPr sz="1725" b="1">
                <a:solidFill>
                  <a:srgbClr val="15191D"/>
                </a:solidFill>
              </a:rPr>
              <a:t>JWT + REST APIs</a:t>
            </a:r>
          </a:p>
        </p:txBody>
      </p:sp>
      <p:sp>
        <p:nvSpPr>
          <p:cNvPr id="9" name="">
            <a:extLst xmlns:a="http://schemas.openxmlformats.org/drawingml/2006/main">
              <a:ext uri="{FF2B5EF4-FFF2-40B4-BE49-F238E27FC236}">
                <a16:creationId xmlns:a16="http://schemas.microsoft.com/office/drawing/2014/main" id="{3FCF0C28-23D6-4F47-9636-7C90C7357B4C}"/>
              </a:ext>
            </a:extLst>
          </p:cNvPr>
          <p:cNvSpPr>
            <a:spLocks xmlns:a="http://schemas.openxmlformats.org/drawingml/2006/main" noGrp="1"/>
          </p:cNvSpPr>
          <p:nvPr/>
        </p:nvSpPr>
        <p:spPr>
          <a:xfrm xmlns:a="http://schemas.openxmlformats.org/drawingml/2006/main">
            <a:off x="8524875" y="1952625"/>
            <a:ext cx="3095625" cy="11906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Data Tier</a:t>
            </a:r>
          </a:p>
          <a:p xmlns:a="http://schemas.openxmlformats.org/drawingml/2006/main">
            <a:pPr algn="ctr">
              <a:defRPr sz="1725" b="1">
                <a:solidFill>
                  <a:srgbClr val="15191D"/>
                </a:solidFill>
              </a:defRPr>
            </a:pPr>
            <a:r>
              <a:rPr sz="1725" b="1">
                <a:solidFill>
                  <a:srgbClr val="15191D"/>
                </a:solidFill>
              </a:rPr>
              <a:t>MongoDB + Mongoose</a:t>
            </a:r>
          </a:p>
          <a:p xmlns:a="http://schemas.openxmlformats.org/drawingml/2006/main">
            <a:pPr algn="ctr">
              <a:defRPr sz="1725" b="1">
                <a:solidFill>
                  <a:srgbClr val="15191D"/>
                </a:solidFill>
              </a:defRPr>
            </a:pPr>
            <a:r>
              <a:rPr sz="1725" b="1">
                <a:solidFill>
                  <a:srgbClr val="15191D"/>
                </a:solidFill>
              </a:rPr>
              <a:t>Referenced collections</a:t>
            </a:r>
          </a:p>
        </p:txBody>
      </p:sp>
      <p:sp>
        <p:nvSpPr>
          <p:cNvPr id="10" name="">
            <a:extLst xmlns:a="http://schemas.openxmlformats.org/drawingml/2006/main">
              <a:ext uri="{FF2B5EF4-FFF2-40B4-BE49-F238E27FC236}">
                <a16:creationId xmlns:a16="http://schemas.microsoft.com/office/drawing/2014/main" id="{7A23454D-C9F3-4BE8-A307-0F6838D0ECCD}"/>
              </a:ext>
            </a:extLst>
          </p:cNvPr>
          <p:cNvSpPr>
            <a:spLocks xmlns:a="http://schemas.openxmlformats.org/drawingml/2006/main" noGrp="1"/>
          </p:cNvSpPr>
          <p:nvPr/>
        </p:nvSpPr>
        <p:spPr>
          <a:xfrm xmlns:a="http://schemas.openxmlformats.org/drawingml/2006/main">
            <a:off x="3667125" y="2543175"/>
            <a:ext cx="876300" cy="0"/>
          </a:xfrm>
          <a:prstGeom xmlns:a="http://schemas.openxmlformats.org/drawingml/2006/main" prst="line">
            <a:avLst/>
          </a:prstGeom>
          <a:ln xmlns:a="http://schemas.openxmlformats.org/drawingml/2006/main" w="28575">
            <a:solidFill>
              <a:srgbClr val="1557FF"/>
            </a:solidFill>
          </a:ln>
        </p:spPr>
      </p:sp>
      <p:sp>
        <p:nvSpPr>
          <p:cNvPr id="11" name="">
            <a:extLst xmlns:a="http://schemas.openxmlformats.org/drawingml/2006/main">
              <a:ext uri="{FF2B5EF4-FFF2-40B4-BE49-F238E27FC236}">
                <a16:creationId xmlns:a16="http://schemas.microsoft.com/office/drawing/2014/main" id="{4B9BAC1B-7222-41E6-857D-F3F71D23C3AA}"/>
              </a:ext>
            </a:extLst>
          </p:cNvPr>
          <p:cNvSpPr>
            <a:spLocks xmlns:a="http://schemas.openxmlformats.org/drawingml/2006/main" noGrp="1"/>
          </p:cNvSpPr>
          <p:nvPr/>
        </p:nvSpPr>
        <p:spPr>
          <a:xfrm xmlns:a="http://schemas.openxmlformats.org/drawingml/2006/main">
            <a:off x="7639050" y="2543175"/>
            <a:ext cx="885825" cy="0"/>
          </a:xfrm>
          <a:prstGeom xmlns:a="http://schemas.openxmlformats.org/drawingml/2006/main" prst="line">
            <a:avLst/>
          </a:prstGeom>
          <a:ln xmlns:a="http://schemas.openxmlformats.org/drawingml/2006/main" w="28575">
            <a:solidFill>
              <a:srgbClr val="1557FF"/>
            </a:solidFill>
          </a:ln>
        </p:spPr>
      </p:sp>
      <p:sp>
        <p:nvSpPr>
          <p:cNvPr id="12" name="">
            <a:extLst xmlns:a="http://schemas.openxmlformats.org/drawingml/2006/main">
              <a:ext uri="{FF2B5EF4-FFF2-40B4-BE49-F238E27FC236}">
                <a16:creationId xmlns:a16="http://schemas.microsoft.com/office/drawing/2014/main" id="{784D67D7-22C1-4BD7-945E-F458FE2234F0}"/>
              </a:ext>
            </a:extLst>
          </p:cNvPr>
          <p:cNvSpPr>
            <a:spLocks xmlns:a="http://schemas.openxmlformats.org/drawingml/2006/main" noGrp="1"/>
          </p:cNvSpPr>
          <p:nvPr/>
        </p:nvSpPr>
        <p:spPr>
          <a:xfrm xmlns:a="http://schemas.openxmlformats.org/drawingml/2006/main">
            <a:off x="3724275" y="2124075"/>
            <a:ext cx="809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1557FF"/>
                </a:solidFill>
              </a:defRPr>
            </a:defPPr>
          </a:lstStyle>
          <a:p xmlns:a="http://schemas.openxmlformats.org/drawingml/2006/main">
            <a:pPr>
              <a:defRPr sz="1200" b="0">
                <a:solidFill>
                  <a:srgbClr val="1557FF"/>
                </a:solidFill>
              </a:defRPr>
            </a:pPr>
            <a:r>
              <a:rPr sz="1200" b="0">
                <a:solidFill>
                  <a:srgbClr val="1557FF"/>
                </a:solidFill>
              </a:rPr>
              <a:t>HTTPS / JSON</a:t>
            </a:r>
          </a:p>
        </p:txBody>
      </p:sp>
      <p:sp>
        <p:nvSpPr>
          <p:cNvPr id="13" name="">
            <a:extLst xmlns:a="http://schemas.openxmlformats.org/drawingml/2006/main">
              <a:ext uri="{FF2B5EF4-FFF2-40B4-BE49-F238E27FC236}">
                <a16:creationId xmlns:a16="http://schemas.microsoft.com/office/drawing/2014/main" id="{F6FD84A5-8CF3-4031-985E-1A45DF98B69F}"/>
              </a:ext>
            </a:extLst>
          </p:cNvPr>
          <p:cNvSpPr>
            <a:spLocks xmlns:a="http://schemas.openxmlformats.org/drawingml/2006/main" noGrp="1"/>
          </p:cNvSpPr>
          <p:nvPr/>
        </p:nvSpPr>
        <p:spPr>
          <a:xfrm xmlns:a="http://schemas.openxmlformats.org/drawingml/2006/main">
            <a:off x="7762875" y="2124075"/>
            <a:ext cx="742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1557FF"/>
                </a:solidFill>
              </a:defRPr>
            </a:defPPr>
          </a:lstStyle>
          <a:p xmlns:a="http://schemas.openxmlformats.org/drawingml/2006/main">
            <a:pPr>
              <a:defRPr sz="1275" b="0">
                <a:solidFill>
                  <a:srgbClr val="1557FF"/>
                </a:solidFill>
              </a:defRPr>
            </a:pPr>
            <a:r>
              <a:rPr sz="1275" b="0">
                <a:solidFill>
                  <a:srgbClr val="1557FF"/>
                </a:solidFill>
              </a:rPr>
              <a:t>Queries</a:t>
            </a:r>
          </a:p>
        </p:txBody>
      </p:sp>
      <p:sp>
        <p:nvSpPr>
          <p:cNvPr id="14" name="">
            <a:extLst xmlns:a="http://schemas.openxmlformats.org/drawingml/2006/main">
              <a:ext uri="{FF2B5EF4-FFF2-40B4-BE49-F238E27FC236}">
                <a16:creationId xmlns:a16="http://schemas.microsoft.com/office/drawing/2014/main" id="{DFFA3A1F-CA9D-4866-97F5-444482A5B46F}"/>
              </a:ext>
            </a:extLst>
          </p:cNvPr>
          <p:cNvSpPr>
            <a:spLocks xmlns:a="http://schemas.openxmlformats.org/drawingml/2006/main" noGrp="1"/>
          </p:cNvSpPr>
          <p:nvPr/>
        </p:nvSpPr>
        <p:spPr>
          <a:xfrm xmlns:a="http://schemas.openxmlformats.org/drawingml/2006/main">
            <a:off x="6096000" y="3143250"/>
            <a:ext cx="0" cy="714375"/>
          </a:xfrm>
          <a:prstGeom xmlns:a="http://schemas.openxmlformats.org/drawingml/2006/main" prst="line">
            <a:avLst/>
          </a:prstGeom>
          <a:ln xmlns:a="http://schemas.openxmlformats.org/drawingml/2006/main" w="19050">
            <a:solidFill>
              <a:srgbClr val="1557FF"/>
            </a:solidFill>
          </a:ln>
        </p:spPr>
      </p:sp>
      <p:sp>
        <p:nvSpPr>
          <p:cNvPr id="15" name="">
            <a:extLst xmlns:a="http://schemas.openxmlformats.org/drawingml/2006/main">
              <a:ext uri="{FF2B5EF4-FFF2-40B4-BE49-F238E27FC236}">
                <a16:creationId xmlns:a16="http://schemas.microsoft.com/office/drawing/2014/main" id="{774FDCCF-9883-42C3-857F-9351D5118E3A}"/>
              </a:ext>
            </a:extLst>
          </p:cNvPr>
          <p:cNvSpPr>
            <a:spLocks xmlns:a="http://schemas.openxmlformats.org/drawingml/2006/main" noGrp="1"/>
          </p:cNvSpPr>
          <p:nvPr/>
        </p:nvSpPr>
        <p:spPr>
          <a:xfrm xmlns:a="http://schemas.openxmlformats.org/drawingml/2006/main">
            <a:off x="2114550" y="3857625"/>
            <a:ext cx="7953375" cy="0"/>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DDC462AC-8C35-4DA3-9BD6-C1B06CC0142B}"/>
              </a:ext>
            </a:extLst>
          </p:cNvPr>
          <p:cNvSpPr>
            <a:spLocks xmlns:a="http://schemas.openxmlformats.org/drawingml/2006/main" noGrp="1"/>
          </p:cNvSpPr>
          <p:nvPr/>
        </p:nvSpPr>
        <p:spPr>
          <a:xfrm xmlns:a="http://schemas.openxmlformats.org/drawingml/2006/main">
            <a:off x="2114550" y="3857625"/>
            <a:ext cx="0" cy="30480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5793D0BD-C17E-4914-817A-915E6F82D5D1}"/>
              </a:ext>
            </a:extLst>
          </p:cNvPr>
          <p:cNvSpPr>
            <a:spLocks xmlns:a="http://schemas.openxmlformats.org/drawingml/2006/main" noGrp="1"/>
          </p:cNvSpPr>
          <p:nvPr/>
        </p:nvSpPr>
        <p:spPr>
          <a:xfrm xmlns:a="http://schemas.openxmlformats.org/drawingml/2006/main">
            <a:off x="57150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Socket.IO</a:t>
            </a:r>
          </a:p>
          <a:p xmlns:a="http://schemas.openxmlformats.org/drawingml/2006/main">
            <a:pPr algn="ctr">
              <a:defRPr sz="1725" b="1">
                <a:solidFill>
                  <a:srgbClr val="15191D"/>
                </a:solidFill>
              </a:defRPr>
            </a:pPr>
            <a:r>
              <a:rPr sz="1725" b="1">
                <a:solidFill>
                  <a:srgbClr val="15191D"/>
                </a:solidFill>
              </a:rPr>
              <a:t>Booking-linked live chat</a:t>
            </a:r>
          </a:p>
        </p:txBody>
      </p:sp>
      <p:sp>
        <p:nvSpPr>
          <p:cNvPr id="18" name="">
            <a:extLst xmlns:a="http://schemas.openxmlformats.org/drawingml/2006/main">
              <a:ext uri="{FF2B5EF4-FFF2-40B4-BE49-F238E27FC236}">
                <a16:creationId xmlns:a16="http://schemas.microsoft.com/office/drawing/2014/main" id="{02B04EA0-5899-48C8-8A99-B59DD555C0E0}"/>
              </a:ext>
            </a:extLst>
          </p:cNvPr>
          <p:cNvSpPr>
            <a:spLocks xmlns:a="http://schemas.openxmlformats.org/drawingml/2006/main" noGrp="1"/>
          </p:cNvSpPr>
          <p:nvPr/>
        </p:nvSpPr>
        <p:spPr>
          <a:xfrm xmlns:a="http://schemas.openxmlformats.org/drawingml/2006/main">
            <a:off x="6086475" y="3857625"/>
            <a:ext cx="0" cy="30480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66591AEB-6BFA-4DD5-867A-4E249A218512}"/>
              </a:ext>
            </a:extLst>
          </p:cNvPr>
          <p:cNvSpPr>
            <a:spLocks xmlns:a="http://schemas.openxmlformats.org/drawingml/2006/main" noGrp="1"/>
          </p:cNvSpPr>
          <p:nvPr/>
        </p:nvSpPr>
        <p:spPr>
          <a:xfrm xmlns:a="http://schemas.openxmlformats.org/drawingml/2006/main">
            <a:off x="4543425"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Razorpay Checkout + Route</a:t>
            </a:r>
          </a:p>
          <a:p xmlns:a="http://schemas.openxmlformats.org/drawingml/2006/main">
            <a:pPr algn="ctr">
              <a:defRPr sz="1725" b="1">
                <a:solidFill>
                  <a:srgbClr val="15191D"/>
                </a:solidFill>
              </a:defRPr>
            </a:pPr>
            <a:r>
              <a:rPr sz="1725" b="1">
                <a:solidFill>
                  <a:srgbClr val="15191D"/>
                </a:solidFill>
              </a:rPr>
              <a:t>Payments and provider transfers</a:t>
            </a:r>
          </a:p>
        </p:txBody>
      </p:sp>
      <p:sp>
        <p:nvSpPr>
          <p:cNvPr id="20" name="">
            <a:extLst xmlns:a="http://schemas.openxmlformats.org/drawingml/2006/main">
              <a:ext uri="{FF2B5EF4-FFF2-40B4-BE49-F238E27FC236}">
                <a16:creationId xmlns:a16="http://schemas.microsoft.com/office/drawing/2014/main" id="{04336B54-726D-449D-8B11-D6A208513A2A}"/>
              </a:ext>
            </a:extLst>
          </p:cNvPr>
          <p:cNvSpPr>
            <a:spLocks xmlns:a="http://schemas.openxmlformats.org/drawingml/2006/main" noGrp="1"/>
          </p:cNvSpPr>
          <p:nvPr/>
        </p:nvSpPr>
        <p:spPr>
          <a:xfrm xmlns:a="http://schemas.openxmlformats.org/drawingml/2006/main">
            <a:off x="10058400" y="3857625"/>
            <a:ext cx="0" cy="30480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62594DF9-AFB7-4480-8CAE-CFC3E4B922DC}"/>
              </a:ext>
            </a:extLst>
          </p:cNvPr>
          <p:cNvSpPr>
            <a:spLocks xmlns:a="http://schemas.openxmlformats.org/drawingml/2006/main" noGrp="1"/>
          </p:cNvSpPr>
          <p:nvPr/>
        </p:nvSpPr>
        <p:spPr>
          <a:xfrm xmlns:a="http://schemas.openxmlformats.org/drawingml/2006/main">
            <a:off x="8515350" y="4162425"/>
            <a:ext cx="3095625"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KYC vendor + Email</a:t>
            </a:r>
          </a:p>
          <a:p xmlns:a="http://schemas.openxmlformats.org/drawingml/2006/main">
            <a:pPr algn="ctr">
              <a:defRPr sz="1725" b="1">
                <a:solidFill>
                  <a:srgbClr val="15191D"/>
                </a:solidFill>
              </a:defRPr>
            </a:pPr>
            <a:r>
              <a:rPr sz="1725" b="1">
                <a:solidFill>
                  <a:srgbClr val="15191D"/>
                </a:solidFill>
              </a:rPr>
              <a:t>External service adapters</a:t>
            </a:r>
          </a:p>
        </p:txBody>
      </p:sp>
      <p:sp>
        <p:nvSpPr>
          <p:cNvPr id="22" name="">
            <a:extLst xmlns:a="http://schemas.openxmlformats.org/drawingml/2006/main">
              <a:ext uri="{FF2B5EF4-FFF2-40B4-BE49-F238E27FC236}">
                <a16:creationId xmlns:a16="http://schemas.microsoft.com/office/drawing/2014/main" id="{E70451D3-3E91-46EB-923C-30651BD316DD}"/>
              </a:ext>
            </a:extLst>
          </p:cNvPr>
          <p:cNvSpPr>
            <a:spLocks xmlns:a="http://schemas.openxmlformats.org/drawingml/2006/main" noGrp="1"/>
          </p:cNvSpPr>
          <p:nvPr/>
        </p:nvSpPr>
        <p:spPr>
          <a:xfrm xmlns:a="http://schemas.openxmlformats.org/drawingml/2006/main">
            <a:off x="571500" y="5619750"/>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565E"/>
                </a:solidFill>
              </a:defRPr>
            </a:defPPr>
          </a:lstStyle>
          <a:p xmlns:a="http://schemas.openxmlformats.org/drawingml/2006/main">
            <a:pPr>
              <a:defRPr sz="1800" b="0">
                <a:solidFill>
                  <a:srgbClr val="53565E"/>
                </a:solidFill>
              </a:defRPr>
            </a:pPr>
            <a:r>
              <a:rPr sz="1800" b="0">
                <a:solidFill>
                  <a:srgbClr val="53565E"/>
                </a:solidFill>
              </a:rPr>
              <a:t>Production payments and KYC require configured external accounts and vendor approval.</a:t>
            </a:r>
          </a:p>
        </p:txBody>
      </p:sp>
    </p:spTree>
    <p:extLst>
      <p:ext uri="{BB962C8B-B14F-4D97-AF65-F5344CB8AC3E}">
        <p14:creationId xmlns:p14="http://schemas.microsoft.com/office/powerpoint/2010/main" val="20141960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B87E662B-9C1A-4DC0-A415-F56AAA5E5310}"/>
              </a:ext>
            </a:extLst>
          </p:cNvPr>
          <p:cNvPicPr>
            <a:picLocks xmlns:a="http://schemas.openxmlformats.org/drawingml/2006/main" noChangeAspect="1"/>
          </p:cNvPicPr>
          <p:nvPr/>
        </p:nvPicPr>
        <p:blipFill>
          <a:blip xmlns:r="http://schemas.openxmlformats.org/officeDocument/2006/relationships" xmlns:a="http://schemas.openxmlformats.org/drawingml/2006/main" r:embed="Re4a6ad7d273c43a0"/>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9B5C7D2-A3F5-40CC-A9BC-26E41E691AD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CE3AD238-991B-4873-9C2F-60278210DB8E}"/>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Use Cases: Customer, Provider &amp; Admin</a:t>
            </a:r>
          </a:p>
        </p:txBody>
      </p:sp>
      <p:sp>
        <p:nvSpPr>
          <p:cNvPr id="4" name="">
            <a:extLst xmlns:a="http://schemas.openxmlformats.org/drawingml/2006/main">
              <a:ext uri="{FF2B5EF4-FFF2-40B4-BE49-F238E27FC236}">
                <a16:creationId xmlns:a16="http://schemas.microsoft.com/office/drawing/2014/main" id="{5276C9AF-6B3C-4FF9-A1E2-6CA43FEF5237}"/>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29C56D42-733E-4B0A-AB9F-202A4D663AD0}"/>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6D35D181-2362-4595-85FA-B2654BD1F22E}"/>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7" name="">
            <a:extLst xmlns:a="http://schemas.openxmlformats.org/drawingml/2006/main">
              <a:ext uri="{FF2B5EF4-FFF2-40B4-BE49-F238E27FC236}">
                <a16:creationId xmlns:a16="http://schemas.microsoft.com/office/drawing/2014/main" id="{55053542-7587-46B5-8022-2ADE5D5BA62F}"/>
              </a:ext>
            </a:extLst>
          </p:cNvPr>
          <p:cNvSpPr>
            <a:spLocks xmlns:a="http://schemas.openxmlformats.org/drawingml/2006/main" noGrp="1"/>
          </p:cNvSpPr>
          <p:nvPr/>
        </p:nvSpPr>
        <p:spPr>
          <a:xfrm xmlns:a="http://schemas.openxmlformats.org/drawingml/2006/main">
            <a:off x="571500" y="173355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Customer</a:t>
            </a:r>
          </a:p>
        </p:txBody>
      </p:sp>
      <p:sp>
        <p:nvSpPr>
          <p:cNvPr id="8" name="">
            <a:extLst xmlns:a="http://schemas.openxmlformats.org/drawingml/2006/main">
              <a:ext uri="{FF2B5EF4-FFF2-40B4-BE49-F238E27FC236}">
                <a16:creationId xmlns:a16="http://schemas.microsoft.com/office/drawing/2014/main" id="{77E5CE57-23B0-4FEB-8012-4BE9750E6FAA}"/>
              </a:ext>
            </a:extLst>
          </p:cNvPr>
          <p:cNvSpPr>
            <a:spLocks xmlns:a="http://schemas.openxmlformats.org/drawingml/2006/main" noGrp="1"/>
          </p:cNvSpPr>
          <p:nvPr/>
        </p:nvSpPr>
        <p:spPr>
          <a:xfrm xmlns:a="http://schemas.openxmlformats.org/drawingml/2006/main">
            <a:off x="30480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Discover services</a:t>
            </a:r>
          </a:p>
        </p:txBody>
      </p:sp>
      <p:sp>
        <p:nvSpPr>
          <p:cNvPr id="9" name="">
            <a:extLst xmlns:a="http://schemas.openxmlformats.org/drawingml/2006/main">
              <a:ext uri="{FF2B5EF4-FFF2-40B4-BE49-F238E27FC236}">
                <a16:creationId xmlns:a16="http://schemas.microsoft.com/office/drawing/2014/main" id="{1E5D65F2-C628-4780-B5C7-43063446DB05}"/>
              </a:ext>
            </a:extLst>
          </p:cNvPr>
          <p:cNvSpPr>
            <a:spLocks xmlns:a="http://schemas.openxmlformats.org/drawingml/2006/main" noGrp="1"/>
          </p:cNvSpPr>
          <p:nvPr/>
        </p:nvSpPr>
        <p:spPr>
          <a:xfrm xmlns:a="http://schemas.openxmlformats.org/drawingml/2006/main">
            <a:off x="5667375" y="2228850"/>
            <a:ext cx="333375" cy="0"/>
          </a:xfrm>
          <a:prstGeom xmlns:a="http://schemas.openxmlformats.org/drawingml/2006/main" prst="line">
            <a:avLst/>
          </a:prstGeom>
          <a:ln xmlns:a="http://schemas.openxmlformats.org/drawingml/2006/main" w="19050">
            <a:solidFill>
              <a:srgbClr val="1557FF"/>
            </a:solidFill>
          </a:ln>
        </p:spPr>
      </p:sp>
      <p:sp>
        <p:nvSpPr>
          <p:cNvPr id="10" name="">
            <a:extLst xmlns:a="http://schemas.openxmlformats.org/drawingml/2006/main">
              <a:ext uri="{FF2B5EF4-FFF2-40B4-BE49-F238E27FC236}">
                <a16:creationId xmlns:a16="http://schemas.microsoft.com/office/drawing/2014/main" id="{B8B3A0C6-4B25-431E-A1CA-4DA359753B4A}"/>
              </a:ext>
            </a:extLst>
          </p:cNvPr>
          <p:cNvSpPr>
            <a:spLocks xmlns:a="http://schemas.openxmlformats.org/drawingml/2006/main" noGrp="1"/>
          </p:cNvSpPr>
          <p:nvPr/>
        </p:nvSpPr>
        <p:spPr>
          <a:xfrm xmlns:a="http://schemas.openxmlformats.org/drawingml/2006/main">
            <a:off x="5905500" y="20383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1" name="">
            <a:extLst xmlns:a="http://schemas.openxmlformats.org/drawingml/2006/main">
              <a:ext uri="{FF2B5EF4-FFF2-40B4-BE49-F238E27FC236}">
                <a16:creationId xmlns:a16="http://schemas.microsoft.com/office/drawing/2014/main" id="{0CB28E92-BD6F-4268-9A40-B414F1885471}"/>
              </a:ext>
            </a:extLst>
          </p:cNvPr>
          <p:cNvSpPr>
            <a:spLocks xmlns:a="http://schemas.openxmlformats.org/drawingml/2006/main" noGrp="1"/>
          </p:cNvSpPr>
          <p:nvPr/>
        </p:nvSpPr>
        <p:spPr>
          <a:xfrm xmlns:a="http://schemas.openxmlformats.org/drawingml/2006/main">
            <a:off x="600075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Request and pay for bookings</a:t>
            </a:r>
          </a:p>
        </p:txBody>
      </p:sp>
      <p:sp>
        <p:nvSpPr>
          <p:cNvPr id="12" name="">
            <a:extLst xmlns:a="http://schemas.openxmlformats.org/drawingml/2006/main">
              <a:ext uri="{FF2B5EF4-FFF2-40B4-BE49-F238E27FC236}">
                <a16:creationId xmlns:a16="http://schemas.microsoft.com/office/drawing/2014/main" id="{FF87C875-16E0-492C-B344-8474AB6D2E40}"/>
              </a:ext>
            </a:extLst>
          </p:cNvPr>
          <p:cNvSpPr>
            <a:spLocks xmlns:a="http://schemas.openxmlformats.org/drawingml/2006/main" noGrp="1"/>
          </p:cNvSpPr>
          <p:nvPr/>
        </p:nvSpPr>
        <p:spPr>
          <a:xfrm xmlns:a="http://schemas.openxmlformats.org/drawingml/2006/main">
            <a:off x="8620125" y="2228850"/>
            <a:ext cx="333375" cy="0"/>
          </a:xfrm>
          <a:prstGeom xmlns:a="http://schemas.openxmlformats.org/drawingml/2006/main" prst="line">
            <a:avLst/>
          </a:prstGeom>
          <a:ln xmlns:a="http://schemas.openxmlformats.org/drawingml/2006/main" w="19050">
            <a:solidFill>
              <a:srgbClr val="1557FF"/>
            </a:solidFill>
          </a:ln>
        </p:spPr>
      </p:sp>
      <p:sp>
        <p:nvSpPr>
          <p:cNvPr id="13" name="">
            <a:extLst xmlns:a="http://schemas.openxmlformats.org/drawingml/2006/main">
              <a:ext uri="{FF2B5EF4-FFF2-40B4-BE49-F238E27FC236}">
                <a16:creationId xmlns:a16="http://schemas.microsoft.com/office/drawing/2014/main" id="{4B6CC34D-AF1B-43C9-9317-3879F64D6458}"/>
              </a:ext>
            </a:extLst>
          </p:cNvPr>
          <p:cNvSpPr>
            <a:spLocks xmlns:a="http://schemas.openxmlformats.org/drawingml/2006/main" noGrp="1"/>
          </p:cNvSpPr>
          <p:nvPr/>
        </p:nvSpPr>
        <p:spPr>
          <a:xfrm xmlns:a="http://schemas.openxmlformats.org/drawingml/2006/main">
            <a:off x="8858250" y="20383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4" name="">
            <a:extLst xmlns:a="http://schemas.openxmlformats.org/drawingml/2006/main">
              <a:ext uri="{FF2B5EF4-FFF2-40B4-BE49-F238E27FC236}">
                <a16:creationId xmlns:a16="http://schemas.microsoft.com/office/drawing/2014/main" id="{052E0BFF-881A-4A51-9C02-C27CF5F01FDC}"/>
              </a:ext>
            </a:extLst>
          </p:cNvPr>
          <p:cNvSpPr>
            <a:spLocks xmlns:a="http://schemas.openxmlformats.org/drawingml/2006/main" noGrp="1"/>
          </p:cNvSpPr>
          <p:nvPr/>
        </p:nvSpPr>
        <p:spPr>
          <a:xfrm xmlns:a="http://schemas.openxmlformats.org/drawingml/2006/main">
            <a:off x="8953500" y="173355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Chat, review and raise disputes</a:t>
            </a:r>
          </a:p>
        </p:txBody>
      </p:sp>
      <p:sp>
        <p:nvSpPr>
          <p:cNvPr id="15" name="">
            <a:extLst xmlns:a="http://schemas.openxmlformats.org/drawingml/2006/main">
              <a:ext uri="{FF2B5EF4-FFF2-40B4-BE49-F238E27FC236}">
                <a16:creationId xmlns:a16="http://schemas.microsoft.com/office/drawing/2014/main" id="{96753A5A-8F6D-43E7-9AC7-F124ED53CF40}"/>
              </a:ext>
            </a:extLst>
          </p:cNvPr>
          <p:cNvSpPr>
            <a:spLocks xmlns:a="http://schemas.openxmlformats.org/drawingml/2006/main" noGrp="1"/>
          </p:cNvSpPr>
          <p:nvPr/>
        </p:nvSpPr>
        <p:spPr>
          <a:xfrm xmlns:a="http://schemas.openxmlformats.org/drawingml/2006/main">
            <a:off x="571500" y="3190875"/>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Provider</a:t>
            </a:r>
          </a:p>
        </p:txBody>
      </p:sp>
      <p:sp>
        <p:nvSpPr>
          <p:cNvPr id="16" name="">
            <a:extLst xmlns:a="http://schemas.openxmlformats.org/drawingml/2006/main">
              <a:ext uri="{FF2B5EF4-FFF2-40B4-BE49-F238E27FC236}">
                <a16:creationId xmlns:a16="http://schemas.microsoft.com/office/drawing/2014/main" id="{24C14061-77E6-44B6-B841-BA1B138F6898}"/>
              </a:ext>
            </a:extLst>
          </p:cNvPr>
          <p:cNvSpPr>
            <a:spLocks xmlns:a="http://schemas.openxmlformats.org/drawingml/2006/main" noGrp="1"/>
          </p:cNvSpPr>
          <p:nvPr/>
        </p:nvSpPr>
        <p:spPr>
          <a:xfrm xmlns:a="http://schemas.openxmlformats.org/drawingml/2006/main">
            <a:off x="30480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Maintain profile and listings</a:t>
            </a:r>
          </a:p>
        </p:txBody>
      </p:sp>
      <p:sp>
        <p:nvSpPr>
          <p:cNvPr id="17" name="">
            <a:extLst xmlns:a="http://schemas.openxmlformats.org/drawingml/2006/main">
              <a:ext uri="{FF2B5EF4-FFF2-40B4-BE49-F238E27FC236}">
                <a16:creationId xmlns:a16="http://schemas.microsoft.com/office/drawing/2014/main" id="{3DB83098-8DD1-4FAC-81B1-0287BE632B93}"/>
              </a:ext>
            </a:extLst>
          </p:cNvPr>
          <p:cNvSpPr>
            <a:spLocks xmlns:a="http://schemas.openxmlformats.org/drawingml/2006/main" noGrp="1"/>
          </p:cNvSpPr>
          <p:nvPr/>
        </p:nvSpPr>
        <p:spPr>
          <a:xfrm xmlns:a="http://schemas.openxmlformats.org/drawingml/2006/main">
            <a:off x="5667375" y="3686175"/>
            <a:ext cx="333375" cy="0"/>
          </a:xfrm>
          <a:prstGeom xmlns:a="http://schemas.openxmlformats.org/drawingml/2006/main" prst="line">
            <a:avLst/>
          </a:prstGeom>
          <a:ln xmlns:a="http://schemas.openxmlformats.org/drawingml/2006/main" w="19050">
            <a:solidFill>
              <a:srgbClr val="1557FF"/>
            </a:solidFill>
          </a:ln>
        </p:spPr>
      </p:sp>
      <p:sp>
        <p:nvSpPr>
          <p:cNvPr id="18" name="">
            <a:extLst xmlns:a="http://schemas.openxmlformats.org/drawingml/2006/main">
              <a:ext uri="{FF2B5EF4-FFF2-40B4-BE49-F238E27FC236}">
                <a16:creationId xmlns:a16="http://schemas.microsoft.com/office/drawing/2014/main" id="{0D2A34EC-C928-441E-A62B-93469E0DF773}"/>
              </a:ext>
            </a:extLst>
          </p:cNvPr>
          <p:cNvSpPr>
            <a:spLocks xmlns:a="http://schemas.openxmlformats.org/drawingml/2006/main" noGrp="1"/>
          </p:cNvSpPr>
          <p:nvPr/>
        </p:nvSpPr>
        <p:spPr>
          <a:xfrm xmlns:a="http://schemas.openxmlformats.org/drawingml/2006/main">
            <a:off x="5905500" y="34956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9" name="">
            <a:extLst xmlns:a="http://schemas.openxmlformats.org/drawingml/2006/main">
              <a:ext uri="{FF2B5EF4-FFF2-40B4-BE49-F238E27FC236}">
                <a16:creationId xmlns:a16="http://schemas.microsoft.com/office/drawing/2014/main" id="{7359212B-1DED-4E5D-AF2D-1F8766261E90}"/>
              </a:ext>
            </a:extLst>
          </p:cNvPr>
          <p:cNvSpPr>
            <a:spLocks xmlns:a="http://schemas.openxmlformats.org/drawingml/2006/main" noGrp="1"/>
          </p:cNvSpPr>
          <p:nvPr/>
        </p:nvSpPr>
        <p:spPr>
          <a:xfrm xmlns:a="http://schemas.openxmlformats.org/drawingml/2006/main">
            <a:off x="600075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Publish availability</a:t>
            </a:r>
          </a:p>
        </p:txBody>
      </p:sp>
      <p:sp>
        <p:nvSpPr>
          <p:cNvPr id="20" name="">
            <a:extLst xmlns:a="http://schemas.openxmlformats.org/drawingml/2006/main">
              <a:ext uri="{FF2B5EF4-FFF2-40B4-BE49-F238E27FC236}">
                <a16:creationId xmlns:a16="http://schemas.microsoft.com/office/drawing/2014/main" id="{A0E216BB-064B-4B98-8F91-25B5E6621CBF}"/>
              </a:ext>
            </a:extLst>
          </p:cNvPr>
          <p:cNvSpPr>
            <a:spLocks xmlns:a="http://schemas.openxmlformats.org/drawingml/2006/main" noGrp="1"/>
          </p:cNvSpPr>
          <p:nvPr/>
        </p:nvSpPr>
        <p:spPr>
          <a:xfrm xmlns:a="http://schemas.openxmlformats.org/drawingml/2006/main">
            <a:off x="8620125" y="3686175"/>
            <a:ext cx="333375" cy="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282BBA3C-243F-496D-BBE3-88A54DC76D26}"/>
              </a:ext>
            </a:extLst>
          </p:cNvPr>
          <p:cNvSpPr>
            <a:spLocks xmlns:a="http://schemas.openxmlformats.org/drawingml/2006/main" noGrp="1"/>
          </p:cNvSpPr>
          <p:nvPr/>
        </p:nvSpPr>
        <p:spPr>
          <a:xfrm xmlns:a="http://schemas.openxmlformats.org/drawingml/2006/main">
            <a:off x="8858250" y="34956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2" name="">
            <a:extLst xmlns:a="http://schemas.openxmlformats.org/drawingml/2006/main">
              <a:ext uri="{FF2B5EF4-FFF2-40B4-BE49-F238E27FC236}">
                <a16:creationId xmlns:a16="http://schemas.microsoft.com/office/drawing/2014/main" id="{55CE7659-8862-48F2-8D6B-74365A9ACA19}"/>
              </a:ext>
            </a:extLst>
          </p:cNvPr>
          <p:cNvSpPr>
            <a:spLocks xmlns:a="http://schemas.openxmlformats.org/drawingml/2006/main" noGrp="1"/>
          </p:cNvSpPr>
          <p:nvPr/>
        </p:nvSpPr>
        <p:spPr>
          <a:xfrm xmlns:a="http://schemas.openxmlformats.org/drawingml/2006/main">
            <a:off x="8953500" y="3190875"/>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Accept and complete bookings</a:t>
            </a:r>
          </a:p>
        </p:txBody>
      </p:sp>
      <p:sp>
        <p:nvSpPr>
          <p:cNvPr id="23" name="">
            <a:extLst xmlns:a="http://schemas.openxmlformats.org/drawingml/2006/main">
              <a:ext uri="{FF2B5EF4-FFF2-40B4-BE49-F238E27FC236}">
                <a16:creationId xmlns:a16="http://schemas.microsoft.com/office/drawing/2014/main" id="{A40662A6-F1E2-4BDA-A49B-03D346B6A994}"/>
              </a:ext>
            </a:extLst>
          </p:cNvPr>
          <p:cNvSpPr>
            <a:spLocks xmlns:a="http://schemas.openxmlformats.org/drawingml/2006/main" noGrp="1"/>
          </p:cNvSpPr>
          <p:nvPr/>
        </p:nvSpPr>
        <p:spPr>
          <a:xfrm xmlns:a="http://schemas.openxmlformats.org/drawingml/2006/main">
            <a:off x="571500" y="4648200"/>
            <a:ext cx="1952625" cy="1000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2100" b="1">
                <a:solidFill>
                  <a:srgbClr val="15191D"/>
                </a:solidFill>
              </a:defRPr>
            </a:defPPr>
          </a:lstStyle>
          <a:p xmlns:a="http://schemas.openxmlformats.org/drawingml/2006/main">
            <a:pPr algn="ctr">
              <a:defRPr sz="2100" b="1">
                <a:solidFill>
                  <a:srgbClr val="15191D"/>
                </a:solidFill>
              </a:defRPr>
            </a:pPr>
            <a:r>
              <a:rPr sz="2100" b="1">
                <a:solidFill>
                  <a:srgbClr val="15191D"/>
                </a:solidFill>
              </a:rPr>
              <a:t>Admin</a:t>
            </a:r>
          </a:p>
        </p:txBody>
      </p:sp>
      <p:sp>
        <p:nvSpPr>
          <p:cNvPr id="24" name="">
            <a:extLst xmlns:a="http://schemas.openxmlformats.org/drawingml/2006/main">
              <a:ext uri="{FF2B5EF4-FFF2-40B4-BE49-F238E27FC236}">
                <a16:creationId xmlns:a16="http://schemas.microsoft.com/office/drawing/2014/main" id="{3A45B665-E8A4-49EA-9C20-E65F93F6F3EB}"/>
              </a:ext>
            </a:extLst>
          </p:cNvPr>
          <p:cNvSpPr>
            <a:spLocks xmlns:a="http://schemas.openxmlformats.org/drawingml/2006/main" noGrp="1"/>
          </p:cNvSpPr>
          <p:nvPr/>
        </p:nvSpPr>
        <p:spPr>
          <a:xfrm xmlns:a="http://schemas.openxmlformats.org/drawingml/2006/main">
            <a:off x="30480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Review provider status</a:t>
            </a:r>
          </a:p>
        </p:txBody>
      </p:sp>
      <p:sp>
        <p:nvSpPr>
          <p:cNvPr id="25" name="">
            <a:extLst xmlns:a="http://schemas.openxmlformats.org/drawingml/2006/main">
              <a:ext uri="{FF2B5EF4-FFF2-40B4-BE49-F238E27FC236}">
                <a16:creationId xmlns:a16="http://schemas.microsoft.com/office/drawing/2014/main" id="{49089EA8-4B32-433B-96E7-D2C2E5F8F13A}"/>
              </a:ext>
            </a:extLst>
          </p:cNvPr>
          <p:cNvSpPr>
            <a:spLocks xmlns:a="http://schemas.openxmlformats.org/drawingml/2006/main" noGrp="1"/>
          </p:cNvSpPr>
          <p:nvPr/>
        </p:nvSpPr>
        <p:spPr>
          <a:xfrm xmlns:a="http://schemas.openxmlformats.org/drawingml/2006/main">
            <a:off x="5667375" y="5143500"/>
            <a:ext cx="333375" cy="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D3D0A9DE-20DA-4946-9962-D779E8665F29}"/>
              </a:ext>
            </a:extLst>
          </p:cNvPr>
          <p:cNvSpPr>
            <a:spLocks xmlns:a="http://schemas.openxmlformats.org/drawingml/2006/main" noGrp="1"/>
          </p:cNvSpPr>
          <p:nvPr/>
        </p:nvSpPr>
        <p:spPr>
          <a:xfrm xmlns:a="http://schemas.openxmlformats.org/drawingml/2006/main">
            <a:off x="5905500" y="49530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7" name="">
            <a:extLst xmlns:a="http://schemas.openxmlformats.org/drawingml/2006/main">
              <a:ext uri="{FF2B5EF4-FFF2-40B4-BE49-F238E27FC236}">
                <a16:creationId xmlns:a16="http://schemas.microsoft.com/office/drawing/2014/main" id="{F69F608C-7C85-4ABA-9647-183AB056F97E}"/>
              </a:ext>
            </a:extLst>
          </p:cNvPr>
          <p:cNvSpPr>
            <a:spLocks xmlns:a="http://schemas.openxmlformats.org/drawingml/2006/main" noGrp="1"/>
          </p:cNvSpPr>
          <p:nvPr/>
        </p:nvSpPr>
        <p:spPr>
          <a:xfrm xmlns:a="http://schemas.openxmlformats.org/drawingml/2006/main">
            <a:off x="600075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Configure marketplace policies</a:t>
            </a:r>
          </a:p>
        </p:txBody>
      </p:sp>
      <p:sp>
        <p:nvSpPr>
          <p:cNvPr id="28" name="">
            <a:extLst xmlns:a="http://schemas.openxmlformats.org/drawingml/2006/main">
              <a:ext uri="{FF2B5EF4-FFF2-40B4-BE49-F238E27FC236}">
                <a16:creationId xmlns:a16="http://schemas.microsoft.com/office/drawing/2014/main" id="{836DEAEE-595A-4658-ACDA-AF859CAB40C3}"/>
              </a:ext>
            </a:extLst>
          </p:cNvPr>
          <p:cNvSpPr>
            <a:spLocks xmlns:a="http://schemas.openxmlformats.org/drawingml/2006/main" noGrp="1"/>
          </p:cNvSpPr>
          <p:nvPr/>
        </p:nvSpPr>
        <p:spPr>
          <a:xfrm xmlns:a="http://schemas.openxmlformats.org/drawingml/2006/main">
            <a:off x="8620125" y="5143500"/>
            <a:ext cx="33337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8CE2CECD-F7CA-4A84-A5EA-941BB9A3C883}"/>
              </a:ext>
            </a:extLst>
          </p:cNvPr>
          <p:cNvSpPr>
            <a:spLocks xmlns:a="http://schemas.openxmlformats.org/drawingml/2006/main" noGrp="1"/>
          </p:cNvSpPr>
          <p:nvPr/>
        </p:nvSpPr>
        <p:spPr>
          <a:xfrm xmlns:a="http://schemas.openxmlformats.org/drawingml/2006/main">
            <a:off x="8858250" y="495300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B8AED1BE-0857-4DF7-ADFE-483E3EA1751F}"/>
              </a:ext>
            </a:extLst>
          </p:cNvPr>
          <p:cNvSpPr>
            <a:spLocks xmlns:a="http://schemas.openxmlformats.org/drawingml/2006/main" noGrp="1"/>
          </p:cNvSpPr>
          <p:nvPr/>
        </p:nvSpPr>
        <p:spPr>
          <a:xfrm xmlns:a="http://schemas.openxmlformats.org/drawingml/2006/main">
            <a:off x="8953500" y="4648200"/>
            <a:ext cx="261937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Resolve disputes and refunds</a:t>
            </a:r>
          </a:p>
        </p:txBody>
      </p:sp>
      <p:sp>
        <p:nvSpPr>
          <p:cNvPr id="31" name="">
            <a:extLst xmlns:a="http://schemas.openxmlformats.org/drawingml/2006/main">
              <a:ext uri="{FF2B5EF4-FFF2-40B4-BE49-F238E27FC236}">
                <a16:creationId xmlns:a16="http://schemas.microsoft.com/office/drawing/2014/main" id="{C7241A3E-F2D5-48DC-92B7-5AFDA08E7DB1}"/>
              </a:ext>
            </a:extLst>
          </p:cNvPr>
          <p:cNvSpPr>
            <a:spLocks xmlns:a="http://schemas.openxmlformats.org/drawingml/2006/main" noGrp="1"/>
          </p:cNvSpPr>
          <p:nvPr/>
        </p:nvSpPr>
        <p:spPr>
          <a:xfrm xmlns:a="http://schemas.openxmlformats.org/drawingml/2006/main">
            <a:off x="571500" y="61722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Each role has a distinct set of permitted actions.</a:t>
            </a:r>
          </a:p>
        </p:txBody>
      </p:sp>
    </p:spTree>
    <p:extLst>
      <p:ext uri="{BB962C8B-B14F-4D97-AF65-F5344CB8AC3E}">
        <p14:creationId xmlns:p14="http://schemas.microsoft.com/office/powerpoint/2010/main" val="3920381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6B530C69-266D-447D-BF22-05D5C4680DB3}"/>
              </a:ext>
            </a:extLst>
          </p:cNvPr>
          <p:cNvPicPr>
            <a:picLocks xmlns:a="http://schemas.openxmlformats.org/drawingml/2006/main" noChangeAspect="1"/>
          </p:cNvPicPr>
          <p:nvPr/>
        </p:nvPicPr>
        <p:blipFill>
          <a:blip xmlns:r="http://schemas.openxmlformats.org/officeDocument/2006/relationships" xmlns:a="http://schemas.openxmlformats.org/drawingml/2006/main" r:embed="R91a5ca4c226249a5"/>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CF5AB2-5028-4F27-B2CB-3C649175087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DF46357A-44B1-4E14-90D3-0B74C2EE0985}"/>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Database Design &amp; Key Relationships</a:t>
            </a:r>
          </a:p>
        </p:txBody>
      </p:sp>
      <p:sp>
        <p:nvSpPr>
          <p:cNvPr id="4" name="">
            <a:extLst xmlns:a="http://schemas.openxmlformats.org/drawingml/2006/main">
              <a:ext uri="{FF2B5EF4-FFF2-40B4-BE49-F238E27FC236}">
                <a16:creationId xmlns:a16="http://schemas.microsoft.com/office/drawing/2014/main" id="{7B7EDAE5-4F27-4F17-8EAE-7CE8F579C6EF}"/>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B8E3A427-A30A-4DA0-AAB1-3CC6A7A5D93F}"/>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E0567F44-4F89-4FE0-ADC3-0AECF9C87F67}"/>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07</a:t>
            </a:r>
          </a:p>
        </p:txBody>
      </p:sp>
      <p:sp>
        <p:nvSpPr>
          <p:cNvPr id="7" name="">
            <a:extLst xmlns:a="http://schemas.openxmlformats.org/drawingml/2006/main">
              <a:ext uri="{FF2B5EF4-FFF2-40B4-BE49-F238E27FC236}">
                <a16:creationId xmlns:a16="http://schemas.microsoft.com/office/drawing/2014/main" id="{3D013949-58FF-45A2-A1A1-E0F9EEA29033}"/>
              </a:ext>
            </a:extLst>
          </p:cNvPr>
          <p:cNvSpPr>
            <a:spLocks xmlns:a="http://schemas.openxmlformats.org/drawingml/2006/main" noGrp="1"/>
          </p:cNvSpPr>
          <p:nvPr/>
        </p:nvSpPr>
        <p:spPr>
          <a:xfrm xmlns:a="http://schemas.openxmlformats.org/drawingml/2006/main">
            <a:off x="571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User</a:t>
            </a:r>
          </a:p>
          <a:p xmlns:a="http://schemas.openxmlformats.org/drawingml/2006/main">
            <a:pPr algn="ctr">
              <a:defRPr sz="1725" b="1">
                <a:solidFill>
                  <a:srgbClr val="15191D"/>
                </a:solidFill>
              </a:defRPr>
            </a:pPr>
            <a:r>
              <a:rPr sz="1725" b="1">
                <a:solidFill>
                  <a:srgbClr val="15191D"/>
                </a:solidFill>
              </a:rPr>
              <a:t>name, email, role</a:t>
            </a:r>
          </a:p>
        </p:txBody>
      </p:sp>
      <p:sp>
        <p:nvSpPr>
          <p:cNvPr id="8" name="">
            <a:extLst xmlns:a="http://schemas.openxmlformats.org/drawingml/2006/main">
              <a:ext uri="{FF2B5EF4-FFF2-40B4-BE49-F238E27FC236}">
                <a16:creationId xmlns:a16="http://schemas.microsoft.com/office/drawing/2014/main" id="{6C234117-C221-4967-B5C5-A79729AC596C}"/>
              </a:ext>
            </a:extLst>
          </p:cNvPr>
          <p:cNvSpPr>
            <a:spLocks xmlns:a="http://schemas.openxmlformats.org/drawingml/2006/main" noGrp="1"/>
          </p:cNvSpPr>
          <p:nvPr/>
        </p:nvSpPr>
        <p:spPr>
          <a:xfrm xmlns:a="http://schemas.openxmlformats.org/drawingml/2006/main">
            <a:off x="4619625" y="1600200"/>
            <a:ext cx="295275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ProviderProfile</a:t>
            </a:r>
          </a:p>
          <a:p xmlns:a="http://schemas.openxmlformats.org/drawingml/2006/main">
            <a:pPr algn="ctr">
              <a:defRPr sz="1725" b="1">
                <a:solidFill>
                  <a:srgbClr val="15191D"/>
                </a:solidFill>
              </a:defRPr>
            </a:pPr>
            <a:r>
              <a:rPr sz="1725" b="1">
                <a:solidFill>
                  <a:srgbClr val="15191D"/>
                </a:solidFill>
              </a:rPr>
              <a:t>user, servicePincodes</a:t>
            </a:r>
          </a:p>
        </p:txBody>
      </p:sp>
      <p:sp>
        <p:nvSpPr>
          <p:cNvPr id="9" name="">
            <a:extLst xmlns:a="http://schemas.openxmlformats.org/drawingml/2006/main">
              <a:ext uri="{FF2B5EF4-FFF2-40B4-BE49-F238E27FC236}">
                <a16:creationId xmlns:a16="http://schemas.microsoft.com/office/drawing/2014/main" id="{A71A8931-E7C5-402F-8602-791D47EC53CF}"/>
              </a:ext>
            </a:extLst>
          </p:cNvPr>
          <p:cNvSpPr>
            <a:spLocks xmlns:a="http://schemas.openxmlformats.org/drawingml/2006/main" noGrp="1"/>
          </p:cNvSpPr>
          <p:nvPr/>
        </p:nvSpPr>
        <p:spPr>
          <a:xfrm xmlns:a="http://schemas.openxmlformats.org/drawingml/2006/main">
            <a:off x="8953500" y="1600200"/>
            <a:ext cx="2667000" cy="8382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pPr algn="ctr">
              <a:defRPr sz="1725" b="1">
                <a:solidFill>
                  <a:srgbClr val="15191D"/>
                </a:solidFill>
              </a:defRPr>
            </a:pPr>
            <a:r>
              <a:rPr sz="1725" b="1">
                <a:solidFill>
                  <a:srgbClr val="15191D"/>
                </a:solidFill>
              </a:rPr>
              <a:t>Service</a:t>
            </a:r>
          </a:p>
          <a:p xmlns:a="http://schemas.openxmlformats.org/drawingml/2006/main">
            <a:pPr algn="ctr">
              <a:defRPr sz="1725" b="1">
                <a:solidFill>
                  <a:srgbClr val="15191D"/>
                </a:solidFill>
              </a:defRPr>
            </a:pPr>
            <a:r>
              <a:rPr sz="1725" b="1">
                <a:solidFill>
                  <a:srgbClr val="15191D"/>
                </a:solidFill>
              </a:rPr>
              <a:t>provider, pricePaise</a:t>
            </a:r>
          </a:p>
        </p:txBody>
      </p:sp>
      <p:sp>
        <p:nvSpPr>
          <p:cNvPr id="10" name="">
            <a:extLst xmlns:a="http://schemas.openxmlformats.org/drawingml/2006/main">
              <a:ext uri="{FF2B5EF4-FFF2-40B4-BE49-F238E27FC236}">
                <a16:creationId xmlns:a16="http://schemas.microsoft.com/office/drawing/2014/main" id="{298F0467-567B-4CCA-A900-18427FFD1F6F}"/>
              </a:ext>
            </a:extLst>
          </p:cNvPr>
          <p:cNvSpPr>
            <a:spLocks xmlns:a="http://schemas.openxmlformats.org/drawingml/2006/main" noGrp="1"/>
          </p:cNvSpPr>
          <p:nvPr/>
        </p:nvSpPr>
        <p:spPr>
          <a:xfrm xmlns:a="http://schemas.openxmlformats.org/drawingml/2006/main">
            <a:off x="3238500" y="2009775"/>
            <a:ext cx="1381125" cy="0"/>
          </a:xfrm>
          <a:prstGeom xmlns:a="http://schemas.openxmlformats.org/drawingml/2006/main" prst="line">
            <a:avLst/>
          </a:prstGeom>
          <a:ln xmlns:a="http://schemas.openxmlformats.org/drawingml/2006/main" w="19050">
            <a:solidFill>
              <a:srgbClr val="1557FF"/>
            </a:solidFill>
          </a:ln>
        </p:spPr>
      </p:sp>
      <p:sp>
        <p:nvSpPr>
          <p:cNvPr id="11" name="">
            <a:extLst xmlns:a="http://schemas.openxmlformats.org/drawingml/2006/main">
              <a:ext uri="{FF2B5EF4-FFF2-40B4-BE49-F238E27FC236}">
                <a16:creationId xmlns:a16="http://schemas.microsoft.com/office/drawing/2014/main" id="{17663833-8686-41C5-BABE-3FC10DDEF7C6}"/>
              </a:ext>
            </a:extLst>
          </p:cNvPr>
          <p:cNvSpPr>
            <a:spLocks xmlns:a="http://schemas.openxmlformats.org/drawingml/2006/main" noGrp="1"/>
          </p:cNvSpPr>
          <p:nvPr/>
        </p:nvSpPr>
        <p:spPr>
          <a:xfrm xmlns:a="http://schemas.openxmlformats.org/drawingml/2006/main">
            <a:off x="7572375" y="2009775"/>
            <a:ext cx="1381125" cy="0"/>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6AFEF356-AAA9-482E-BFD3-EE76A3E92CB0}"/>
              </a:ext>
            </a:extLst>
          </p:cNvPr>
          <p:cNvSpPr>
            <a:spLocks xmlns:a="http://schemas.openxmlformats.org/drawingml/2006/main" noGrp="1"/>
          </p:cNvSpPr>
          <p:nvPr/>
        </p:nvSpPr>
        <p:spPr>
          <a:xfrm xmlns:a="http://schemas.openxmlformats.org/drawingml/2006/main">
            <a:off x="3429000" y="16573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0..1</a:t>
            </a:r>
          </a:p>
        </p:txBody>
      </p:sp>
      <p:sp>
        <p:nvSpPr>
          <p:cNvPr id="13" name="">
            <a:extLst xmlns:a="http://schemas.openxmlformats.org/drawingml/2006/main">
              <a:ext uri="{FF2B5EF4-FFF2-40B4-BE49-F238E27FC236}">
                <a16:creationId xmlns:a16="http://schemas.microsoft.com/office/drawing/2014/main" id="{14FBF0FA-D199-42E7-9236-FCBD71F8F842}"/>
              </a:ext>
            </a:extLst>
          </p:cNvPr>
          <p:cNvSpPr>
            <a:spLocks xmlns:a="http://schemas.openxmlformats.org/drawingml/2006/main" noGrp="1"/>
          </p:cNvSpPr>
          <p:nvPr/>
        </p:nvSpPr>
        <p:spPr>
          <a:xfrm xmlns:a="http://schemas.openxmlformats.org/drawingml/2006/main">
            <a:off x="7762875" y="16573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1557FF"/>
                </a:solidFill>
              </a:defRPr>
            </a:defPPr>
          </a:lstStyle>
          <a:p xmlns:a="http://schemas.openxmlformats.org/drawingml/2006/main">
            <a:pPr>
              <a:defRPr sz="1350" b="0">
                <a:solidFill>
                  <a:srgbClr val="1557FF"/>
                </a:solidFill>
              </a:defRPr>
            </a:pPr>
            <a:r>
              <a:rPr sz="1350" b="0">
                <a:solidFill>
                  <a:srgbClr val="1557FF"/>
                </a:solidFill>
              </a:rPr>
              <a:t>1 to many</a:t>
            </a:r>
          </a:p>
        </p:txBody>
      </p:sp>
      <p:sp>
        <p:nvSpPr>
          <p:cNvPr id="14" name="">
            <a:extLst xmlns:a="http://schemas.openxmlformats.org/drawingml/2006/main">
              <a:ext uri="{FF2B5EF4-FFF2-40B4-BE49-F238E27FC236}">
                <a16:creationId xmlns:a16="http://schemas.microsoft.com/office/drawing/2014/main" id="{9DD39889-FF93-4CB7-9603-675D88354380}"/>
              </a:ext>
            </a:extLst>
          </p:cNvPr>
          <p:cNvSpPr>
            <a:spLocks xmlns:a="http://schemas.openxmlformats.org/drawingml/2006/main" noGrp="1"/>
          </p:cNvSpPr>
          <p:nvPr/>
        </p:nvSpPr>
        <p:spPr>
          <a:xfrm xmlns:a="http://schemas.openxmlformats.org/drawingml/2006/main">
            <a:off x="4333875" y="3190875"/>
            <a:ext cx="3524250" cy="10477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800" b="1">
                <a:solidFill>
                  <a:srgbClr val="15191D"/>
                </a:solidFill>
              </a:defRPr>
            </a:defPPr>
          </a:lstStyle>
          <a:p xmlns:a="http://schemas.openxmlformats.org/drawingml/2006/main">
            <a:pPr algn="ctr">
              <a:defRPr sz="1800" b="1">
                <a:solidFill>
                  <a:srgbClr val="15191D"/>
                </a:solidFill>
              </a:defRPr>
            </a:pPr>
            <a:r>
              <a:rPr sz="1800" b="1">
                <a:solidFill>
                  <a:srgbClr val="15191D"/>
                </a:solidFill>
              </a:rPr>
              <a:t>Booking</a:t>
            </a:r>
          </a:p>
          <a:p xmlns:a="http://schemas.openxmlformats.org/drawingml/2006/main">
            <a:pPr algn="ctr">
              <a:defRPr sz="1800" b="1">
                <a:solidFill>
                  <a:srgbClr val="15191D"/>
                </a:solidFill>
              </a:defRPr>
            </a:pPr>
            <a:r>
              <a:rPr sz="1800" b="1">
                <a:solidFill>
                  <a:srgbClr val="15191D"/>
                </a:solidFill>
              </a:rPr>
              <a:t>customer, provider, service</a:t>
            </a:r>
          </a:p>
          <a:p xmlns:a="http://schemas.openxmlformats.org/drawingml/2006/main">
            <a:pPr algn="ctr">
              <a:defRPr sz="1800" b="1">
                <a:solidFill>
                  <a:srgbClr val="15191D"/>
                </a:solidFill>
              </a:defRPr>
            </a:pPr>
            <a:r>
              <a:rPr sz="1800" b="1">
                <a:solidFill>
                  <a:srgbClr val="15191D"/>
                </a:solidFill>
              </a:rPr>
              <a:t>scheduledAt, status</a:t>
            </a:r>
          </a:p>
        </p:txBody>
      </p:sp>
      <p:sp>
        <p:nvSpPr>
          <p:cNvPr id="15" name="">
            <a:extLst xmlns:a="http://schemas.openxmlformats.org/drawingml/2006/main">
              <a:ext uri="{FF2B5EF4-FFF2-40B4-BE49-F238E27FC236}">
                <a16:creationId xmlns:a16="http://schemas.microsoft.com/office/drawing/2014/main" id="{38BB8610-CBA3-4F6A-8A4F-6BE4AD3F853D}"/>
              </a:ext>
            </a:extLst>
          </p:cNvPr>
          <p:cNvSpPr>
            <a:spLocks xmlns:a="http://schemas.openxmlformats.org/drawingml/2006/main" noGrp="1"/>
          </p:cNvSpPr>
          <p:nvPr/>
        </p:nvSpPr>
        <p:spPr>
          <a:xfrm xmlns:a="http://schemas.openxmlformats.org/drawingml/2006/main">
            <a:off x="6096000" y="2438400"/>
            <a:ext cx="0" cy="752475"/>
          </a:xfrm>
          <a:prstGeom xmlns:a="http://schemas.openxmlformats.org/drawingml/2006/main" prst="line">
            <a:avLst/>
          </a:prstGeom>
          <a:ln xmlns:a="http://schemas.openxmlformats.org/drawingml/2006/main" w="19050">
            <a:solidFill>
              <a:srgbClr val="1557FF"/>
            </a:solidFill>
          </a:ln>
        </p:spPr>
      </p:sp>
      <p:sp>
        <p:nvSpPr>
          <p:cNvPr id="16" name="">
            <a:extLst xmlns:a="http://schemas.openxmlformats.org/drawingml/2006/main">
              <a:ext uri="{FF2B5EF4-FFF2-40B4-BE49-F238E27FC236}">
                <a16:creationId xmlns:a16="http://schemas.microsoft.com/office/drawing/2014/main" id="{2398E3CF-B573-4B70-9FFD-4B2EC3AD030D}"/>
              </a:ext>
            </a:extLst>
          </p:cNvPr>
          <p:cNvSpPr>
            <a:spLocks xmlns:a="http://schemas.openxmlformats.org/drawingml/2006/main" noGrp="1"/>
          </p:cNvSpPr>
          <p:nvPr/>
        </p:nvSpPr>
        <p:spPr>
          <a:xfrm xmlns:a="http://schemas.openxmlformats.org/drawingml/2006/main">
            <a:off x="1905000" y="2438400"/>
            <a:ext cx="0" cy="1276350"/>
          </a:xfrm>
          <a:prstGeom xmlns:a="http://schemas.openxmlformats.org/drawingml/2006/main" prst="line">
            <a:avLst/>
          </a:prstGeom>
          <a:ln xmlns:a="http://schemas.openxmlformats.org/drawingml/2006/main" w="19050">
            <a:solidFill>
              <a:srgbClr val="1557FF"/>
            </a:solidFill>
          </a:ln>
        </p:spPr>
      </p:sp>
      <p:sp>
        <p:nvSpPr>
          <p:cNvPr id="17" name="">
            <a:extLst xmlns:a="http://schemas.openxmlformats.org/drawingml/2006/main">
              <a:ext uri="{FF2B5EF4-FFF2-40B4-BE49-F238E27FC236}">
                <a16:creationId xmlns:a16="http://schemas.microsoft.com/office/drawing/2014/main" id="{E584D4A0-CCD1-447D-845E-52A3E3A82A18}"/>
              </a:ext>
            </a:extLst>
          </p:cNvPr>
          <p:cNvSpPr>
            <a:spLocks xmlns:a="http://schemas.openxmlformats.org/drawingml/2006/main" noGrp="1"/>
          </p:cNvSpPr>
          <p:nvPr/>
        </p:nvSpPr>
        <p:spPr>
          <a:xfrm xmlns:a="http://schemas.openxmlformats.org/drawingml/2006/main">
            <a:off x="1905000" y="3714750"/>
            <a:ext cx="2428875" cy="0"/>
          </a:xfrm>
          <a:prstGeom xmlns:a="http://schemas.openxmlformats.org/drawingml/2006/main" prst="line">
            <a:avLst/>
          </a:prstGeom>
          <a:ln xmlns:a="http://schemas.openxmlformats.org/drawingml/2006/main" w="19050">
            <a:solidFill>
              <a:srgbClr val="1557FF"/>
            </a:solidFill>
          </a:ln>
        </p:spPr>
      </p:sp>
      <p:sp>
        <p:nvSpPr>
          <p:cNvPr id="18" name="">
            <a:extLst xmlns:a="http://schemas.openxmlformats.org/drawingml/2006/main">
              <a:ext uri="{FF2B5EF4-FFF2-40B4-BE49-F238E27FC236}">
                <a16:creationId xmlns:a16="http://schemas.microsoft.com/office/drawing/2014/main" id="{4A2DBB81-99E4-4CF6-A2B9-4860CA402319}"/>
              </a:ext>
            </a:extLst>
          </p:cNvPr>
          <p:cNvSpPr>
            <a:spLocks xmlns:a="http://schemas.openxmlformats.org/drawingml/2006/main" noGrp="1"/>
          </p:cNvSpPr>
          <p:nvPr/>
        </p:nvSpPr>
        <p:spPr>
          <a:xfrm xmlns:a="http://schemas.openxmlformats.org/drawingml/2006/main">
            <a:off x="10287000" y="2438400"/>
            <a:ext cx="0" cy="127635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B66FA41D-F5D1-4766-8266-0DB24B3BA43D}"/>
              </a:ext>
            </a:extLst>
          </p:cNvPr>
          <p:cNvSpPr>
            <a:spLocks xmlns:a="http://schemas.openxmlformats.org/drawingml/2006/main" noGrp="1"/>
          </p:cNvSpPr>
          <p:nvPr/>
        </p:nvSpPr>
        <p:spPr>
          <a:xfrm xmlns:a="http://schemas.openxmlformats.org/drawingml/2006/main">
            <a:off x="7858125" y="3714750"/>
            <a:ext cx="2428875" cy="0"/>
          </a:xfrm>
          <a:prstGeom xmlns:a="http://schemas.openxmlformats.org/drawingml/2006/main" prst="line">
            <a:avLst/>
          </a:prstGeom>
          <a:ln xmlns:a="http://schemas.openxmlformats.org/drawingml/2006/main" w="19050">
            <a:solidFill>
              <a:srgbClr val="1557FF"/>
            </a:solidFill>
          </a:ln>
        </p:spPr>
      </p:sp>
      <p:sp>
        <p:nvSpPr>
          <p:cNvPr id="20" name="">
            <a:extLst xmlns:a="http://schemas.openxmlformats.org/drawingml/2006/main">
              <a:ext uri="{FF2B5EF4-FFF2-40B4-BE49-F238E27FC236}">
                <a16:creationId xmlns:a16="http://schemas.microsoft.com/office/drawing/2014/main" id="{02591450-21F1-4416-A293-C1522D98CE08}"/>
              </a:ext>
            </a:extLst>
          </p:cNvPr>
          <p:cNvSpPr>
            <a:spLocks xmlns:a="http://schemas.openxmlformats.org/drawingml/2006/main" noGrp="1"/>
          </p:cNvSpPr>
          <p:nvPr/>
        </p:nvSpPr>
        <p:spPr>
          <a:xfrm xmlns:a="http://schemas.openxmlformats.org/drawingml/2006/main">
            <a:off x="6096000" y="4238625"/>
            <a:ext cx="0" cy="552450"/>
          </a:xfrm>
          <a:prstGeom xmlns:a="http://schemas.openxmlformats.org/drawingml/2006/main" prst="line">
            <a:avLst/>
          </a:prstGeom>
          <a:ln xmlns:a="http://schemas.openxmlformats.org/drawingml/2006/main" w="19050">
            <a:solidFill>
              <a:srgbClr val="1557FF"/>
            </a:solidFill>
          </a:ln>
        </p:spPr>
      </p:sp>
      <p:sp>
        <p:nvSpPr>
          <p:cNvPr id="21" name="">
            <a:extLst xmlns:a="http://schemas.openxmlformats.org/drawingml/2006/main">
              <a:ext uri="{FF2B5EF4-FFF2-40B4-BE49-F238E27FC236}">
                <a16:creationId xmlns:a16="http://schemas.microsoft.com/office/drawing/2014/main" id="{6CBE642D-6BF0-4D83-8273-B43FA119AD17}"/>
              </a:ext>
            </a:extLst>
          </p:cNvPr>
          <p:cNvSpPr>
            <a:spLocks xmlns:a="http://schemas.openxmlformats.org/drawingml/2006/main" noGrp="1"/>
          </p:cNvSpPr>
          <p:nvPr/>
        </p:nvSpPr>
        <p:spPr>
          <a:xfrm xmlns:a="http://schemas.openxmlformats.org/drawingml/2006/main">
            <a:off x="1809750" y="4791075"/>
            <a:ext cx="8572500" cy="0"/>
          </a:xfrm>
          <a:prstGeom xmlns:a="http://schemas.openxmlformats.org/drawingml/2006/main" prst="line">
            <a:avLst/>
          </a:prstGeom>
          <a:ln xmlns:a="http://schemas.openxmlformats.org/drawingml/2006/main" w="19050">
            <a:solidFill>
              <a:srgbClr val="1557FF"/>
            </a:solidFill>
          </a:ln>
        </p:spPr>
      </p:sp>
      <p:sp>
        <p:nvSpPr>
          <p:cNvPr id="22" name="">
            <a:extLst xmlns:a="http://schemas.openxmlformats.org/drawingml/2006/main">
              <a:ext uri="{FF2B5EF4-FFF2-40B4-BE49-F238E27FC236}">
                <a16:creationId xmlns:a16="http://schemas.microsoft.com/office/drawing/2014/main" id="{766233C6-9DA4-4B36-B233-EC954CA38276}"/>
              </a:ext>
            </a:extLst>
          </p:cNvPr>
          <p:cNvSpPr>
            <a:spLocks xmlns:a="http://schemas.openxmlformats.org/drawingml/2006/main" noGrp="1"/>
          </p:cNvSpPr>
          <p:nvPr/>
        </p:nvSpPr>
        <p:spPr>
          <a:xfrm xmlns:a="http://schemas.openxmlformats.org/drawingml/2006/main">
            <a:off x="1809750" y="4791075"/>
            <a:ext cx="0" cy="304800"/>
          </a:xfrm>
          <a:prstGeom xmlns:a="http://schemas.openxmlformats.org/drawingml/2006/main" prst="line">
            <a:avLst/>
          </a:prstGeom>
          <a:ln xmlns:a="http://schemas.openxmlformats.org/drawingml/2006/main" w="19050">
            <a:solidFill>
              <a:srgbClr val="1557FF"/>
            </a:solidFill>
          </a:ln>
        </p:spPr>
      </p:sp>
      <p:sp>
        <p:nvSpPr>
          <p:cNvPr id="23" name="">
            <a:extLst xmlns:a="http://schemas.openxmlformats.org/drawingml/2006/main">
              <a:ext uri="{FF2B5EF4-FFF2-40B4-BE49-F238E27FC236}">
                <a16:creationId xmlns:a16="http://schemas.microsoft.com/office/drawing/2014/main" id="{E6335F24-FE00-41B6-8B04-968214BABC38}"/>
              </a:ext>
            </a:extLst>
          </p:cNvPr>
          <p:cNvSpPr>
            <a:spLocks xmlns:a="http://schemas.openxmlformats.org/drawingml/2006/main" noGrp="1"/>
          </p:cNvSpPr>
          <p:nvPr/>
        </p:nvSpPr>
        <p:spPr>
          <a:xfrm xmlns:a="http://schemas.openxmlformats.org/drawingml/2006/main">
            <a:off x="571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Payment</a:t>
            </a:r>
          </a:p>
          <a:p xmlns:a="http://schemas.openxmlformats.org/drawingml/2006/main">
            <a:pPr algn="ctr">
              <a:defRPr sz="1650" b="1">
                <a:solidFill>
                  <a:srgbClr val="15191D"/>
                </a:solidFill>
              </a:defRPr>
            </a:pPr>
            <a:r>
              <a:rPr sz="1650" b="1">
                <a:solidFill>
                  <a:srgbClr val="15191D"/>
                </a:solidFill>
              </a:rPr>
              <a:t>booking, amountPaise</a:t>
            </a:r>
          </a:p>
        </p:txBody>
      </p:sp>
      <p:sp>
        <p:nvSpPr>
          <p:cNvPr id="24" name="">
            <a:extLst xmlns:a="http://schemas.openxmlformats.org/drawingml/2006/main">
              <a:ext uri="{FF2B5EF4-FFF2-40B4-BE49-F238E27FC236}">
                <a16:creationId xmlns:a16="http://schemas.microsoft.com/office/drawing/2014/main" id="{549AAC0F-A020-423B-8D2A-CA419A275ABA}"/>
              </a:ext>
            </a:extLst>
          </p:cNvPr>
          <p:cNvSpPr>
            <a:spLocks xmlns:a="http://schemas.openxmlformats.org/drawingml/2006/main" noGrp="1"/>
          </p:cNvSpPr>
          <p:nvPr/>
        </p:nvSpPr>
        <p:spPr>
          <a:xfrm xmlns:a="http://schemas.openxmlformats.org/drawingml/2006/main">
            <a:off x="571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5" name="">
            <a:extLst xmlns:a="http://schemas.openxmlformats.org/drawingml/2006/main">
              <a:ext uri="{FF2B5EF4-FFF2-40B4-BE49-F238E27FC236}">
                <a16:creationId xmlns:a16="http://schemas.microsoft.com/office/drawing/2014/main" id="{AEB0FA6D-84A4-422F-A8D4-D324E8D6D9EA}"/>
              </a:ext>
            </a:extLst>
          </p:cNvPr>
          <p:cNvSpPr>
            <a:spLocks xmlns:a="http://schemas.openxmlformats.org/drawingml/2006/main" noGrp="1"/>
          </p:cNvSpPr>
          <p:nvPr/>
        </p:nvSpPr>
        <p:spPr>
          <a:xfrm xmlns:a="http://schemas.openxmlformats.org/drawingml/2006/main">
            <a:off x="4667250" y="4791075"/>
            <a:ext cx="0" cy="304800"/>
          </a:xfrm>
          <a:prstGeom xmlns:a="http://schemas.openxmlformats.org/drawingml/2006/main" prst="line">
            <a:avLst/>
          </a:prstGeom>
          <a:ln xmlns:a="http://schemas.openxmlformats.org/drawingml/2006/main" w="19050">
            <a:solidFill>
              <a:srgbClr val="1557FF"/>
            </a:solidFill>
          </a:ln>
        </p:spPr>
      </p:sp>
      <p:sp>
        <p:nvSpPr>
          <p:cNvPr id="26" name="">
            <a:extLst xmlns:a="http://schemas.openxmlformats.org/drawingml/2006/main">
              <a:ext uri="{FF2B5EF4-FFF2-40B4-BE49-F238E27FC236}">
                <a16:creationId xmlns:a16="http://schemas.microsoft.com/office/drawing/2014/main" id="{EC177307-4430-48ED-BF28-F5D511E52BB3}"/>
              </a:ext>
            </a:extLst>
          </p:cNvPr>
          <p:cNvSpPr>
            <a:spLocks xmlns:a="http://schemas.openxmlformats.org/drawingml/2006/main" noGrp="1"/>
          </p:cNvSpPr>
          <p:nvPr/>
        </p:nvSpPr>
        <p:spPr>
          <a:xfrm xmlns:a="http://schemas.openxmlformats.org/drawingml/2006/main">
            <a:off x="3429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Review</a:t>
            </a:r>
          </a:p>
          <a:p xmlns:a="http://schemas.openxmlformats.org/drawingml/2006/main">
            <a:pPr algn="ctr">
              <a:defRPr sz="1650" b="1">
                <a:solidFill>
                  <a:srgbClr val="15191D"/>
                </a:solidFill>
              </a:defRPr>
            </a:pPr>
            <a:r>
              <a:rPr sz="1650" b="1">
                <a:solidFill>
                  <a:srgbClr val="15191D"/>
                </a:solidFill>
              </a:rPr>
              <a:t>booking, rating</a:t>
            </a:r>
          </a:p>
        </p:txBody>
      </p:sp>
      <p:sp>
        <p:nvSpPr>
          <p:cNvPr id="27" name="">
            <a:extLst xmlns:a="http://schemas.openxmlformats.org/drawingml/2006/main">
              <a:ext uri="{FF2B5EF4-FFF2-40B4-BE49-F238E27FC236}">
                <a16:creationId xmlns:a16="http://schemas.microsoft.com/office/drawing/2014/main" id="{E7D5F189-AAFC-4EA7-9329-005954FD2522}"/>
              </a:ext>
            </a:extLst>
          </p:cNvPr>
          <p:cNvSpPr>
            <a:spLocks xmlns:a="http://schemas.openxmlformats.org/drawingml/2006/main" noGrp="1"/>
          </p:cNvSpPr>
          <p:nvPr/>
        </p:nvSpPr>
        <p:spPr>
          <a:xfrm xmlns:a="http://schemas.openxmlformats.org/drawingml/2006/main">
            <a:off x="3429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
        <p:nvSpPr>
          <p:cNvPr id="28" name="">
            <a:extLst xmlns:a="http://schemas.openxmlformats.org/drawingml/2006/main">
              <a:ext uri="{FF2B5EF4-FFF2-40B4-BE49-F238E27FC236}">
                <a16:creationId xmlns:a16="http://schemas.microsoft.com/office/drawing/2014/main" id="{114399FF-A185-4E81-AC5B-F78EDAA3375F}"/>
              </a:ext>
            </a:extLst>
          </p:cNvPr>
          <p:cNvSpPr>
            <a:spLocks xmlns:a="http://schemas.openxmlformats.org/drawingml/2006/main" noGrp="1"/>
          </p:cNvSpPr>
          <p:nvPr/>
        </p:nvSpPr>
        <p:spPr>
          <a:xfrm xmlns:a="http://schemas.openxmlformats.org/drawingml/2006/main">
            <a:off x="7524750" y="4791075"/>
            <a:ext cx="0" cy="30480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1CD31D4D-CF10-4B2D-9722-936992AE6114}"/>
              </a:ext>
            </a:extLst>
          </p:cNvPr>
          <p:cNvSpPr>
            <a:spLocks xmlns:a="http://schemas.openxmlformats.org/drawingml/2006/main" noGrp="1"/>
          </p:cNvSpPr>
          <p:nvPr/>
        </p:nvSpPr>
        <p:spPr>
          <a:xfrm xmlns:a="http://schemas.openxmlformats.org/drawingml/2006/main">
            <a:off x="62865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Message</a:t>
            </a:r>
          </a:p>
          <a:p xmlns:a="http://schemas.openxmlformats.org/drawingml/2006/main">
            <a:pPr algn="ctr">
              <a:defRPr sz="1650" b="1">
                <a:solidFill>
                  <a:srgbClr val="15191D"/>
                </a:solidFill>
              </a:defRPr>
            </a:pPr>
            <a:r>
              <a:rPr sz="1650" b="1">
                <a:solidFill>
                  <a:srgbClr val="15191D"/>
                </a:solidFill>
              </a:rPr>
              <a:t>booking, sender</a:t>
            </a:r>
          </a:p>
        </p:txBody>
      </p:sp>
      <p:sp>
        <p:nvSpPr>
          <p:cNvPr id="30" name="">
            <a:extLst xmlns:a="http://schemas.openxmlformats.org/drawingml/2006/main">
              <a:ext uri="{FF2B5EF4-FFF2-40B4-BE49-F238E27FC236}">
                <a16:creationId xmlns:a16="http://schemas.microsoft.com/office/drawing/2014/main" id="{8790E925-158E-4C39-AB61-7EC59B0129FF}"/>
              </a:ext>
            </a:extLst>
          </p:cNvPr>
          <p:cNvSpPr>
            <a:spLocks xmlns:a="http://schemas.openxmlformats.org/drawingml/2006/main" noGrp="1"/>
          </p:cNvSpPr>
          <p:nvPr/>
        </p:nvSpPr>
        <p:spPr>
          <a:xfrm xmlns:a="http://schemas.openxmlformats.org/drawingml/2006/main">
            <a:off x="62865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Many per booking</a:t>
            </a:r>
          </a:p>
        </p:txBody>
      </p:sp>
      <p:sp>
        <p:nvSpPr>
          <p:cNvPr id="31" name="">
            <a:extLst xmlns:a="http://schemas.openxmlformats.org/drawingml/2006/main">
              <a:ext uri="{FF2B5EF4-FFF2-40B4-BE49-F238E27FC236}">
                <a16:creationId xmlns:a16="http://schemas.microsoft.com/office/drawing/2014/main" id="{7B0B618D-1D76-4DE6-A161-CEF9123D4A57}"/>
              </a:ext>
            </a:extLst>
          </p:cNvPr>
          <p:cNvSpPr>
            <a:spLocks xmlns:a="http://schemas.openxmlformats.org/drawingml/2006/main" noGrp="1"/>
          </p:cNvSpPr>
          <p:nvPr/>
        </p:nvSpPr>
        <p:spPr>
          <a:xfrm xmlns:a="http://schemas.openxmlformats.org/drawingml/2006/main">
            <a:off x="10382250" y="4791075"/>
            <a:ext cx="0" cy="304800"/>
          </a:xfrm>
          <a:prstGeom xmlns:a="http://schemas.openxmlformats.org/drawingml/2006/main" prst="line">
            <a:avLst/>
          </a:prstGeom>
          <a:ln xmlns:a="http://schemas.openxmlformats.org/drawingml/2006/main" w="19050">
            <a:solidFill>
              <a:srgbClr val="1557FF"/>
            </a:solidFill>
          </a:ln>
        </p:spPr>
      </p:sp>
      <p:sp>
        <p:nvSpPr>
          <p:cNvPr id="32" name="">
            <a:extLst xmlns:a="http://schemas.openxmlformats.org/drawingml/2006/main">
              <a:ext uri="{FF2B5EF4-FFF2-40B4-BE49-F238E27FC236}">
                <a16:creationId xmlns:a16="http://schemas.microsoft.com/office/drawing/2014/main" id="{950FE8B5-E5FA-4915-90B3-F69BCF8EFE0C}"/>
              </a:ext>
            </a:extLst>
          </p:cNvPr>
          <p:cNvSpPr>
            <a:spLocks xmlns:a="http://schemas.openxmlformats.org/drawingml/2006/main" noGrp="1"/>
          </p:cNvSpPr>
          <p:nvPr/>
        </p:nvSpPr>
        <p:spPr>
          <a:xfrm xmlns:a="http://schemas.openxmlformats.org/drawingml/2006/main">
            <a:off x="9144000" y="5095875"/>
            <a:ext cx="247650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Dispute</a:t>
            </a:r>
          </a:p>
          <a:p xmlns:a="http://schemas.openxmlformats.org/drawingml/2006/main">
            <a:pPr algn="ctr">
              <a:defRPr sz="1650" b="1">
                <a:solidFill>
                  <a:srgbClr val="15191D"/>
                </a:solidFill>
              </a:defRPr>
            </a:pPr>
            <a:r>
              <a:rPr sz="1650" b="1">
                <a:solidFill>
                  <a:srgbClr val="15191D"/>
                </a:solidFill>
              </a:rPr>
              <a:t>booking, status</a:t>
            </a:r>
          </a:p>
        </p:txBody>
      </p:sp>
      <p:sp>
        <p:nvSpPr>
          <p:cNvPr id="33" name="">
            <a:extLst xmlns:a="http://schemas.openxmlformats.org/drawingml/2006/main">
              <a:ext uri="{FF2B5EF4-FFF2-40B4-BE49-F238E27FC236}">
                <a16:creationId xmlns:a16="http://schemas.microsoft.com/office/drawing/2014/main" id="{5CA9900B-20AF-4E1D-A7C3-EBFF6101DFEF}"/>
              </a:ext>
            </a:extLst>
          </p:cNvPr>
          <p:cNvSpPr>
            <a:spLocks xmlns:a="http://schemas.openxmlformats.org/drawingml/2006/main" noGrp="1"/>
          </p:cNvSpPr>
          <p:nvPr/>
        </p:nvSpPr>
        <p:spPr>
          <a:xfrm xmlns:a="http://schemas.openxmlformats.org/drawingml/2006/main">
            <a:off x="9144000" y="5981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565E"/>
                </a:solidFill>
              </a:defRPr>
            </a:defPPr>
          </a:lstStyle>
          <a:p xmlns:a="http://schemas.openxmlformats.org/drawingml/2006/main">
            <a:pPr>
              <a:defRPr sz="1500" b="0">
                <a:solidFill>
                  <a:srgbClr val="53565E"/>
                </a:solidFill>
              </a:defRPr>
            </a:pPr>
            <a:r>
              <a:rPr sz="1500" b="0">
                <a:solidFill>
                  <a:srgbClr val="53565E"/>
                </a:solidFill>
              </a:rPr>
              <a:t>0..1 per booking</a:t>
            </a:r>
          </a:p>
        </p:txBody>
      </p:sp>
    </p:spTree>
    <p:extLst>
      <p:ext uri="{BB962C8B-B14F-4D97-AF65-F5344CB8AC3E}">
        <p14:creationId xmlns:p14="http://schemas.microsoft.com/office/powerpoint/2010/main" val="12084183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a:extLst xmlns:a="http://schemas.openxmlformats.org/drawingml/2006/main">
              <a:ext uri="{FF2B5EF4-FFF2-40B4-BE49-F238E27FC236}">
                <a16:creationId xmlns:a16="http://schemas.microsoft.com/office/drawing/2014/main" id="{DF622F9F-BA0D-4936-A769-D4EE981A21F7}"/>
              </a:ext>
            </a:extLst>
          </p:cNvPr>
          <p:cNvPicPr>
            <a:picLocks xmlns:a="http://schemas.openxmlformats.org/drawingml/2006/main" noChangeAspect="1"/>
          </p:cNvPicPr>
          <p:nvPr/>
        </p:nvPicPr>
        <p:blipFill>
          <a:blip xmlns:r="http://schemas.openxmlformats.org/officeDocument/2006/relationships" xmlns:a="http://schemas.openxmlformats.org/drawingml/2006/main" r:embed="R1f7d874c768e4bdd"/>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FA3665-C493-473D-999D-48BB2BA010D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63E276D4-CA7F-4624-8483-AAF95D9B84E8}"/>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Modules &amp; Role-Based Workspaces</a:t>
            </a:r>
          </a:p>
        </p:txBody>
      </p:sp>
      <p:sp>
        <p:nvSpPr>
          <p:cNvPr id="4" name="">
            <a:extLst xmlns:a="http://schemas.openxmlformats.org/drawingml/2006/main">
              <a:ext uri="{FF2B5EF4-FFF2-40B4-BE49-F238E27FC236}">
                <a16:creationId xmlns:a16="http://schemas.microsoft.com/office/drawing/2014/main" id="{7668AFD7-E416-4AB2-8B95-F958046667CF}"/>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1503C7BF-0145-4C45-8C6C-BA282234EF00}"/>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08ADF6B1-EB46-4CC2-A128-A394FE510B8D}"/>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08</a:t>
            </a:r>
          </a:p>
        </p:txBody>
      </p:sp>
      <p:sp>
        <p:nvSpPr>
          <p:cNvPr id="7" name="">
            <a:extLst xmlns:a="http://schemas.openxmlformats.org/drawingml/2006/main">
              <a:ext uri="{FF2B5EF4-FFF2-40B4-BE49-F238E27FC236}">
                <a16:creationId xmlns:a16="http://schemas.microsoft.com/office/drawing/2014/main" id="{2BCC407B-5A81-4E48-A986-01760952197E}"/>
              </a:ext>
            </a:extLst>
          </p:cNvPr>
          <p:cNvSpPr>
            <a:spLocks xmlns:a="http://schemas.openxmlformats.org/drawingml/2006/main" noGrp="1"/>
          </p:cNvSpPr>
          <p:nvPr/>
        </p:nvSpPr>
        <p:spPr>
          <a:xfrm xmlns:a="http://schemas.openxmlformats.org/drawingml/2006/main">
            <a:off x="571500" y="14763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UI based on the project modules</a:t>
            </a:r>
          </a:p>
        </p:txBody>
      </p:sp>
      <p:sp>
        <p:nvSpPr>
          <p:cNvPr id="8" name="">
            <a:extLst xmlns:a="http://schemas.openxmlformats.org/drawingml/2006/main">
              <a:ext uri="{FF2B5EF4-FFF2-40B4-BE49-F238E27FC236}">
                <a16:creationId xmlns:a16="http://schemas.microsoft.com/office/drawing/2014/main" id="{420FE369-05F8-4455-B609-2DDBD4839584}"/>
              </a:ext>
            </a:extLst>
          </p:cNvPr>
          <p:cNvSpPr>
            <a:spLocks xmlns:a="http://schemas.openxmlformats.org/drawingml/2006/main" noGrp="1"/>
          </p:cNvSpPr>
          <p:nvPr/>
        </p:nvSpPr>
        <p:spPr>
          <a:xfrm xmlns:a="http://schemas.openxmlformats.org/drawingml/2006/main">
            <a:off x="57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992BBD00-9CA3-4B10-8501-DC6DF36EC877}"/>
              </a:ext>
            </a:extLst>
          </p:cNvPr>
          <p:cNvSpPr>
            <a:spLocks xmlns:a="http://schemas.openxmlformats.org/drawingml/2006/main" noGrp="1"/>
          </p:cNvSpPr>
          <p:nvPr/>
        </p:nvSpPr>
        <p:spPr>
          <a:xfrm xmlns:a="http://schemas.openxmlformats.org/drawingml/2006/main">
            <a:off x="57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AB218210-E853-4B10-9118-3851797E87BB}"/>
              </a:ext>
            </a:extLst>
          </p:cNvPr>
          <p:cNvSpPr>
            <a:spLocks xmlns:a="http://schemas.openxmlformats.org/drawingml/2006/main" noGrp="1"/>
          </p:cNvSpPr>
          <p:nvPr/>
        </p:nvSpPr>
        <p:spPr>
          <a:xfrm xmlns:a="http://schemas.openxmlformats.org/drawingml/2006/main">
            <a:off x="72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1" name="">
            <a:extLst xmlns:a="http://schemas.openxmlformats.org/drawingml/2006/main">
              <a:ext uri="{FF2B5EF4-FFF2-40B4-BE49-F238E27FC236}">
                <a16:creationId xmlns:a16="http://schemas.microsoft.com/office/drawing/2014/main" id="{0D3A073B-F0D4-4C85-8410-09E34580EC4F}"/>
              </a:ext>
            </a:extLst>
          </p:cNvPr>
          <p:cNvSpPr>
            <a:spLocks xmlns:a="http://schemas.openxmlformats.org/drawingml/2006/main" noGrp="1"/>
          </p:cNvSpPr>
          <p:nvPr/>
        </p:nvSpPr>
        <p:spPr>
          <a:xfrm xmlns:a="http://schemas.openxmlformats.org/drawingml/2006/main">
            <a:off x="74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Customer Workspace</a:t>
            </a:r>
          </a:p>
        </p:txBody>
      </p:sp>
      <p:pic>
        <p:nvPicPr>
          <p:cNvPr id="12" name="">
            <a:extLst xmlns:a="http://schemas.openxmlformats.org/drawingml/2006/main">
              <a:ext uri="{FF2B5EF4-FFF2-40B4-BE49-F238E27FC236}">
                <a16:creationId xmlns:a16="http://schemas.microsoft.com/office/drawing/2014/main" id="{03C68B57-B47C-41A4-87BE-DD1A97620ECD}"/>
              </a:ext>
            </a:extLst>
          </p:cNvPr>
          <p:cNvPicPr>
            <a:picLocks xmlns:a="http://schemas.openxmlformats.org/drawingml/2006/main" noChangeAspect="1"/>
          </p:cNvPicPr>
          <p:nvPr/>
        </p:nvPicPr>
        <p:blipFill>
          <a:blip xmlns:r="http://schemas.openxmlformats.org/officeDocument/2006/relationships" xmlns:a="http://schemas.openxmlformats.org/drawingml/2006/main" r:embed="Rba015423c6f84e60">
            <a:extLst>
              <a:ext uri="{96DAC541-7B7A-43D3-8B79-37D633B846F1}">
                <asvg:svgBlip xmlns:asvg="http://schemas.microsoft.com/office/drawing/2016/SVG/main" r:embed="R48346e2a540e4145"/>
              </a:ext>
            </a:extLst>
          </a:blip>
          <a:stretch xmlns:a="http://schemas.openxmlformats.org/drawingml/2006/main"/>
        </p:blipFill>
        <p:spPr>
          <a:xfrm xmlns:a="http://schemas.openxmlformats.org/drawingml/2006/main">
            <a:off x="3524250" y="1971675"/>
            <a:ext cx="247650" cy="2476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99EDCF97-4E02-4D91-9D87-F7F22E5E340C}"/>
              </a:ext>
            </a:extLst>
          </p:cNvPr>
          <p:cNvSpPr>
            <a:spLocks xmlns:a="http://schemas.openxmlformats.org/drawingml/2006/main" noGrp="1"/>
          </p:cNvSpPr>
          <p:nvPr/>
        </p:nvSpPr>
        <p:spPr>
          <a:xfrm xmlns:a="http://schemas.openxmlformats.org/drawingml/2006/main">
            <a:off x="74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Find and manage local services</a:t>
            </a:r>
          </a:p>
        </p:txBody>
      </p:sp>
      <p:sp>
        <p:nvSpPr>
          <p:cNvPr id="14" name="">
            <a:extLst xmlns:a="http://schemas.openxmlformats.org/drawingml/2006/main">
              <a:ext uri="{FF2B5EF4-FFF2-40B4-BE49-F238E27FC236}">
                <a16:creationId xmlns:a16="http://schemas.microsoft.com/office/drawing/2014/main" id="{43A3045A-A8EA-46B9-BD7C-5F7D9D0D9030}"/>
              </a:ext>
            </a:extLst>
          </p:cNvPr>
          <p:cNvSpPr>
            <a:spLocks xmlns:a="http://schemas.openxmlformats.org/drawingml/2006/main" noGrp="1"/>
          </p:cNvSpPr>
          <p:nvPr/>
        </p:nvSpPr>
        <p:spPr>
          <a:xfrm xmlns:a="http://schemas.openxmlformats.org/drawingml/2006/main">
            <a:off x="74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5" name="">
            <a:extLst xmlns:a="http://schemas.openxmlformats.org/drawingml/2006/main">
              <a:ext uri="{FF2B5EF4-FFF2-40B4-BE49-F238E27FC236}">
                <a16:creationId xmlns:a16="http://schemas.microsoft.com/office/drawing/2014/main" id="{F0AB7389-C229-428C-AA08-EF2BB22ACB82}"/>
              </a:ext>
            </a:extLst>
          </p:cNvPr>
          <p:cNvSpPr>
            <a:spLocks xmlns:a="http://schemas.openxmlformats.org/drawingml/2006/main" noGrp="1"/>
          </p:cNvSpPr>
          <p:nvPr/>
        </p:nvSpPr>
        <p:spPr>
          <a:xfrm xmlns:a="http://schemas.openxmlformats.org/drawingml/2006/main">
            <a:off x="85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Exact-pincode search</a:t>
            </a:r>
          </a:p>
        </p:txBody>
      </p:sp>
      <p:sp>
        <p:nvSpPr>
          <p:cNvPr id="16" name="">
            <a:extLst xmlns:a="http://schemas.openxmlformats.org/drawingml/2006/main">
              <a:ext uri="{FF2B5EF4-FFF2-40B4-BE49-F238E27FC236}">
                <a16:creationId xmlns:a16="http://schemas.microsoft.com/office/drawing/2014/main" id="{9114714D-FC2E-4D55-B888-C44C197EA4D8}"/>
              </a:ext>
            </a:extLst>
          </p:cNvPr>
          <p:cNvSpPr>
            <a:spLocks xmlns:a="http://schemas.openxmlformats.org/drawingml/2006/main" noGrp="1"/>
          </p:cNvSpPr>
          <p:nvPr/>
        </p:nvSpPr>
        <p:spPr>
          <a:xfrm xmlns:a="http://schemas.openxmlformats.org/drawingml/2006/main">
            <a:off x="74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7" name="">
            <a:extLst xmlns:a="http://schemas.openxmlformats.org/drawingml/2006/main">
              <a:ext uri="{FF2B5EF4-FFF2-40B4-BE49-F238E27FC236}">
                <a16:creationId xmlns:a16="http://schemas.microsoft.com/office/drawing/2014/main" id="{F5E56175-BE35-44AA-983A-A651124C5769}"/>
              </a:ext>
            </a:extLst>
          </p:cNvPr>
          <p:cNvSpPr>
            <a:spLocks xmlns:a="http://schemas.openxmlformats.org/drawingml/2006/main" noGrp="1"/>
          </p:cNvSpPr>
          <p:nvPr/>
        </p:nvSpPr>
        <p:spPr>
          <a:xfrm xmlns:a="http://schemas.openxmlformats.org/drawingml/2006/main">
            <a:off x="85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Service detail and time selection</a:t>
            </a:r>
          </a:p>
        </p:txBody>
      </p:sp>
      <p:sp>
        <p:nvSpPr>
          <p:cNvPr id="18" name="">
            <a:extLst xmlns:a="http://schemas.openxmlformats.org/drawingml/2006/main">
              <a:ext uri="{FF2B5EF4-FFF2-40B4-BE49-F238E27FC236}">
                <a16:creationId xmlns:a16="http://schemas.microsoft.com/office/drawing/2014/main" id="{36381FCC-E6DE-4B5F-B552-74040C336318}"/>
              </a:ext>
            </a:extLst>
          </p:cNvPr>
          <p:cNvSpPr>
            <a:spLocks xmlns:a="http://schemas.openxmlformats.org/drawingml/2006/main" noGrp="1"/>
          </p:cNvSpPr>
          <p:nvPr/>
        </p:nvSpPr>
        <p:spPr>
          <a:xfrm xmlns:a="http://schemas.openxmlformats.org/drawingml/2006/main">
            <a:off x="74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9" name="">
            <a:extLst xmlns:a="http://schemas.openxmlformats.org/drawingml/2006/main">
              <a:ext uri="{FF2B5EF4-FFF2-40B4-BE49-F238E27FC236}">
                <a16:creationId xmlns:a16="http://schemas.microsoft.com/office/drawing/2014/main" id="{7010E592-1ABC-4034-B6AB-F57BE841F0FD}"/>
              </a:ext>
            </a:extLst>
          </p:cNvPr>
          <p:cNvSpPr>
            <a:spLocks xmlns:a="http://schemas.openxmlformats.org/drawingml/2006/main" noGrp="1"/>
          </p:cNvSpPr>
          <p:nvPr/>
        </p:nvSpPr>
        <p:spPr>
          <a:xfrm xmlns:a="http://schemas.openxmlformats.org/drawingml/2006/main">
            <a:off x="85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Bookings and checkout</a:t>
            </a:r>
          </a:p>
        </p:txBody>
      </p:sp>
      <p:sp>
        <p:nvSpPr>
          <p:cNvPr id="20" name="">
            <a:extLst xmlns:a="http://schemas.openxmlformats.org/drawingml/2006/main">
              <a:ext uri="{FF2B5EF4-FFF2-40B4-BE49-F238E27FC236}">
                <a16:creationId xmlns:a16="http://schemas.microsoft.com/office/drawing/2014/main" id="{17A5F164-C5E1-462F-99C2-F6A5F3F2C2A5}"/>
              </a:ext>
            </a:extLst>
          </p:cNvPr>
          <p:cNvSpPr>
            <a:spLocks xmlns:a="http://schemas.openxmlformats.org/drawingml/2006/main" noGrp="1"/>
          </p:cNvSpPr>
          <p:nvPr/>
        </p:nvSpPr>
        <p:spPr>
          <a:xfrm xmlns:a="http://schemas.openxmlformats.org/drawingml/2006/main">
            <a:off x="74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76CFC85E-8E28-4F56-8287-B8D630F8BA65}"/>
              </a:ext>
            </a:extLst>
          </p:cNvPr>
          <p:cNvSpPr>
            <a:spLocks xmlns:a="http://schemas.openxmlformats.org/drawingml/2006/main" noGrp="1"/>
          </p:cNvSpPr>
          <p:nvPr/>
        </p:nvSpPr>
        <p:spPr>
          <a:xfrm xmlns:a="http://schemas.openxmlformats.org/drawingml/2006/main">
            <a:off x="85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Messages, reviews and disputes</a:t>
            </a:r>
          </a:p>
        </p:txBody>
      </p:sp>
      <p:sp>
        <p:nvSpPr>
          <p:cNvPr id="22" name="">
            <a:extLst xmlns:a="http://schemas.openxmlformats.org/drawingml/2006/main">
              <a:ext uri="{FF2B5EF4-FFF2-40B4-BE49-F238E27FC236}">
                <a16:creationId xmlns:a16="http://schemas.microsoft.com/office/drawing/2014/main" id="{EE9B6C24-7A31-447E-AC09-B6597FCA67FB}"/>
              </a:ext>
            </a:extLst>
          </p:cNvPr>
          <p:cNvSpPr>
            <a:spLocks xmlns:a="http://schemas.openxmlformats.org/drawingml/2006/main" noGrp="1"/>
          </p:cNvSpPr>
          <p:nvPr/>
        </p:nvSpPr>
        <p:spPr>
          <a:xfrm xmlns:a="http://schemas.openxmlformats.org/drawingml/2006/main">
            <a:off x="74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3" name="">
            <a:extLst xmlns:a="http://schemas.openxmlformats.org/drawingml/2006/main">
              <a:ext uri="{FF2B5EF4-FFF2-40B4-BE49-F238E27FC236}">
                <a16:creationId xmlns:a16="http://schemas.microsoft.com/office/drawing/2014/main" id="{05AFAFAC-E287-46B7-8C47-794F7E7DB359}"/>
              </a:ext>
            </a:extLst>
          </p:cNvPr>
          <p:cNvSpPr>
            <a:spLocks xmlns:a="http://schemas.openxmlformats.org/drawingml/2006/main" noGrp="1"/>
          </p:cNvSpPr>
          <p:nvPr/>
        </p:nvSpPr>
        <p:spPr>
          <a:xfrm xmlns:a="http://schemas.openxmlformats.org/drawingml/2006/main">
            <a:off x="81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Find services</a:t>
            </a:r>
          </a:p>
        </p:txBody>
      </p:sp>
      <p:sp>
        <p:nvSpPr>
          <p:cNvPr id="24" name="">
            <a:extLst xmlns:a="http://schemas.openxmlformats.org/drawingml/2006/main">
              <a:ext uri="{FF2B5EF4-FFF2-40B4-BE49-F238E27FC236}">
                <a16:creationId xmlns:a16="http://schemas.microsoft.com/office/drawing/2014/main" id="{9F2D9B9F-1360-4288-93DC-183FADBE6E70}"/>
              </a:ext>
            </a:extLst>
          </p:cNvPr>
          <p:cNvSpPr>
            <a:spLocks xmlns:a="http://schemas.openxmlformats.org/drawingml/2006/main" noGrp="1"/>
          </p:cNvSpPr>
          <p:nvPr/>
        </p:nvSpPr>
        <p:spPr>
          <a:xfrm xmlns:a="http://schemas.openxmlformats.org/drawingml/2006/main">
            <a:off x="438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5" name="">
            <a:extLst xmlns:a="http://schemas.openxmlformats.org/drawingml/2006/main">
              <a:ext uri="{FF2B5EF4-FFF2-40B4-BE49-F238E27FC236}">
                <a16:creationId xmlns:a16="http://schemas.microsoft.com/office/drawing/2014/main" id="{D82AD974-85A8-4037-BEF4-BD20219D768E}"/>
              </a:ext>
            </a:extLst>
          </p:cNvPr>
          <p:cNvSpPr>
            <a:spLocks xmlns:a="http://schemas.openxmlformats.org/drawingml/2006/main" noGrp="1"/>
          </p:cNvSpPr>
          <p:nvPr/>
        </p:nvSpPr>
        <p:spPr>
          <a:xfrm xmlns:a="http://schemas.openxmlformats.org/drawingml/2006/main">
            <a:off x="438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3C991EE2-75B6-4CAB-A60C-3C254DE3145B}"/>
              </a:ext>
            </a:extLst>
          </p:cNvPr>
          <p:cNvSpPr>
            <a:spLocks xmlns:a="http://schemas.openxmlformats.org/drawingml/2006/main" noGrp="1"/>
          </p:cNvSpPr>
          <p:nvPr/>
        </p:nvSpPr>
        <p:spPr>
          <a:xfrm xmlns:a="http://schemas.openxmlformats.org/drawingml/2006/main">
            <a:off x="453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27" name="">
            <a:extLst xmlns:a="http://schemas.openxmlformats.org/drawingml/2006/main">
              <a:ext uri="{FF2B5EF4-FFF2-40B4-BE49-F238E27FC236}">
                <a16:creationId xmlns:a16="http://schemas.microsoft.com/office/drawing/2014/main" id="{48BB5BF2-2B47-4270-B5D9-D0015762AA07}"/>
              </a:ext>
            </a:extLst>
          </p:cNvPr>
          <p:cNvSpPr>
            <a:spLocks xmlns:a="http://schemas.openxmlformats.org/drawingml/2006/main" noGrp="1"/>
          </p:cNvSpPr>
          <p:nvPr/>
        </p:nvSpPr>
        <p:spPr>
          <a:xfrm xmlns:a="http://schemas.openxmlformats.org/drawingml/2006/main">
            <a:off x="455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Provider Workspace</a:t>
            </a:r>
          </a:p>
        </p:txBody>
      </p:sp>
      <p:pic>
        <p:nvPicPr>
          <p:cNvPr id="28" name="">
            <a:extLst xmlns:a="http://schemas.openxmlformats.org/drawingml/2006/main">
              <a:ext uri="{FF2B5EF4-FFF2-40B4-BE49-F238E27FC236}">
                <a16:creationId xmlns:a16="http://schemas.microsoft.com/office/drawing/2014/main" id="{292F7F1E-FA55-48BF-8B3B-89D771FE00D8}"/>
              </a:ext>
            </a:extLst>
          </p:cNvPr>
          <p:cNvPicPr>
            <a:picLocks xmlns:a="http://schemas.openxmlformats.org/drawingml/2006/main" noChangeAspect="1"/>
          </p:cNvPicPr>
          <p:nvPr/>
        </p:nvPicPr>
        <p:blipFill>
          <a:blip xmlns:r="http://schemas.openxmlformats.org/officeDocument/2006/relationships" xmlns:a="http://schemas.openxmlformats.org/drawingml/2006/main" r:embed="Rd44a6b5bdecb477f">
            <a:extLst>
              <a:ext uri="{96DAC541-7B7A-43D3-8B79-37D633B846F1}">
                <asvg:svgBlip xmlns:asvg="http://schemas.microsoft.com/office/drawing/2016/SVG/main" r:embed="R0d0b2252ad6f46a1"/>
              </a:ext>
            </a:extLst>
          </a:blip>
          <a:stretch xmlns:a="http://schemas.openxmlformats.org/drawingml/2006/main"/>
        </p:blipFill>
        <p:spPr>
          <a:xfrm xmlns:a="http://schemas.openxmlformats.org/drawingml/2006/main">
            <a:off x="7334250" y="1971675"/>
            <a:ext cx="247650" cy="2476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72DE4B44-D612-4A75-A4E4-69AE034548FD}"/>
              </a:ext>
            </a:extLst>
          </p:cNvPr>
          <p:cNvSpPr>
            <a:spLocks xmlns:a="http://schemas.openxmlformats.org/drawingml/2006/main" noGrp="1"/>
          </p:cNvSpPr>
          <p:nvPr/>
        </p:nvSpPr>
        <p:spPr>
          <a:xfrm xmlns:a="http://schemas.openxmlformats.org/drawingml/2006/main">
            <a:off x="455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Manage service delivery</a:t>
            </a:r>
          </a:p>
        </p:txBody>
      </p:sp>
      <p:sp>
        <p:nvSpPr>
          <p:cNvPr id="30" name="">
            <a:extLst xmlns:a="http://schemas.openxmlformats.org/drawingml/2006/main">
              <a:ext uri="{FF2B5EF4-FFF2-40B4-BE49-F238E27FC236}">
                <a16:creationId xmlns:a16="http://schemas.microsoft.com/office/drawing/2014/main" id="{10E511B5-B31D-405C-8106-3AFC81F152AE}"/>
              </a:ext>
            </a:extLst>
          </p:cNvPr>
          <p:cNvSpPr>
            <a:spLocks xmlns:a="http://schemas.openxmlformats.org/drawingml/2006/main" noGrp="1"/>
          </p:cNvSpPr>
          <p:nvPr/>
        </p:nvSpPr>
        <p:spPr>
          <a:xfrm xmlns:a="http://schemas.openxmlformats.org/drawingml/2006/main">
            <a:off x="455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1" name="">
            <a:extLst xmlns:a="http://schemas.openxmlformats.org/drawingml/2006/main">
              <a:ext uri="{FF2B5EF4-FFF2-40B4-BE49-F238E27FC236}">
                <a16:creationId xmlns:a16="http://schemas.microsoft.com/office/drawing/2014/main" id="{4287E595-453D-456A-95ED-5DEB6EF03BE3}"/>
              </a:ext>
            </a:extLst>
          </p:cNvPr>
          <p:cNvSpPr>
            <a:spLocks xmlns:a="http://schemas.openxmlformats.org/drawingml/2006/main" noGrp="1"/>
          </p:cNvSpPr>
          <p:nvPr/>
        </p:nvSpPr>
        <p:spPr>
          <a:xfrm xmlns:a="http://schemas.openxmlformats.org/drawingml/2006/main">
            <a:off x="466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Profile and service areas</a:t>
            </a:r>
          </a:p>
        </p:txBody>
      </p:sp>
      <p:sp>
        <p:nvSpPr>
          <p:cNvPr id="32" name="">
            <a:extLst xmlns:a="http://schemas.openxmlformats.org/drawingml/2006/main">
              <a:ext uri="{FF2B5EF4-FFF2-40B4-BE49-F238E27FC236}">
                <a16:creationId xmlns:a16="http://schemas.microsoft.com/office/drawing/2014/main" id="{1449EE8B-B215-4350-A7F5-7E8BDDD8A4B1}"/>
              </a:ext>
            </a:extLst>
          </p:cNvPr>
          <p:cNvSpPr>
            <a:spLocks xmlns:a="http://schemas.openxmlformats.org/drawingml/2006/main" noGrp="1"/>
          </p:cNvSpPr>
          <p:nvPr/>
        </p:nvSpPr>
        <p:spPr>
          <a:xfrm xmlns:a="http://schemas.openxmlformats.org/drawingml/2006/main">
            <a:off x="455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3" name="">
            <a:extLst xmlns:a="http://schemas.openxmlformats.org/drawingml/2006/main">
              <a:ext uri="{FF2B5EF4-FFF2-40B4-BE49-F238E27FC236}">
                <a16:creationId xmlns:a16="http://schemas.microsoft.com/office/drawing/2014/main" id="{72E9E243-C6DA-48A1-8754-947507572EA4}"/>
              </a:ext>
            </a:extLst>
          </p:cNvPr>
          <p:cNvSpPr>
            <a:spLocks xmlns:a="http://schemas.openxmlformats.org/drawingml/2006/main" noGrp="1"/>
          </p:cNvSpPr>
          <p:nvPr/>
        </p:nvSpPr>
        <p:spPr>
          <a:xfrm xmlns:a="http://schemas.openxmlformats.org/drawingml/2006/main">
            <a:off x="466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Listings and availability</a:t>
            </a:r>
          </a:p>
        </p:txBody>
      </p:sp>
      <p:sp>
        <p:nvSpPr>
          <p:cNvPr id="34" name="">
            <a:extLst xmlns:a="http://schemas.openxmlformats.org/drawingml/2006/main">
              <a:ext uri="{FF2B5EF4-FFF2-40B4-BE49-F238E27FC236}">
                <a16:creationId xmlns:a16="http://schemas.microsoft.com/office/drawing/2014/main" id="{36870C44-F6FE-4D12-A394-88BA8CA9F4E7}"/>
              </a:ext>
            </a:extLst>
          </p:cNvPr>
          <p:cNvSpPr>
            <a:spLocks xmlns:a="http://schemas.openxmlformats.org/drawingml/2006/main" noGrp="1"/>
          </p:cNvSpPr>
          <p:nvPr/>
        </p:nvSpPr>
        <p:spPr>
          <a:xfrm xmlns:a="http://schemas.openxmlformats.org/drawingml/2006/main">
            <a:off x="455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5" name="">
            <a:extLst xmlns:a="http://schemas.openxmlformats.org/drawingml/2006/main">
              <a:ext uri="{FF2B5EF4-FFF2-40B4-BE49-F238E27FC236}">
                <a16:creationId xmlns:a16="http://schemas.microsoft.com/office/drawing/2014/main" id="{5E25B2E5-8D0C-4557-B4EB-BF95800BC7E3}"/>
              </a:ext>
            </a:extLst>
          </p:cNvPr>
          <p:cNvSpPr>
            <a:spLocks xmlns:a="http://schemas.openxmlformats.org/drawingml/2006/main" noGrp="1"/>
          </p:cNvSpPr>
          <p:nvPr/>
        </p:nvSpPr>
        <p:spPr>
          <a:xfrm xmlns:a="http://schemas.openxmlformats.org/drawingml/2006/main">
            <a:off x="466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Accept or reject requests</a:t>
            </a:r>
          </a:p>
        </p:txBody>
      </p:sp>
      <p:sp>
        <p:nvSpPr>
          <p:cNvPr id="36" name="">
            <a:extLst xmlns:a="http://schemas.openxmlformats.org/drawingml/2006/main">
              <a:ext uri="{FF2B5EF4-FFF2-40B4-BE49-F238E27FC236}">
                <a16:creationId xmlns:a16="http://schemas.microsoft.com/office/drawing/2014/main" id="{136171EE-1BB3-4026-8C5B-624CBD97B8BD}"/>
              </a:ext>
            </a:extLst>
          </p:cNvPr>
          <p:cNvSpPr>
            <a:spLocks xmlns:a="http://schemas.openxmlformats.org/drawingml/2006/main" noGrp="1"/>
          </p:cNvSpPr>
          <p:nvPr/>
        </p:nvSpPr>
        <p:spPr>
          <a:xfrm xmlns:a="http://schemas.openxmlformats.org/drawingml/2006/main">
            <a:off x="455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7" name="">
            <a:extLst xmlns:a="http://schemas.openxmlformats.org/drawingml/2006/main">
              <a:ext uri="{FF2B5EF4-FFF2-40B4-BE49-F238E27FC236}">
                <a16:creationId xmlns:a16="http://schemas.microsoft.com/office/drawing/2014/main" id="{96DD588E-18D6-427D-AA8A-4AF0AA5C2062}"/>
              </a:ext>
            </a:extLst>
          </p:cNvPr>
          <p:cNvSpPr>
            <a:spLocks xmlns:a="http://schemas.openxmlformats.org/drawingml/2006/main" noGrp="1"/>
          </p:cNvSpPr>
          <p:nvPr/>
        </p:nvSpPr>
        <p:spPr>
          <a:xfrm xmlns:a="http://schemas.openxmlformats.org/drawingml/2006/main">
            <a:off x="466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Booking chat and completion</a:t>
            </a:r>
          </a:p>
        </p:txBody>
      </p:sp>
      <p:sp>
        <p:nvSpPr>
          <p:cNvPr id="38" name="">
            <a:extLst xmlns:a="http://schemas.openxmlformats.org/drawingml/2006/main">
              <a:ext uri="{FF2B5EF4-FFF2-40B4-BE49-F238E27FC236}">
                <a16:creationId xmlns:a16="http://schemas.microsoft.com/office/drawing/2014/main" id="{890E8C4A-2618-493C-95BF-752849FFB890}"/>
              </a:ext>
            </a:extLst>
          </p:cNvPr>
          <p:cNvSpPr>
            <a:spLocks xmlns:a="http://schemas.openxmlformats.org/drawingml/2006/main" noGrp="1"/>
          </p:cNvSpPr>
          <p:nvPr/>
        </p:nvSpPr>
        <p:spPr>
          <a:xfrm xmlns:a="http://schemas.openxmlformats.org/drawingml/2006/main">
            <a:off x="455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9" name="">
            <a:extLst xmlns:a="http://schemas.openxmlformats.org/drawingml/2006/main">
              <a:ext uri="{FF2B5EF4-FFF2-40B4-BE49-F238E27FC236}">
                <a16:creationId xmlns:a16="http://schemas.microsoft.com/office/drawing/2014/main" id="{77A7A47A-83A2-4F7E-8892-6F20044DA8AB}"/>
              </a:ext>
            </a:extLst>
          </p:cNvPr>
          <p:cNvSpPr>
            <a:spLocks xmlns:a="http://schemas.openxmlformats.org/drawingml/2006/main" noGrp="1"/>
          </p:cNvSpPr>
          <p:nvPr/>
        </p:nvSpPr>
        <p:spPr>
          <a:xfrm xmlns:a="http://schemas.openxmlformats.org/drawingml/2006/main">
            <a:off x="462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Manage listings</a:t>
            </a:r>
          </a:p>
        </p:txBody>
      </p:sp>
      <p:sp>
        <p:nvSpPr>
          <p:cNvPr id="40" name="">
            <a:extLst xmlns:a="http://schemas.openxmlformats.org/drawingml/2006/main">
              <a:ext uri="{FF2B5EF4-FFF2-40B4-BE49-F238E27FC236}">
                <a16:creationId xmlns:a16="http://schemas.microsoft.com/office/drawing/2014/main" id="{81F60392-BC66-42BD-A0F5-782C89BF86F9}"/>
              </a:ext>
            </a:extLst>
          </p:cNvPr>
          <p:cNvSpPr>
            <a:spLocks xmlns:a="http://schemas.openxmlformats.org/drawingml/2006/main" noGrp="1"/>
          </p:cNvSpPr>
          <p:nvPr/>
        </p:nvSpPr>
        <p:spPr>
          <a:xfrm xmlns:a="http://schemas.openxmlformats.org/drawingml/2006/main">
            <a:off x="8191500" y="1885950"/>
            <a:ext cx="34290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1" name="">
            <a:extLst xmlns:a="http://schemas.openxmlformats.org/drawingml/2006/main">
              <a:ext uri="{FF2B5EF4-FFF2-40B4-BE49-F238E27FC236}">
                <a16:creationId xmlns:a16="http://schemas.microsoft.com/office/drawing/2014/main" id="{2D536302-4E27-40BE-BB7C-9C7743C68285}"/>
              </a:ext>
            </a:extLst>
          </p:cNvPr>
          <p:cNvSpPr>
            <a:spLocks xmlns:a="http://schemas.openxmlformats.org/drawingml/2006/main" noGrp="1"/>
          </p:cNvSpPr>
          <p:nvPr/>
        </p:nvSpPr>
        <p:spPr>
          <a:xfrm xmlns:a="http://schemas.openxmlformats.org/drawingml/2006/main">
            <a:off x="8191500" y="1885950"/>
            <a:ext cx="34290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2" name="">
            <a:extLst xmlns:a="http://schemas.openxmlformats.org/drawingml/2006/main">
              <a:ext uri="{FF2B5EF4-FFF2-40B4-BE49-F238E27FC236}">
                <a16:creationId xmlns:a16="http://schemas.microsoft.com/office/drawing/2014/main" id="{A5E0A7DC-BE8B-4C43-9B66-4F2E3E514E24}"/>
              </a:ext>
            </a:extLst>
          </p:cNvPr>
          <p:cNvSpPr>
            <a:spLocks xmlns:a="http://schemas.openxmlformats.org/drawingml/2006/main" noGrp="1"/>
          </p:cNvSpPr>
          <p:nvPr/>
        </p:nvSpPr>
        <p:spPr>
          <a:xfrm xmlns:a="http://schemas.openxmlformats.org/drawingml/2006/main">
            <a:off x="8343900" y="19812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43" name="">
            <a:extLst xmlns:a="http://schemas.openxmlformats.org/drawingml/2006/main">
              <a:ext uri="{FF2B5EF4-FFF2-40B4-BE49-F238E27FC236}">
                <a16:creationId xmlns:a16="http://schemas.microsoft.com/office/drawing/2014/main" id="{330EFFA0-04F5-473D-B918-E3BB02B69F6B}"/>
              </a:ext>
            </a:extLst>
          </p:cNvPr>
          <p:cNvSpPr>
            <a:spLocks xmlns:a="http://schemas.openxmlformats.org/drawingml/2006/main" noGrp="1"/>
          </p:cNvSpPr>
          <p:nvPr/>
        </p:nvSpPr>
        <p:spPr>
          <a:xfrm xmlns:a="http://schemas.openxmlformats.org/drawingml/2006/main">
            <a:off x="8362950" y="2486025"/>
            <a:ext cx="3086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Admin Workspace</a:t>
            </a:r>
          </a:p>
        </p:txBody>
      </p:sp>
      <p:pic>
        <p:nvPicPr>
          <p:cNvPr id="44" name="">
            <a:extLst xmlns:a="http://schemas.openxmlformats.org/drawingml/2006/main">
              <a:ext uri="{FF2B5EF4-FFF2-40B4-BE49-F238E27FC236}">
                <a16:creationId xmlns:a16="http://schemas.microsoft.com/office/drawing/2014/main" id="{AEC3DACB-7F05-428D-AF14-680A6B3B299A}"/>
              </a:ext>
            </a:extLst>
          </p:cNvPr>
          <p:cNvPicPr>
            <a:picLocks xmlns:a="http://schemas.openxmlformats.org/drawingml/2006/main" noChangeAspect="1"/>
          </p:cNvPicPr>
          <p:nvPr/>
        </p:nvPicPr>
        <p:blipFill>
          <a:blip xmlns:r="http://schemas.openxmlformats.org/officeDocument/2006/relationships" xmlns:a="http://schemas.openxmlformats.org/drawingml/2006/main" r:embed="Re3e491892e334c5c">
            <a:extLst>
              <a:ext uri="{96DAC541-7B7A-43D3-8B79-37D633B846F1}">
                <asvg:svgBlip xmlns:asvg="http://schemas.microsoft.com/office/drawing/2016/SVG/main" r:embed="R59798bd802394086"/>
              </a:ext>
            </a:extLst>
          </a:blip>
          <a:stretch xmlns:a="http://schemas.openxmlformats.org/drawingml/2006/main"/>
        </p:blipFill>
        <p:spPr>
          <a:xfrm xmlns:a="http://schemas.openxmlformats.org/drawingml/2006/main">
            <a:off x="11144250" y="1971675"/>
            <a:ext cx="247650" cy="24765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BFB6568E-C245-4A35-B70D-979786DB2DA2}"/>
              </a:ext>
            </a:extLst>
          </p:cNvPr>
          <p:cNvSpPr>
            <a:spLocks xmlns:a="http://schemas.openxmlformats.org/drawingml/2006/main" noGrp="1"/>
          </p:cNvSpPr>
          <p:nvPr/>
        </p:nvSpPr>
        <p:spPr>
          <a:xfrm xmlns:a="http://schemas.openxmlformats.org/drawingml/2006/main">
            <a:off x="8362950" y="2876550"/>
            <a:ext cx="3086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57FF"/>
                </a:solidFill>
              </a:defRPr>
            </a:defPPr>
          </a:lstStyle>
          <a:p xmlns:a="http://schemas.openxmlformats.org/drawingml/2006/main">
            <a:pPr>
              <a:defRPr sz="1725" b="0">
                <a:solidFill>
                  <a:srgbClr val="1557FF"/>
                </a:solidFill>
              </a:defRPr>
            </a:pPr>
            <a:r>
              <a:rPr sz="1725" b="0">
                <a:solidFill>
                  <a:srgbClr val="1557FF"/>
                </a:solidFill>
              </a:rPr>
              <a:t>Oversee marketplace operations</a:t>
            </a:r>
          </a:p>
        </p:txBody>
      </p:sp>
      <p:sp>
        <p:nvSpPr>
          <p:cNvPr id="46" name="">
            <a:extLst xmlns:a="http://schemas.openxmlformats.org/drawingml/2006/main">
              <a:ext uri="{FF2B5EF4-FFF2-40B4-BE49-F238E27FC236}">
                <a16:creationId xmlns:a16="http://schemas.microsoft.com/office/drawing/2014/main" id="{9544852A-073C-48C4-8708-22FD2214F17B}"/>
              </a:ext>
            </a:extLst>
          </p:cNvPr>
          <p:cNvSpPr>
            <a:spLocks xmlns:a="http://schemas.openxmlformats.org/drawingml/2006/main" noGrp="1"/>
          </p:cNvSpPr>
          <p:nvPr/>
        </p:nvSpPr>
        <p:spPr>
          <a:xfrm xmlns:a="http://schemas.openxmlformats.org/drawingml/2006/main">
            <a:off x="8362950" y="36671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7" name="">
            <a:extLst xmlns:a="http://schemas.openxmlformats.org/drawingml/2006/main">
              <a:ext uri="{FF2B5EF4-FFF2-40B4-BE49-F238E27FC236}">
                <a16:creationId xmlns:a16="http://schemas.microsoft.com/office/drawing/2014/main" id="{0753B1BA-8A39-4FD3-828A-2B2613E461DC}"/>
              </a:ext>
            </a:extLst>
          </p:cNvPr>
          <p:cNvSpPr>
            <a:spLocks xmlns:a="http://schemas.openxmlformats.org/drawingml/2006/main" noGrp="1"/>
          </p:cNvSpPr>
          <p:nvPr/>
        </p:nvSpPr>
        <p:spPr>
          <a:xfrm xmlns:a="http://schemas.openxmlformats.org/drawingml/2006/main">
            <a:off x="8477250" y="3752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Provider review and verification status</a:t>
            </a:r>
          </a:p>
        </p:txBody>
      </p:sp>
      <p:sp>
        <p:nvSpPr>
          <p:cNvPr id="48" name="">
            <a:extLst xmlns:a="http://schemas.openxmlformats.org/drawingml/2006/main">
              <a:ext uri="{FF2B5EF4-FFF2-40B4-BE49-F238E27FC236}">
                <a16:creationId xmlns:a16="http://schemas.microsoft.com/office/drawing/2014/main" id="{0C49B68B-C0B4-4EC9-B657-1017B4D1CFBF}"/>
              </a:ext>
            </a:extLst>
          </p:cNvPr>
          <p:cNvSpPr>
            <a:spLocks xmlns:a="http://schemas.openxmlformats.org/drawingml/2006/main" noGrp="1"/>
          </p:cNvSpPr>
          <p:nvPr/>
        </p:nvSpPr>
        <p:spPr>
          <a:xfrm xmlns:a="http://schemas.openxmlformats.org/drawingml/2006/main">
            <a:off x="8362950" y="41814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49" name="">
            <a:extLst xmlns:a="http://schemas.openxmlformats.org/drawingml/2006/main">
              <a:ext uri="{FF2B5EF4-FFF2-40B4-BE49-F238E27FC236}">
                <a16:creationId xmlns:a16="http://schemas.microsoft.com/office/drawing/2014/main" id="{245BF0FC-0931-48E3-95FF-FBFE7494B470}"/>
              </a:ext>
            </a:extLst>
          </p:cNvPr>
          <p:cNvSpPr>
            <a:spLocks xmlns:a="http://schemas.openxmlformats.org/drawingml/2006/main" noGrp="1"/>
          </p:cNvSpPr>
          <p:nvPr/>
        </p:nvSpPr>
        <p:spPr>
          <a:xfrm xmlns:a="http://schemas.openxmlformats.org/drawingml/2006/main">
            <a:off x="8477250" y="4267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Marketplace policy settings</a:t>
            </a:r>
          </a:p>
        </p:txBody>
      </p:sp>
      <p:sp>
        <p:nvSpPr>
          <p:cNvPr id="50" name="">
            <a:extLst xmlns:a="http://schemas.openxmlformats.org/drawingml/2006/main">
              <a:ext uri="{FF2B5EF4-FFF2-40B4-BE49-F238E27FC236}">
                <a16:creationId xmlns:a16="http://schemas.microsoft.com/office/drawing/2014/main" id="{B8EDCE82-38D7-4B73-831E-340FF308CF18}"/>
              </a:ext>
            </a:extLst>
          </p:cNvPr>
          <p:cNvSpPr>
            <a:spLocks xmlns:a="http://schemas.openxmlformats.org/drawingml/2006/main" noGrp="1"/>
          </p:cNvSpPr>
          <p:nvPr/>
        </p:nvSpPr>
        <p:spPr>
          <a:xfrm xmlns:a="http://schemas.openxmlformats.org/drawingml/2006/main">
            <a:off x="8362950" y="469582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1" name="">
            <a:extLst xmlns:a="http://schemas.openxmlformats.org/drawingml/2006/main">
              <a:ext uri="{FF2B5EF4-FFF2-40B4-BE49-F238E27FC236}">
                <a16:creationId xmlns:a16="http://schemas.microsoft.com/office/drawing/2014/main" id="{C3303B31-C546-4303-BB06-7F60EAC7D4EC}"/>
              </a:ext>
            </a:extLst>
          </p:cNvPr>
          <p:cNvSpPr>
            <a:spLocks xmlns:a="http://schemas.openxmlformats.org/drawingml/2006/main" noGrp="1"/>
          </p:cNvSpPr>
          <p:nvPr/>
        </p:nvSpPr>
        <p:spPr>
          <a:xfrm xmlns:a="http://schemas.openxmlformats.org/drawingml/2006/main">
            <a:off x="8477250" y="47815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Linked payout account management</a:t>
            </a:r>
          </a:p>
        </p:txBody>
      </p:sp>
      <p:sp>
        <p:nvSpPr>
          <p:cNvPr id="52" name="">
            <a:extLst xmlns:a="http://schemas.openxmlformats.org/drawingml/2006/main">
              <a:ext uri="{FF2B5EF4-FFF2-40B4-BE49-F238E27FC236}">
                <a16:creationId xmlns:a16="http://schemas.microsoft.com/office/drawing/2014/main" id="{A27540F3-6EC5-4E12-A771-47044CCB4440}"/>
              </a:ext>
            </a:extLst>
          </p:cNvPr>
          <p:cNvSpPr>
            <a:spLocks xmlns:a="http://schemas.openxmlformats.org/drawingml/2006/main" noGrp="1"/>
          </p:cNvSpPr>
          <p:nvPr/>
        </p:nvSpPr>
        <p:spPr>
          <a:xfrm xmlns:a="http://schemas.openxmlformats.org/drawingml/2006/main">
            <a:off x="8362950" y="5210175"/>
            <a:ext cx="3086100" cy="438150"/>
          </a:xfrm>
          <a:prstGeom xmlns:a="http://schemas.openxmlformats.org/drawingml/2006/main" prst="rect">
            <a:avLst/>
          </a:prstGeom>
          <a:solidFill xmlns:a="http://schemas.openxmlformats.org/drawingml/2006/main">
            <a:srgbClr val="F3F5F8"/>
          </a:solidFill>
          <a:ln xmlns:a="http://schemas.openxmlformats.org/drawingml/2006/main" w="9525">
            <a:solidFill>
              <a:srgbClr val="F3F5F8"/>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3" name="">
            <a:extLst xmlns:a="http://schemas.openxmlformats.org/drawingml/2006/main">
              <a:ext uri="{FF2B5EF4-FFF2-40B4-BE49-F238E27FC236}">
                <a16:creationId xmlns:a16="http://schemas.microsoft.com/office/drawing/2014/main" id="{14A4F032-2C44-4593-A3C7-FCB20F838076}"/>
              </a:ext>
            </a:extLst>
          </p:cNvPr>
          <p:cNvSpPr>
            <a:spLocks xmlns:a="http://schemas.openxmlformats.org/drawingml/2006/main" noGrp="1"/>
          </p:cNvSpPr>
          <p:nvPr/>
        </p:nvSpPr>
        <p:spPr>
          <a:xfrm xmlns:a="http://schemas.openxmlformats.org/drawingml/2006/main">
            <a:off x="8477250" y="52959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3565E"/>
                </a:solidFill>
              </a:defRPr>
            </a:defPPr>
          </a:lstStyle>
          <a:p xmlns:a="http://schemas.openxmlformats.org/drawingml/2006/main">
            <a:pPr>
              <a:defRPr sz="1350" b="0">
                <a:solidFill>
                  <a:srgbClr val="53565E"/>
                </a:solidFill>
              </a:defRPr>
            </a:pPr>
            <a:r>
              <a:rPr sz="1350" b="0">
                <a:solidFill>
                  <a:srgbClr val="53565E"/>
                </a:solidFill>
              </a:rPr>
              <a:t>Dispute resolution and audit records</a:t>
            </a:r>
          </a:p>
        </p:txBody>
      </p:sp>
      <p:sp>
        <p:nvSpPr>
          <p:cNvPr id="54" name="">
            <a:extLst xmlns:a="http://schemas.openxmlformats.org/drawingml/2006/main">
              <a:ext uri="{FF2B5EF4-FFF2-40B4-BE49-F238E27FC236}">
                <a16:creationId xmlns:a16="http://schemas.microsoft.com/office/drawing/2014/main" id="{836FDE34-8CDE-4681-928B-5FF6237743BE}"/>
              </a:ext>
            </a:extLst>
          </p:cNvPr>
          <p:cNvSpPr>
            <a:spLocks xmlns:a="http://schemas.openxmlformats.org/drawingml/2006/main" noGrp="1"/>
          </p:cNvSpPr>
          <p:nvPr/>
        </p:nvSpPr>
        <p:spPr>
          <a:xfrm xmlns:a="http://schemas.openxmlformats.org/drawingml/2006/main">
            <a:off x="8362950" y="5810250"/>
            <a:ext cx="3086100" cy="323850"/>
          </a:xfrm>
          <a:prstGeom xmlns:a="http://schemas.openxmlformats.org/drawingml/2006/main" prst="rect">
            <a:avLst/>
          </a:prstGeom>
          <a:solidFill xmlns:a="http://schemas.openxmlformats.org/drawingml/2006/main">
            <a:srgbClr val="1557FF"/>
          </a:solidFill>
          <a:ln xmlns:a="http://schemas.openxmlformats.org/drawingml/2006/main" w="9525">
            <a:solidFill>
              <a:srgbClr val="1557FF"/>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55" name="">
            <a:extLst xmlns:a="http://schemas.openxmlformats.org/drawingml/2006/main">
              <a:ext uri="{FF2B5EF4-FFF2-40B4-BE49-F238E27FC236}">
                <a16:creationId xmlns:a16="http://schemas.microsoft.com/office/drawing/2014/main" id="{0F457AB7-1377-4287-AB60-D5A6DDA95981}"/>
              </a:ext>
            </a:extLst>
          </p:cNvPr>
          <p:cNvSpPr>
            <a:spLocks xmlns:a="http://schemas.openxmlformats.org/drawingml/2006/main" noGrp="1"/>
          </p:cNvSpPr>
          <p:nvPr/>
        </p:nvSpPr>
        <p:spPr>
          <a:xfrm xmlns:a="http://schemas.openxmlformats.org/drawingml/2006/main">
            <a:off x="8439150" y="5876925"/>
            <a:ext cx="2933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Review providers</a:t>
            </a:r>
          </a:p>
        </p:txBody>
      </p:sp>
    </p:spTree>
    <p:extLst>
      <p:ext uri="{BB962C8B-B14F-4D97-AF65-F5344CB8AC3E}">
        <p14:creationId xmlns:p14="http://schemas.microsoft.com/office/powerpoint/2010/main" val="10366138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9" name="">
            <a:extLst xmlns:a="http://schemas.openxmlformats.org/drawingml/2006/main">
              <a:ext uri="{FF2B5EF4-FFF2-40B4-BE49-F238E27FC236}">
                <a16:creationId xmlns:a16="http://schemas.microsoft.com/office/drawing/2014/main" id="{A769B0D4-5F31-4AC8-8C0D-B662C6F502A9}"/>
              </a:ext>
            </a:extLst>
          </p:cNvPr>
          <p:cNvPicPr>
            <a:picLocks xmlns:a="http://schemas.openxmlformats.org/drawingml/2006/main" noChangeAspect="1"/>
          </p:cNvPicPr>
          <p:nvPr/>
        </p:nvPicPr>
        <p:blipFill>
          <a:blip xmlns:r="http://schemas.openxmlformats.org/officeDocument/2006/relationships" xmlns:a="http://schemas.openxmlformats.org/drawingml/2006/main" r:embed="R052a3cd92bef4030"/>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F4036F-5DE7-4F59-B453-577EA0DCF43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0336FF98-49D1-49C5-B3A4-6811BD26D821}"/>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Frontend &amp; Backend Development</a:t>
            </a:r>
          </a:p>
        </p:txBody>
      </p:sp>
      <p:sp>
        <p:nvSpPr>
          <p:cNvPr id="4" name="">
            <a:extLst xmlns:a="http://schemas.openxmlformats.org/drawingml/2006/main">
              <a:ext uri="{FF2B5EF4-FFF2-40B4-BE49-F238E27FC236}">
                <a16:creationId xmlns:a16="http://schemas.microsoft.com/office/drawing/2014/main" id="{B3462945-73E9-46D5-9CEE-84B9569786A9}"/>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B8B025F9-D0CA-4B99-8C98-499C024D723E}"/>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C5DF11B1-21DB-4C10-A003-6D86973B2326}"/>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09</a:t>
            </a:r>
          </a:p>
        </p:txBody>
      </p:sp>
      <p:sp>
        <p:nvSpPr>
          <p:cNvPr id="7" name="">
            <a:extLst xmlns:a="http://schemas.openxmlformats.org/drawingml/2006/main">
              <a:ext uri="{FF2B5EF4-FFF2-40B4-BE49-F238E27FC236}">
                <a16:creationId xmlns:a16="http://schemas.microsoft.com/office/drawing/2014/main" id="{6251E4DB-1C1B-4AE9-9F53-A0665EAB127B}"/>
              </a:ext>
            </a:extLst>
          </p:cNvPr>
          <p:cNvSpPr>
            <a:spLocks xmlns:a="http://schemas.openxmlformats.org/drawingml/2006/main" noGrp="1"/>
          </p:cNvSpPr>
          <p:nvPr/>
        </p:nvSpPr>
        <p:spPr>
          <a:xfrm xmlns:a="http://schemas.openxmlformats.org/drawingml/2006/main">
            <a:off x="5715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DA0B1659-DF69-4EB6-8710-5E7AC0D1C42E}"/>
              </a:ext>
            </a:extLst>
          </p:cNvPr>
          <p:cNvSpPr>
            <a:spLocks xmlns:a="http://schemas.openxmlformats.org/drawingml/2006/main" noGrp="1"/>
          </p:cNvSpPr>
          <p:nvPr/>
        </p:nvSpPr>
        <p:spPr>
          <a:xfrm xmlns:a="http://schemas.openxmlformats.org/drawingml/2006/main">
            <a:off x="5715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59552BCB-CB03-46C4-8089-387B15123B96}"/>
              </a:ext>
            </a:extLst>
          </p:cNvPr>
          <p:cNvSpPr>
            <a:spLocks xmlns:a="http://schemas.openxmlformats.org/drawingml/2006/main" noGrp="1"/>
          </p:cNvSpPr>
          <p:nvPr/>
        </p:nvSpPr>
        <p:spPr>
          <a:xfrm xmlns:a="http://schemas.openxmlformats.org/drawingml/2006/main">
            <a:off x="7239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0" name="">
            <a:extLst xmlns:a="http://schemas.openxmlformats.org/drawingml/2006/main">
              <a:ext uri="{FF2B5EF4-FFF2-40B4-BE49-F238E27FC236}">
                <a16:creationId xmlns:a16="http://schemas.microsoft.com/office/drawing/2014/main" id="{F3017CE4-17C6-4892-814D-05C80544195E}"/>
              </a:ext>
            </a:extLst>
          </p:cNvPr>
          <p:cNvSpPr>
            <a:spLocks xmlns:a="http://schemas.openxmlformats.org/drawingml/2006/main" noGrp="1"/>
          </p:cNvSpPr>
          <p:nvPr/>
        </p:nvSpPr>
        <p:spPr>
          <a:xfrm xmlns:a="http://schemas.openxmlformats.org/drawingml/2006/main">
            <a:off x="7429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Frontend</a:t>
            </a:r>
          </a:p>
        </p:txBody>
      </p:sp>
      <p:sp>
        <p:nvSpPr>
          <p:cNvPr id="11" name="">
            <a:extLst xmlns:a="http://schemas.openxmlformats.org/drawingml/2006/main">
              <a:ext uri="{FF2B5EF4-FFF2-40B4-BE49-F238E27FC236}">
                <a16:creationId xmlns:a16="http://schemas.microsoft.com/office/drawing/2014/main" id="{F3F4D6B7-820B-44A7-8A59-9016858161E5}"/>
              </a:ext>
            </a:extLst>
          </p:cNvPr>
          <p:cNvSpPr>
            <a:spLocks xmlns:a="http://schemas.openxmlformats.org/drawingml/2006/main" noGrp="1"/>
          </p:cNvSpPr>
          <p:nvPr/>
        </p:nvSpPr>
        <p:spPr>
          <a:xfrm xmlns:a="http://schemas.openxmlformats.org/drawingml/2006/main">
            <a:off x="6477000" y="1609725"/>
            <a:ext cx="5143500" cy="33623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2" name="">
            <a:extLst xmlns:a="http://schemas.openxmlformats.org/drawingml/2006/main">
              <a:ext uri="{FF2B5EF4-FFF2-40B4-BE49-F238E27FC236}">
                <a16:creationId xmlns:a16="http://schemas.microsoft.com/office/drawing/2014/main" id="{0E951B7D-1E7E-472C-B5BA-DB6B770A70FA}"/>
              </a:ext>
            </a:extLst>
          </p:cNvPr>
          <p:cNvSpPr>
            <a:spLocks xmlns:a="http://schemas.openxmlformats.org/drawingml/2006/main" noGrp="1"/>
          </p:cNvSpPr>
          <p:nvPr/>
        </p:nvSpPr>
        <p:spPr>
          <a:xfrm xmlns:a="http://schemas.openxmlformats.org/drawingml/2006/main">
            <a:off x="6477000" y="1609725"/>
            <a:ext cx="5143500" cy="4191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3" name="">
            <a:extLst xmlns:a="http://schemas.openxmlformats.org/drawingml/2006/main">
              <a:ext uri="{FF2B5EF4-FFF2-40B4-BE49-F238E27FC236}">
                <a16:creationId xmlns:a16="http://schemas.microsoft.com/office/drawing/2014/main" id="{8C26F620-D368-4D15-BD2E-3A59D80FC98B}"/>
              </a:ext>
            </a:extLst>
          </p:cNvPr>
          <p:cNvSpPr>
            <a:spLocks xmlns:a="http://schemas.openxmlformats.org/drawingml/2006/main" noGrp="1"/>
          </p:cNvSpPr>
          <p:nvPr/>
        </p:nvSpPr>
        <p:spPr>
          <a:xfrm xmlns:a="http://schemas.openxmlformats.org/drawingml/2006/main">
            <a:off x="6629400" y="1704975"/>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5191D"/>
                </a:solidFill>
              </a:defRPr>
            </a:defPPr>
          </a:lstStyle>
          <a:p xmlns:a="http://schemas.openxmlformats.org/drawingml/2006/main">
            <a:pPr>
              <a:defRPr sz="1500" b="1">
                <a:solidFill>
                  <a:srgbClr val="15191D"/>
                </a:solidFill>
              </a:defRPr>
            </a:pPr>
            <a:r>
              <a:rPr sz="1500" b="1">
                <a:solidFill>
                  <a:srgbClr val="15191D"/>
                </a:solidFill>
              </a:rPr>
              <a:t>Nearby</a:t>
            </a:r>
          </a:p>
        </p:txBody>
      </p:sp>
      <p:sp>
        <p:nvSpPr>
          <p:cNvPr id="14" name="">
            <a:extLst xmlns:a="http://schemas.openxmlformats.org/drawingml/2006/main">
              <a:ext uri="{FF2B5EF4-FFF2-40B4-BE49-F238E27FC236}">
                <a16:creationId xmlns:a16="http://schemas.microsoft.com/office/drawing/2014/main" id="{1E72B762-DD78-4C3B-88C8-A7F668DB2097}"/>
              </a:ext>
            </a:extLst>
          </p:cNvPr>
          <p:cNvSpPr>
            <a:spLocks xmlns:a="http://schemas.openxmlformats.org/drawingml/2006/main" noGrp="1"/>
          </p:cNvSpPr>
          <p:nvPr/>
        </p:nvSpPr>
        <p:spPr>
          <a:xfrm xmlns:a="http://schemas.openxmlformats.org/drawingml/2006/main">
            <a:off x="6648450" y="2209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5191D"/>
                </a:solidFill>
              </a:defRPr>
            </a:defPPr>
          </a:lstStyle>
          <a:p xmlns:a="http://schemas.openxmlformats.org/drawingml/2006/main">
            <a:pPr>
              <a:defRPr sz="1725" b="1">
                <a:solidFill>
                  <a:srgbClr val="15191D"/>
                </a:solidFill>
              </a:defRPr>
            </a:pPr>
            <a:r>
              <a:rPr sz="1725" b="1">
                <a:solidFill>
                  <a:srgbClr val="15191D"/>
                </a:solidFill>
              </a:rPr>
              <a:t>Backend</a:t>
            </a:r>
          </a:p>
        </p:txBody>
      </p:sp>
      <p:sp>
        <p:nvSpPr>
          <p:cNvPr id="15" name="">
            <a:extLst xmlns:a="http://schemas.openxmlformats.org/drawingml/2006/main">
              <a:ext uri="{FF2B5EF4-FFF2-40B4-BE49-F238E27FC236}">
                <a16:creationId xmlns:a16="http://schemas.microsoft.com/office/drawing/2014/main" id="{8AC144CF-D83F-4B68-84C1-3A8941178B0F}"/>
              </a:ext>
            </a:extLst>
          </p:cNvPr>
          <p:cNvSpPr>
            <a:spLocks xmlns:a="http://schemas.openxmlformats.org/drawingml/2006/main" noGrp="1"/>
          </p:cNvSpPr>
          <p:nvPr/>
        </p:nvSpPr>
        <p:spPr>
          <a:xfrm xmlns:a="http://schemas.openxmlformats.org/drawingml/2006/main">
            <a:off x="7429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16" name="">
            <a:extLst xmlns:a="http://schemas.openxmlformats.org/drawingml/2006/main">
              <a:ext uri="{FF2B5EF4-FFF2-40B4-BE49-F238E27FC236}">
                <a16:creationId xmlns:a16="http://schemas.microsoft.com/office/drawing/2014/main" id="{767F7B55-4449-4CF2-82EF-9CF67D615B41}"/>
              </a:ext>
            </a:extLst>
          </p:cNvPr>
          <p:cNvSpPr>
            <a:spLocks xmlns:a="http://schemas.openxmlformats.org/drawingml/2006/main" noGrp="1"/>
          </p:cNvSpPr>
          <p:nvPr/>
        </p:nvSpPr>
        <p:spPr>
          <a:xfrm xmlns:a="http://schemas.openxmlformats.org/drawingml/2006/main">
            <a:off x="12001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components and reusable forms</a:t>
            </a:r>
          </a:p>
        </p:txBody>
      </p:sp>
      <p:sp>
        <p:nvSpPr>
          <p:cNvPr id="17" name="">
            <a:extLst xmlns:a="http://schemas.openxmlformats.org/drawingml/2006/main">
              <a:ext uri="{FF2B5EF4-FFF2-40B4-BE49-F238E27FC236}">
                <a16:creationId xmlns:a16="http://schemas.microsoft.com/office/drawing/2014/main" id="{C1ADF011-BEC2-4336-9233-A714CC46B034}"/>
              </a:ext>
            </a:extLst>
          </p:cNvPr>
          <p:cNvSpPr>
            <a:spLocks xmlns:a="http://schemas.openxmlformats.org/drawingml/2006/main" noGrp="1"/>
          </p:cNvSpPr>
          <p:nvPr/>
        </p:nvSpPr>
        <p:spPr>
          <a:xfrm xmlns:a="http://schemas.openxmlformats.org/drawingml/2006/main">
            <a:off x="7429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18" name="">
            <a:extLst xmlns:a="http://schemas.openxmlformats.org/drawingml/2006/main">
              <a:ext uri="{FF2B5EF4-FFF2-40B4-BE49-F238E27FC236}">
                <a16:creationId xmlns:a16="http://schemas.microsoft.com/office/drawing/2014/main" id="{6EEAB531-CCBA-4A8B-8BE8-04677F9A0C43}"/>
              </a:ext>
            </a:extLst>
          </p:cNvPr>
          <p:cNvSpPr>
            <a:spLocks xmlns:a="http://schemas.openxmlformats.org/drawingml/2006/main" noGrp="1"/>
          </p:cNvSpPr>
          <p:nvPr/>
        </p:nvSpPr>
        <p:spPr>
          <a:xfrm xmlns:a="http://schemas.openxmlformats.org/drawingml/2006/main">
            <a:off x="12001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React Router for public and protected pages</a:t>
            </a:r>
          </a:p>
        </p:txBody>
      </p:sp>
      <p:sp>
        <p:nvSpPr>
          <p:cNvPr id="19" name="">
            <a:extLst xmlns:a="http://schemas.openxmlformats.org/drawingml/2006/main">
              <a:ext uri="{FF2B5EF4-FFF2-40B4-BE49-F238E27FC236}">
                <a16:creationId xmlns:a16="http://schemas.microsoft.com/office/drawing/2014/main" id="{D7E68216-3C09-4DB1-981B-1B57533FA6A6}"/>
              </a:ext>
            </a:extLst>
          </p:cNvPr>
          <p:cNvSpPr>
            <a:spLocks xmlns:a="http://schemas.openxmlformats.org/drawingml/2006/main" noGrp="1"/>
          </p:cNvSpPr>
          <p:nvPr/>
        </p:nvSpPr>
        <p:spPr>
          <a:xfrm xmlns:a="http://schemas.openxmlformats.org/drawingml/2006/main">
            <a:off x="7429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20" name="">
            <a:extLst xmlns:a="http://schemas.openxmlformats.org/drawingml/2006/main">
              <a:ext uri="{FF2B5EF4-FFF2-40B4-BE49-F238E27FC236}">
                <a16:creationId xmlns:a16="http://schemas.microsoft.com/office/drawing/2014/main" id="{97FF0766-5C22-4ADD-A285-4FC3479B55D7}"/>
              </a:ext>
            </a:extLst>
          </p:cNvPr>
          <p:cNvSpPr>
            <a:spLocks xmlns:a="http://schemas.openxmlformats.org/drawingml/2006/main" noGrp="1"/>
          </p:cNvSpPr>
          <p:nvPr/>
        </p:nvSpPr>
        <p:spPr>
          <a:xfrm xmlns:a="http://schemas.openxmlformats.org/drawingml/2006/main">
            <a:off x="12001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Role-based customer, provider and admin views</a:t>
            </a:r>
          </a:p>
        </p:txBody>
      </p:sp>
      <p:sp>
        <p:nvSpPr>
          <p:cNvPr id="21" name="">
            <a:extLst xmlns:a="http://schemas.openxmlformats.org/drawingml/2006/main">
              <a:ext uri="{FF2B5EF4-FFF2-40B4-BE49-F238E27FC236}">
                <a16:creationId xmlns:a16="http://schemas.microsoft.com/office/drawing/2014/main" id="{B12C0186-E48F-4701-817F-418446ADC9FA}"/>
              </a:ext>
            </a:extLst>
          </p:cNvPr>
          <p:cNvSpPr>
            <a:spLocks xmlns:a="http://schemas.openxmlformats.org/drawingml/2006/main" noGrp="1"/>
          </p:cNvSpPr>
          <p:nvPr/>
        </p:nvSpPr>
        <p:spPr>
          <a:xfrm xmlns:a="http://schemas.openxmlformats.org/drawingml/2006/main">
            <a:off x="7429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22" name="">
            <a:extLst xmlns:a="http://schemas.openxmlformats.org/drawingml/2006/main">
              <a:ext uri="{FF2B5EF4-FFF2-40B4-BE49-F238E27FC236}">
                <a16:creationId xmlns:a16="http://schemas.microsoft.com/office/drawing/2014/main" id="{6819B04A-C9CB-4F51-B786-4D0BBF1B4B64}"/>
              </a:ext>
            </a:extLst>
          </p:cNvPr>
          <p:cNvSpPr>
            <a:spLocks xmlns:a="http://schemas.openxmlformats.org/drawingml/2006/main" noGrp="1"/>
          </p:cNvSpPr>
          <p:nvPr/>
        </p:nvSpPr>
        <p:spPr>
          <a:xfrm xmlns:a="http://schemas.openxmlformats.org/drawingml/2006/main">
            <a:off x="12001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Session state and API client integration</a:t>
            </a:r>
          </a:p>
        </p:txBody>
      </p:sp>
      <p:sp>
        <p:nvSpPr>
          <p:cNvPr id="23" name="">
            <a:extLst xmlns:a="http://schemas.openxmlformats.org/drawingml/2006/main">
              <a:ext uri="{FF2B5EF4-FFF2-40B4-BE49-F238E27FC236}">
                <a16:creationId xmlns:a16="http://schemas.microsoft.com/office/drawing/2014/main" id="{446F781F-37D0-4CAB-A434-779977F7C268}"/>
              </a:ext>
            </a:extLst>
          </p:cNvPr>
          <p:cNvSpPr>
            <a:spLocks xmlns:a="http://schemas.openxmlformats.org/drawingml/2006/main" noGrp="1"/>
          </p:cNvSpPr>
          <p:nvPr/>
        </p:nvSpPr>
        <p:spPr>
          <a:xfrm xmlns:a="http://schemas.openxmlformats.org/drawingml/2006/main">
            <a:off x="7429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24" name="">
            <a:extLst xmlns:a="http://schemas.openxmlformats.org/drawingml/2006/main">
              <a:ext uri="{FF2B5EF4-FFF2-40B4-BE49-F238E27FC236}">
                <a16:creationId xmlns:a16="http://schemas.microsoft.com/office/drawing/2014/main" id="{B0DA559F-2A2A-4007-83E0-FD8FB2DE9560}"/>
              </a:ext>
            </a:extLst>
          </p:cNvPr>
          <p:cNvSpPr>
            <a:spLocks xmlns:a="http://schemas.openxmlformats.org/drawingml/2006/main" noGrp="1"/>
          </p:cNvSpPr>
          <p:nvPr/>
        </p:nvSpPr>
        <p:spPr>
          <a:xfrm xmlns:a="http://schemas.openxmlformats.org/drawingml/2006/main">
            <a:off x="12001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Responsive Tailwind CSS layouts</a:t>
            </a:r>
          </a:p>
        </p:txBody>
      </p:sp>
      <p:sp>
        <p:nvSpPr>
          <p:cNvPr id="25" name="">
            <a:extLst xmlns:a="http://schemas.openxmlformats.org/drawingml/2006/main">
              <a:ext uri="{FF2B5EF4-FFF2-40B4-BE49-F238E27FC236}">
                <a16:creationId xmlns:a16="http://schemas.microsoft.com/office/drawing/2014/main" id="{AF296783-DB14-47B8-8E9E-14FBBC35D560}"/>
              </a:ext>
            </a:extLst>
          </p:cNvPr>
          <p:cNvSpPr>
            <a:spLocks xmlns:a="http://schemas.openxmlformats.org/drawingml/2006/main" noGrp="1"/>
          </p:cNvSpPr>
          <p:nvPr/>
        </p:nvSpPr>
        <p:spPr>
          <a:xfrm xmlns:a="http://schemas.openxmlformats.org/drawingml/2006/main">
            <a:off x="7429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26" name="">
            <a:extLst xmlns:a="http://schemas.openxmlformats.org/drawingml/2006/main">
              <a:ext uri="{FF2B5EF4-FFF2-40B4-BE49-F238E27FC236}">
                <a16:creationId xmlns:a16="http://schemas.microsoft.com/office/drawing/2014/main" id="{BC3CBD67-8E34-48D8-8AF1-402C1EDDACA5}"/>
              </a:ext>
            </a:extLst>
          </p:cNvPr>
          <p:cNvSpPr>
            <a:spLocks xmlns:a="http://schemas.openxmlformats.org/drawingml/2006/main" noGrp="1"/>
          </p:cNvSpPr>
          <p:nvPr/>
        </p:nvSpPr>
        <p:spPr>
          <a:xfrm xmlns:a="http://schemas.openxmlformats.org/drawingml/2006/main">
            <a:off x="12001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client for booking chat</a:t>
            </a:r>
          </a:p>
        </p:txBody>
      </p:sp>
      <p:sp>
        <p:nvSpPr>
          <p:cNvPr id="27" name="">
            <a:extLst xmlns:a="http://schemas.openxmlformats.org/drawingml/2006/main">
              <a:ext uri="{FF2B5EF4-FFF2-40B4-BE49-F238E27FC236}">
                <a16:creationId xmlns:a16="http://schemas.microsoft.com/office/drawing/2014/main" id="{24BF23A1-59AA-4B4A-A47A-885538BB5269}"/>
              </a:ext>
            </a:extLst>
          </p:cNvPr>
          <p:cNvSpPr>
            <a:spLocks xmlns:a="http://schemas.openxmlformats.org/drawingml/2006/main" noGrp="1"/>
          </p:cNvSpPr>
          <p:nvPr/>
        </p:nvSpPr>
        <p:spPr>
          <a:xfrm xmlns:a="http://schemas.openxmlformats.org/drawingml/2006/main">
            <a:off x="6648450" y="2619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01</a:t>
            </a:r>
          </a:p>
        </p:txBody>
      </p:sp>
      <p:sp>
        <p:nvSpPr>
          <p:cNvPr id="28" name="">
            <a:extLst xmlns:a="http://schemas.openxmlformats.org/drawingml/2006/main">
              <a:ext uri="{FF2B5EF4-FFF2-40B4-BE49-F238E27FC236}">
                <a16:creationId xmlns:a16="http://schemas.microsoft.com/office/drawing/2014/main" id="{3D601FEB-4078-4F8C-A445-5A58EBD08963}"/>
              </a:ext>
            </a:extLst>
          </p:cNvPr>
          <p:cNvSpPr>
            <a:spLocks xmlns:a="http://schemas.openxmlformats.org/drawingml/2006/main" noGrp="1"/>
          </p:cNvSpPr>
          <p:nvPr/>
        </p:nvSpPr>
        <p:spPr>
          <a:xfrm xmlns:a="http://schemas.openxmlformats.org/drawingml/2006/main">
            <a:off x="7105650" y="26193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Express routes under /api/v1</a:t>
            </a:r>
          </a:p>
        </p:txBody>
      </p:sp>
      <p:sp>
        <p:nvSpPr>
          <p:cNvPr id="29" name="">
            <a:extLst xmlns:a="http://schemas.openxmlformats.org/drawingml/2006/main">
              <a:ext uri="{FF2B5EF4-FFF2-40B4-BE49-F238E27FC236}">
                <a16:creationId xmlns:a16="http://schemas.microsoft.com/office/drawing/2014/main" id="{9E2109DE-25B1-422C-90B6-EA6A133ECE93}"/>
              </a:ext>
            </a:extLst>
          </p:cNvPr>
          <p:cNvSpPr>
            <a:spLocks xmlns:a="http://schemas.openxmlformats.org/drawingml/2006/main" noGrp="1"/>
          </p:cNvSpPr>
          <p:nvPr/>
        </p:nvSpPr>
        <p:spPr>
          <a:xfrm xmlns:a="http://schemas.openxmlformats.org/drawingml/2006/main">
            <a:off x="6648450" y="29813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02</a:t>
            </a:r>
          </a:p>
        </p:txBody>
      </p:sp>
      <p:sp>
        <p:nvSpPr>
          <p:cNvPr id="30" name="">
            <a:extLst xmlns:a="http://schemas.openxmlformats.org/drawingml/2006/main">
              <a:ext uri="{FF2B5EF4-FFF2-40B4-BE49-F238E27FC236}">
                <a16:creationId xmlns:a16="http://schemas.microsoft.com/office/drawing/2014/main" id="{EE6158E6-1F56-433C-BB6B-191CD77DF7BE}"/>
              </a:ext>
            </a:extLst>
          </p:cNvPr>
          <p:cNvSpPr>
            <a:spLocks xmlns:a="http://schemas.openxmlformats.org/drawingml/2006/main" noGrp="1"/>
          </p:cNvSpPr>
          <p:nvPr/>
        </p:nvSpPr>
        <p:spPr>
          <a:xfrm xmlns:a="http://schemas.openxmlformats.org/drawingml/2006/main">
            <a:off x="7105650" y="29813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JWT authentication and access checks</a:t>
            </a:r>
          </a:p>
        </p:txBody>
      </p:sp>
      <p:sp>
        <p:nvSpPr>
          <p:cNvPr id="31" name="">
            <a:extLst xmlns:a="http://schemas.openxmlformats.org/drawingml/2006/main">
              <a:ext uri="{FF2B5EF4-FFF2-40B4-BE49-F238E27FC236}">
                <a16:creationId xmlns:a16="http://schemas.microsoft.com/office/drawing/2014/main" id="{74ADCCAB-23D9-4B5A-996A-EE37D731F8A3}"/>
              </a:ext>
            </a:extLst>
          </p:cNvPr>
          <p:cNvSpPr>
            <a:spLocks xmlns:a="http://schemas.openxmlformats.org/drawingml/2006/main" noGrp="1"/>
          </p:cNvSpPr>
          <p:nvPr/>
        </p:nvSpPr>
        <p:spPr>
          <a:xfrm xmlns:a="http://schemas.openxmlformats.org/drawingml/2006/main">
            <a:off x="6648450" y="33432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03</a:t>
            </a:r>
          </a:p>
        </p:txBody>
      </p:sp>
      <p:sp>
        <p:nvSpPr>
          <p:cNvPr id="32" name="">
            <a:extLst xmlns:a="http://schemas.openxmlformats.org/drawingml/2006/main">
              <a:ext uri="{FF2B5EF4-FFF2-40B4-BE49-F238E27FC236}">
                <a16:creationId xmlns:a16="http://schemas.microsoft.com/office/drawing/2014/main" id="{564FF6AD-3731-4296-B07A-3D12D7F85961}"/>
              </a:ext>
            </a:extLst>
          </p:cNvPr>
          <p:cNvSpPr>
            <a:spLocks xmlns:a="http://schemas.openxmlformats.org/drawingml/2006/main" noGrp="1"/>
          </p:cNvSpPr>
          <p:nvPr/>
        </p:nvSpPr>
        <p:spPr>
          <a:xfrm xmlns:a="http://schemas.openxmlformats.org/drawingml/2006/main">
            <a:off x="7105650" y="33432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Mongoose models and input validation</a:t>
            </a:r>
          </a:p>
        </p:txBody>
      </p:sp>
      <p:sp>
        <p:nvSpPr>
          <p:cNvPr id="33" name="">
            <a:extLst xmlns:a="http://schemas.openxmlformats.org/drawingml/2006/main">
              <a:ext uri="{FF2B5EF4-FFF2-40B4-BE49-F238E27FC236}">
                <a16:creationId xmlns:a16="http://schemas.microsoft.com/office/drawing/2014/main" id="{7A802004-4E14-41F2-A416-5F28165544DF}"/>
              </a:ext>
            </a:extLst>
          </p:cNvPr>
          <p:cNvSpPr>
            <a:spLocks xmlns:a="http://schemas.openxmlformats.org/drawingml/2006/main" noGrp="1"/>
          </p:cNvSpPr>
          <p:nvPr/>
        </p:nvSpPr>
        <p:spPr>
          <a:xfrm xmlns:a="http://schemas.openxmlformats.org/drawingml/2006/main">
            <a:off x="6648450" y="37052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04</a:t>
            </a:r>
          </a:p>
        </p:txBody>
      </p:sp>
      <p:sp>
        <p:nvSpPr>
          <p:cNvPr id="34" name="">
            <a:extLst xmlns:a="http://schemas.openxmlformats.org/drawingml/2006/main">
              <a:ext uri="{FF2B5EF4-FFF2-40B4-BE49-F238E27FC236}">
                <a16:creationId xmlns:a16="http://schemas.microsoft.com/office/drawing/2014/main" id="{9713E28D-E450-4D90-AF3E-000BD95ACA12}"/>
              </a:ext>
            </a:extLst>
          </p:cNvPr>
          <p:cNvSpPr>
            <a:spLocks xmlns:a="http://schemas.openxmlformats.org/drawingml/2006/main" noGrp="1"/>
          </p:cNvSpPr>
          <p:nvPr/>
        </p:nvSpPr>
        <p:spPr>
          <a:xfrm xmlns:a="http://schemas.openxmlformats.org/drawingml/2006/main">
            <a:off x="7105650" y="37052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Booking and payment lifecycle services</a:t>
            </a:r>
          </a:p>
        </p:txBody>
      </p:sp>
      <p:sp>
        <p:nvSpPr>
          <p:cNvPr id="35" name="">
            <a:extLst xmlns:a="http://schemas.openxmlformats.org/drawingml/2006/main">
              <a:ext uri="{FF2B5EF4-FFF2-40B4-BE49-F238E27FC236}">
                <a16:creationId xmlns:a16="http://schemas.microsoft.com/office/drawing/2014/main" id="{37BF96CC-6CDC-47E1-8E3E-A27F8BA46F2A}"/>
              </a:ext>
            </a:extLst>
          </p:cNvPr>
          <p:cNvSpPr>
            <a:spLocks xmlns:a="http://schemas.openxmlformats.org/drawingml/2006/main" noGrp="1"/>
          </p:cNvSpPr>
          <p:nvPr/>
        </p:nvSpPr>
        <p:spPr>
          <a:xfrm xmlns:a="http://schemas.openxmlformats.org/drawingml/2006/main">
            <a:off x="6648450" y="40671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05</a:t>
            </a:r>
          </a:p>
        </p:txBody>
      </p:sp>
      <p:sp>
        <p:nvSpPr>
          <p:cNvPr id="36" name="">
            <a:extLst xmlns:a="http://schemas.openxmlformats.org/drawingml/2006/main">
              <a:ext uri="{FF2B5EF4-FFF2-40B4-BE49-F238E27FC236}">
                <a16:creationId xmlns:a16="http://schemas.microsoft.com/office/drawing/2014/main" id="{A5C289BD-B2A5-4E5E-B1AD-BC0E17799FF4}"/>
              </a:ext>
            </a:extLst>
          </p:cNvPr>
          <p:cNvSpPr>
            <a:spLocks xmlns:a="http://schemas.openxmlformats.org/drawingml/2006/main" noGrp="1"/>
          </p:cNvSpPr>
          <p:nvPr/>
        </p:nvSpPr>
        <p:spPr>
          <a:xfrm xmlns:a="http://schemas.openxmlformats.org/drawingml/2006/main">
            <a:off x="7105650" y="40671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Signed webhook processing and audit records</a:t>
            </a:r>
          </a:p>
        </p:txBody>
      </p:sp>
      <p:sp>
        <p:nvSpPr>
          <p:cNvPr id="37" name="">
            <a:extLst xmlns:a="http://schemas.openxmlformats.org/drawingml/2006/main">
              <a:ext uri="{FF2B5EF4-FFF2-40B4-BE49-F238E27FC236}">
                <a16:creationId xmlns:a16="http://schemas.microsoft.com/office/drawing/2014/main" id="{324E1D4F-B0D9-44BC-93F3-E9E2609E6E0E}"/>
              </a:ext>
            </a:extLst>
          </p:cNvPr>
          <p:cNvSpPr>
            <a:spLocks xmlns:a="http://schemas.openxmlformats.org/drawingml/2006/main" noGrp="1"/>
          </p:cNvSpPr>
          <p:nvPr/>
        </p:nvSpPr>
        <p:spPr>
          <a:xfrm xmlns:a="http://schemas.openxmlformats.org/drawingml/2006/main">
            <a:off x="6648450" y="44291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06</a:t>
            </a:r>
          </a:p>
        </p:txBody>
      </p:sp>
      <p:sp>
        <p:nvSpPr>
          <p:cNvPr id="38" name="">
            <a:extLst xmlns:a="http://schemas.openxmlformats.org/drawingml/2006/main">
              <a:ext uri="{FF2B5EF4-FFF2-40B4-BE49-F238E27FC236}">
                <a16:creationId xmlns:a16="http://schemas.microsoft.com/office/drawing/2014/main" id="{4DA39077-EF1E-4FDA-9F46-6BBBC3E110CD}"/>
              </a:ext>
            </a:extLst>
          </p:cNvPr>
          <p:cNvSpPr>
            <a:spLocks xmlns:a="http://schemas.openxmlformats.org/drawingml/2006/main" noGrp="1"/>
          </p:cNvSpPr>
          <p:nvPr/>
        </p:nvSpPr>
        <p:spPr>
          <a:xfrm xmlns:a="http://schemas.openxmlformats.org/drawingml/2006/main">
            <a:off x="7105650" y="442912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15191D"/>
                </a:solidFill>
              </a:defRPr>
            </a:defPPr>
          </a:lstStyle>
          <a:p xmlns:a="http://schemas.openxmlformats.org/drawingml/2006/main">
            <a:pPr>
              <a:defRPr sz="1500" b="0">
                <a:solidFill>
                  <a:srgbClr val="15191D"/>
                </a:solidFill>
              </a:defRPr>
            </a:pPr>
            <a:r>
              <a:rPr sz="1500" b="0">
                <a:solidFill>
                  <a:srgbClr val="15191D"/>
                </a:solidFill>
              </a:rPr>
              <a:t>Socket.IO server and background worker</a:t>
            </a:r>
          </a:p>
        </p:txBody>
      </p:sp>
      <p:sp>
        <p:nvSpPr>
          <p:cNvPr id="39" name="">
            <a:extLst xmlns:a="http://schemas.openxmlformats.org/drawingml/2006/main">
              <a:ext uri="{FF2B5EF4-FFF2-40B4-BE49-F238E27FC236}">
                <a16:creationId xmlns:a16="http://schemas.microsoft.com/office/drawing/2014/main" id="{24047233-9F92-4B49-9F35-ACF1BDE9FE4D}"/>
              </a:ext>
            </a:extLst>
          </p:cNvPr>
          <p:cNvSpPr>
            <a:spLocks xmlns:a="http://schemas.openxmlformats.org/drawingml/2006/main" noGrp="1"/>
          </p:cNvSpPr>
          <p:nvPr/>
        </p:nvSpPr>
        <p:spPr>
          <a:xfrm xmlns:a="http://schemas.openxmlformats.org/drawingml/2006/main">
            <a:off x="571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Client request</a:t>
            </a:r>
          </a:p>
        </p:txBody>
      </p:sp>
      <p:sp>
        <p:nvSpPr>
          <p:cNvPr id="40" name="">
            <a:extLst xmlns:a="http://schemas.openxmlformats.org/drawingml/2006/main">
              <a:ext uri="{FF2B5EF4-FFF2-40B4-BE49-F238E27FC236}">
                <a16:creationId xmlns:a16="http://schemas.microsoft.com/office/drawing/2014/main" id="{A57AFB07-5BCA-44FE-A7E7-18DFCFEF32F7}"/>
              </a:ext>
            </a:extLst>
          </p:cNvPr>
          <p:cNvSpPr>
            <a:spLocks xmlns:a="http://schemas.openxmlformats.org/drawingml/2006/main" noGrp="1"/>
          </p:cNvSpPr>
          <p:nvPr/>
        </p:nvSpPr>
        <p:spPr>
          <a:xfrm xmlns:a="http://schemas.openxmlformats.org/drawingml/2006/main">
            <a:off x="3048000" y="5819775"/>
            <a:ext cx="381000" cy="0"/>
          </a:xfrm>
          <a:prstGeom xmlns:a="http://schemas.openxmlformats.org/drawingml/2006/main" prst="line">
            <a:avLst/>
          </a:prstGeom>
          <a:ln xmlns:a="http://schemas.openxmlformats.org/drawingml/2006/main" w="19050">
            <a:solidFill>
              <a:srgbClr val="1557FF"/>
            </a:solidFill>
          </a:ln>
        </p:spPr>
      </p:sp>
      <p:sp>
        <p:nvSpPr>
          <p:cNvPr id="41" name="">
            <a:extLst xmlns:a="http://schemas.openxmlformats.org/drawingml/2006/main">
              <a:ext uri="{FF2B5EF4-FFF2-40B4-BE49-F238E27FC236}">
                <a16:creationId xmlns:a16="http://schemas.microsoft.com/office/drawing/2014/main" id="{BDD41D1E-DCAE-485D-B6E0-52969A6B8415}"/>
              </a:ext>
            </a:extLst>
          </p:cNvPr>
          <p:cNvSpPr>
            <a:spLocks xmlns:a="http://schemas.openxmlformats.org/drawingml/2006/main" noGrp="1"/>
          </p:cNvSpPr>
          <p:nvPr/>
        </p:nvSpPr>
        <p:spPr>
          <a:xfrm xmlns:a="http://schemas.openxmlformats.org/drawingml/2006/main">
            <a:off x="33337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2" name="">
            <a:extLst xmlns:a="http://schemas.openxmlformats.org/drawingml/2006/main">
              <a:ext uri="{FF2B5EF4-FFF2-40B4-BE49-F238E27FC236}">
                <a16:creationId xmlns:a16="http://schemas.microsoft.com/office/drawing/2014/main" id="{9DF5E7E8-CDB5-4D07-B59E-27BA3BFB0C72}"/>
              </a:ext>
            </a:extLst>
          </p:cNvPr>
          <p:cNvSpPr>
            <a:spLocks xmlns:a="http://schemas.openxmlformats.org/drawingml/2006/main" noGrp="1"/>
          </p:cNvSpPr>
          <p:nvPr/>
        </p:nvSpPr>
        <p:spPr>
          <a:xfrm xmlns:a="http://schemas.openxmlformats.org/drawingml/2006/main">
            <a:off x="3429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Auth &amp; validation</a:t>
            </a:r>
          </a:p>
        </p:txBody>
      </p:sp>
      <p:sp>
        <p:nvSpPr>
          <p:cNvPr id="43" name="">
            <a:extLst xmlns:a="http://schemas.openxmlformats.org/drawingml/2006/main">
              <a:ext uri="{FF2B5EF4-FFF2-40B4-BE49-F238E27FC236}">
                <a16:creationId xmlns:a16="http://schemas.microsoft.com/office/drawing/2014/main" id="{ECFDBE5C-C97D-47FB-AC6A-854D4870C6ED}"/>
              </a:ext>
            </a:extLst>
          </p:cNvPr>
          <p:cNvSpPr>
            <a:spLocks xmlns:a="http://schemas.openxmlformats.org/drawingml/2006/main" noGrp="1"/>
          </p:cNvSpPr>
          <p:nvPr/>
        </p:nvSpPr>
        <p:spPr>
          <a:xfrm xmlns:a="http://schemas.openxmlformats.org/drawingml/2006/main">
            <a:off x="5905500" y="5819775"/>
            <a:ext cx="381000" cy="0"/>
          </a:xfrm>
          <a:prstGeom xmlns:a="http://schemas.openxmlformats.org/drawingml/2006/main" prst="line">
            <a:avLst/>
          </a:prstGeom>
          <a:ln xmlns:a="http://schemas.openxmlformats.org/drawingml/2006/main" w="19050">
            <a:solidFill>
              <a:srgbClr val="1557FF"/>
            </a:solidFill>
          </a:ln>
        </p:spPr>
      </p:sp>
      <p:sp>
        <p:nvSpPr>
          <p:cNvPr id="44" name="">
            <a:extLst xmlns:a="http://schemas.openxmlformats.org/drawingml/2006/main">
              <a:ext uri="{FF2B5EF4-FFF2-40B4-BE49-F238E27FC236}">
                <a16:creationId xmlns:a16="http://schemas.microsoft.com/office/drawing/2014/main" id="{D2FD62DA-188E-4303-A91B-B44BEF00E5C6}"/>
              </a:ext>
            </a:extLst>
          </p:cNvPr>
          <p:cNvSpPr>
            <a:spLocks xmlns:a="http://schemas.openxmlformats.org/drawingml/2006/main" noGrp="1"/>
          </p:cNvSpPr>
          <p:nvPr/>
        </p:nvSpPr>
        <p:spPr>
          <a:xfrm xmlns:a="http://schemas.openxmlformats.org/drawingml/2006/main">
            <a:off x="61912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5" name="">
            <a:extLst xmlns:a="http://schemas.openxmlformats.org/drawingml/2006/main">
              <a:ext uri="{FF2B5EF4-FFF2-40B4-BE49-F238E27FC236}">
                <a16:creationId xmlns:a16="http://schemas.microsoft.com/office/drawing/2014/main" id="{954CAE79-C13A-47F7-BDBC-B85295230C4F}"/>
              </a:ext>
            </a:extLst>
          </p:cNvPr>
          <p:cNvSpPr>
            <a:spLocks xmlns:a="http://schemas.openxmlformats.org/drawingml/2006/main" noGrp="1"/>
          </p:cNvSpPr>
          <p:nvPr/>
        </p:nvSpPr>
        <p:spPr>
          <a:xfrm xmlns:a="http://schemas.openxmlformats.org/drawingml/2006/main">
            <a:off x="62865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Business logic</a:t>
            </a:r>
          </a:p>
        </p:txBody>
      </p:sp>
      <p:sp>
        <p:nvSpPr>
          <p:cNvPr id="46" name="">
            <a:extLst xmlns:a="http://schemas.openxmlformats.org/drawingml/2006/main">
              <a:ext uri="{FF2B5EF4-FFF2-40B4-BE49-F238E27FC236}">
                <a16:creationId xmlns:a16="http://schemas.microsoft.com/office/drawing/2014/main" id="{E68C85DB-32F9-4333-980C-23FBA5858640}"/>
              </a:ext>
            </a:extLst>
          </p:cNvPr>
          <p:cNvSpPr>
            <a:spLocks xmlns:a="http://schemas.openxmlformats.org/drawingml/2006/main" noGrp="1"/>
          </p:cNvSpPr>
          <p:nvPr/>
        </p:nvSpPr>
        <p:spPr>
          <a:xfrm xmlns:a="http://schemas.openxmlformats.org/drawingml/2006/main">
            <a:off x="8763000" y="5819775"/>
            <a:ext cx="381000" cy="0"/>
          </a:xfrm>
          <a:prstGeom xmlns:a="http://schemas.openxmlformats.org/drawingml/2006/main" prst="line">
            <a:avLst/>
          </a:prstGeom>
          <a:ln xmlns:a="http://schemas.openxmlformats.org/drawingml/2006/main" w="19050">
            <a:solidFill>
              <a:srgbClr val="1557FF"/>
            </a:solidFill>
          </a:ln>
        </p:spPr>
      </p:sp>
      <p:sp>
        <p:nvSpPr>
          <p:cNvPr id="47" name="">
            <a:extLst xmlns:a="http://schemas.openxmlformats.org/drawingml/2006/main">
              <a:ext uri="{FF2B5EF4-FFF2-40B4-BE49-F238E27FC236}">
                <a16:creationId xmlns:a16="http://schemas.microsoft.com/office/drawing/2014/main" id="{88AC6D6F-6EEF-4BD1-82A2-B24D72960925}"/>
              </a:ext>
            </a:extLst>
          </p:cNvPr>
          <p:cNvSpPr>
            <a:spLocks xmlns:a="http://schemas.openxmlformats.org/drawingml/2006/main" noGrp="1"/>
          </p:cNvSpPr>
          <p:nvPr/>
        </p:nvSpPr>
        <p:spPr>
          <a:xfrm xmlns:a="http://schemas.openxmlformats.org/drawingml/2006/main">
            <a:off x="9048750" y="5629275"/>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48" name="">
            <a:extLst xmlns:a="http://schemas.openxmlformats.org/drawingml/2006/main">
              <a:ext uri="{FF2B5EF4-FFF2-40B4-BE49-F238E27FC236}">
                <a16:creationId xmlns:a16="http://schemas.microsoft.com/office/drawing/2014/main" id="{7520A1E3-A2EE-414C-B2EA-00351AFEAD3D}"/>
              </a:ext>
            </a:extLst>
          </p:cNvPr>
          <p:cNvSpPr>
            <a:spLocks xmlns:a="http://schemas.openxmlformats.org/drawingml/2006/main" noGrp="1"/>
          </p:cNvSpPr>
          <p:nvPr/>
        </p:nvSpPr>
        <p:spPr>
          <a:xfrm xmlns:a="http://schemas.openxmlformats.org/drawingml/2006/main">
            <a:off x="9144000" y="5514975"/>
            <a:ext cx="2476500" cy="619125"/>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MongoDB / JSON</a:t>
            </a:r>
          </a:p>
        </p:txBody>
      </p:sp>
    </p:spTree>
    <p:extLst>
      <p:ext uri="{BB962C8B-B14F-4D97-AF65-F5344CB8AC3E}">
        <p14:creationId xmlns:p14="http://schemas.microsoft.com/office/powerpoint/2010/main" val="16166021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2B26D889-3086-4DC8-8119-DDD01B2B98FD}"/>
              </a:ext>
            </a:extLst>
          </p:cNvPr>
          <p:cNvPicPr>
            <a:picLocks xmlns:a="http://schemas.openxmlformats.org/drawingml/2006/main" noChangeAspect="1"/>
          </p:cNvPicPr>
          <p:nvPr/>
        </p:nvPicPr>
        <p:blipFill>
          <a:blip xmlns:r="http://schemas.openxmlformats.org/officeDocument/2006/relationships" xmlns:a="http://schemas.openxmlformats.org/drawingml/2006/main" r:embed="R48dc26d2b36648ee"/>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F4A0AE-847F-40CC-ACE8-B3498487596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50DB979F-7DAF-4097-B256-76949DBD8E92}"/>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API Development &amp; Booking Workflow</a:t>
            </a:r>
          </a:p>
        </p:txBody>
      </p:sp>
      <p:sp>
        <p:nvSpPr>
          <p:cNvPr id="4" name="">
            <a:extLst xmlns:a="http://schemas.openxmlformats.org/drawingml/2006/main">
              <a:ext uri="{FF2B5EF4-FFF2-40B4-BE49-F238E27FC236}">
                <a16:creationId xmlns:a16="http://schemas.microsoft.com/office/drawing/2014/main" id="{2ED0069B-5F1A-4CF1-A556-C76E2B4DCA3D}"/>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29EF570C-80A4-427F-8F20-B4E2E8AC81DF}"/>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EB3365E6-B2D4-4C8C-84DC-51BB546C2072}"/>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10</a:t>
            </a:r>
          </a:p>
        </p:txBody>
      </p:sp>
      <p:graphicFrame>
        <p:nvGraphicFramePr>
          <p:cNvPr id="7" name="">
            <a:extLst xmlns:a="http://schemas.openxmlformats.org/drawingml/2006/main">
              <a:ext uri="{FF2B5EF4-FFF2-40B4-BE49-F238E27FC236}">
                <a16:creationId xmlns:a16="http://schemas.microsoft.com/office/drawing/2014/main" id="{299CDA91-90E1-4430-9E0A-56C4297766B2}"/>
              </a:ext>
            </a:extLst>
          </p:cNvPr>
          <p:cNvGraphicFramePr/>
          <p:nvPr/>
        </p:nvGraphicFramePr>
        <p:xfrm>
          <a:off xmlns:a="http://schemas.openxmlformats.org/drawingml/2006/main" x="571500" y="1524000"/>
          <a:ext xmlns:a="http://schemas.openxmlformats.org/drawingml/2006/main" cx="11049000" cy="3105150"/>
        </p:xfrm>
        <a:graphic xmlns:a="http://schemas.openxmlformats.org/drawingml/2006/main">
          <a:graphicData uri="http://schemas.openxmlformats.org/drawingml/2006/table">
            <a:tbl>
              <a:tblPr/>
              <a:tblGrid>
                <a:gridCol w="1095375"/>
                <a:gridCol w="6286500"/>
                <a:gridCol w="3667125"/>
              </a:tblGrid>
              <a:tr h="443593">
                <a:tc>
                  <a:txBody>
                    <a:bodyPr lIns="114300" tIns="114300" rIns="114300" bIns="114300"/>
                    <a:lstStyle/>
                    <a:p>
                      <a:r>
                        <a:rPr sz="1575" b="1">
                          <a:solidFill>
                            <a:srgbClr val="15191D"/>
                          </a:solidFill>
                        </a:rPr>
                        <a:t>METHOD</a:t>
                      </a:r>
                    </a:p>
                  </a:txBody>
                  <a:tcPr marL="91440" marR="91440" marT="45720" marB="45720" anchor="ctr">
                    <a:lnL w="9525">
                      <a:solidFill>
                        <a:srgbClr val="E1E2E5"/>
                      </a:solidFill>
                      <a:prstDash val="solid"/>
                    </a:lnL>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ENDPOINT</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c>
                  <a:txBody>
                    <a:bodyPr lIns="114300" tIns="114300" rIns="114300" bIns="114300"/>
                    <a:lstStyle/>
                    <a:p>
                      <a:r>
                        <a:rPr sz="1575" b="1">
                          <a:solidFill>
                            <a:srgbClr val="15191D"/>
                          </a:solidFill>
                        </a:rPr>
                        <a:t>PURPOSE</a:t>
                      </a:r>
                    </a:p>
                  </a:txBody>
                  <a:tcPr marL="91440" marR="91440" marT="45720" marB="45720" anchor="ctr">
                    <a:lnR w="9525">
                      <a:solidFill>
                        <a:srgbClr val="E1E2E5"/>
                      </a:solidFill>
                      <a:prstDash val="solid"/>
                    </a:lnR>
                    <a:lnT w="9525">
                      <a:solidFill>
                        <a:srgbClr val="E1E2E5"/>
                      </a:solidFill>
                      <a:prstDash val="solid"/>
                    </a:lnT>
                    <a:lnB w="9525">
                      <a:solidFill>
                        <a:srgbClr val="E1E2E5"/>
                      </a:solidFill>
                      <a:prstDash val="solid"/>
                    </a:lnB>
                    <a:solidFill>
                      <a:srgbClr val="FFDA35"/>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/api/v1/auth/login</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Authenticate user</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GET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Discover listed services</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Request a booking</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/api/v1/bookings/:bookingId/accept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Provider accepts request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/api/v1/bookings/:bookingId/checkout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Create payment checkout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r h="443593">
                <a:tc>
                  <a:txBody>
                    <a:bodyPr lIns="114300" tIns="114300" rIns="114300" bIns="114300"/>
                    <a:lstStyle/>
                    <a:p>
                      <a:r>
                        <a:rPr sz="1575" b="0">
                          <a:solidFill>
                            <a:srgbClr val="15191D"/>
                          </a:solidFill>
                        </a:rPr>
                        <a:t>POST</a:t>
                      </a:r>
                    </a:p>
                  </a:txBody>
                  <a:tcPr marL="91440" marR="91440" marT="45720" marB="45720" anchor="ctr">
                    <a:lnL w="9525">
                      <a:solidFill>
                        <a:srgbClr val="E1E2E5"/>
                      </a:solidFill>
                      <a:prstDash val="solid"/>
                    </a:lnL>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/api/v1/payments/:bookingId/verify</a:t>
                      </a:r>
                    </a:p>
                  </a:txBody>
                  <a:tcPr marL="91440" marR="91440" marT="45720" marB="45720" anchor="ctr">
                    <a:lnR w="9525">
                      <a:solidFill>
                        <a:srgbClr val="E1E2E5"/>
                      </a:solidFill>
                      <a:prstDash val="solid"/>
                    </a:lnR>
                    <a:lnB w="9525">
                      <a:solidFill>
                        <a:srgbClr val="E1E2E5"/>
                      </a:solidFill>
                      <a:prstDash val="solid"/>
                    </a:lnB>
                    <a:solidFill>
                      <a:srgbClr val="FFFFFF"/>
                    </a:solidFill>
                  </a:tcPr>
                </a:tc>
                <a:tc>
                  <a:txBody>
                    <a:bodyPr lIns="114300" tIns="114300" rIns="114300" bIns="114300"/>
                    <a:lstStyle/>
                    <a:p>
                      <a:r>
                        <a:rPr sz="1575" b="0">
                          <a:solidFill>
                            <a:srgbClr val="15191D"/>
                          </a:solidFill>
                        </a:rPr>
                        <a:t>Verify customer payment</a:t>
                      </a:r>
                    </a:p>
                  </a:txBody>
                  <a:tcPr marL="91440" marR="91440" marT="45720" marB="45720" anchor="ctr">
                    <a:lnR w="9525">
                      <a:solidFill>
                        <a:srgbClr val="E1E2E5"/>
                      </a:solidFill>
                      <a:prstDash val="solid"/>
                    </a:lnR>
                    <a:lnB w="9525">
                      <a:solidFill>
                        <a:srgbClr val="E1E2E5"/>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577C2F8-EC7A-4E59-A0DB-8FFB6F379877}"/>
              </a:ext>
            </a:extLst>
          </p:cNvPr>
          <p:cNvSpPr>
            <a:spLocks xmlns:a="http://schemas.openxmlformats.org/drawingml/2006/main" noGrp="1"/>
          </p:cNvSpPr>
          <p:nvPr/>
        </p:nvSpPr>
        <p:spPr>
          <a:xfrm xmlns:a="http://schemas.openxmlformats.org/drawingml/2006/main">
            <a:off x="571500" y="48482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5191D"/>
                </a:solidFill>
              </a:defRPr>
            </a:defPPr>
          </a:lstStyle>
          <a:p xmlns:a="http://schemas.openxmlformats.org/drawingml/2006/main">
            <a:pPr>
              <a:defRPr sz="1950" b="1">
                <a:solidFill>
                  <a:srgbClr val="15191D"/>
                </a:solidFill>
              </a:defRPr>
            </a:pPr>
            <a:r>
              <a:rPr sz="1950" b="1">
                <a:solidFill>
                  <a:srgbClr val="15191D"/>
                </a:solidFill>
              </a:rPr>
              <a:t>Booking lifecycle</a:t>
            </a:r>
          </a:p>
        </p:txBody>
      </p:sp>
      <p:sp>
        <p:nvSpPr>
          <p:cNvPr id="9" name="">
            <a:extLst xmlns:a="http://schemas.openxmlformats.org/drawingml/2006/main">
              <a:ext uri="{FF2B5EF4-FFF2-40B4-BE49-F238E27FC236}">
                <a16:creationId xmlns:a16="http://schemas.microsoft.com/office/drawing/2014/main" id="{2460B349-BD1C-4644-BFE5-203EBA6E50AA}"/>
              </a:ext>
            </a:extLst>
          </p:cNvPr>
          <p:cNvSpPr>
            <a:spLocks xmlns:a="http://schemas.openxmlformats.org/drawingml/2006/main" noGrp="1"/>
          </p:cNvSpPr>
          <p:nvPr/>
        </p:nvSpPr>
        <p:spPr>
          <a:xfrm xmlns:a="http://schemas.openxmlformats.org/drawingml/2006/main">
            <a:off x="8286750" y="4886325"/>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Conceptual booking progress UI</a:t>
            </a:r>
          </a:p>
        </p:txBody>
      </p:sp>
      <p:sp>
        <p:nvSpPr>
          <p:cNvPr id="10" name="">
            <a:extLst xmlns:a="http://schemas.openxmlformats.org/drawingml/2006/main">
              <a:ext uri="{FF2B5EF4-FFF2-40B4-BE49-F238E27FC236}">
                <a16:creationId xmlns:a16="http://schemas.microsoft.com/office/drawing/2014/main" id="{C54AE58E-51F7-4028-AE4B-F1A38C360766}"/>
              </a:ext>
            </a:extLst>
          </p:cNvPr>
          <p:cNvSpPr>
            <a:spLocks xmlns:a="http://schemas.openxmlformats.org/drawingml/2006/main" noGrp="1"/>
          </p:cNvSpPr>
          <p:nvPr/>
        </p:nvSpPr>
        <p:spPr>
          <a:xfrm xmlns:a="http://schemas.openxmlformats.org/drawingml/2006/main">
            <a:off x="5715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1" name="">
            <a:extLst xmlns:a="http://schemas.openxmlformats.org/drawingml/2006/main">
              <a:ext uri="{FF2B5EF4-FFF2-40B4-BE49-F238E27FC236}">
                <a16:creationId xmlns:a16="http://schemas.microsoft.com/office/drawing/2014/main" id="{E59861FD-0F81-4D06-96F1-6D3D267B8456}"/>
              </a:ext>
            </a:extLst>
          </p:cNvPr>
          <p:cNvSpPr>
            <a:spLocks xmlns:a="http://schemas.openxmlformats.org/drawingml/2006/main" noGrp="1"/>
          </p:cNvSpPr>
          <p:nvPr/>
        </p:nvSpPr>
        <p:spPr>
          <a:xfrm xmlns:a="http://schemas.openxmlformats.org/drawingml/2006/main">
            <a:off x="5715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2" name="">
            <a:extLst xmlns:a="http://schemas.openxmlformats.org/drawingml/2006/main">
              <a:ext uri="{FF2B5EF4-FFF2-40B4-BE49-F238E27FC236}">
                <a16:creationId xmlns:a16="http://schemas.microsoft.com/office/drawing/2014/main" id="{029E0B7E-2F89-4168-B152-D23DE6ED73B0}"/>
              </a:ext>
            </a:extLst>
          </p:cNvPr>
          <p:cNvSpPr>
            <a:spLocks xmlns:a="http://schemas.openxmlformats.org/drawingml/2006/main" noGrp="1"/>
          </p:cNvSpPr>
          <p:nvPr/>
        </p:nvSpPr>
        <p:spPr>
          <a:xfrm xmlns:a="http://schemas.openxmlformats.org/drawingml/2006/main">
            <a:off x="6858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Request</a:t>
            </a:r>
          </a:p>
        </p:txBody>
      </p:sp>
      <p:sp>
        <p:nvSpPr>
          <p:cNvPr id="13" name="">
            <a:extLst xmlns:a="http://schemas.openxmlformats.org/drawingml/2006/main">
              <a:ext uri="{FF2B5EF4-FFF2-40B4-BE49-F238E27FC236}">
                <a16:creationId xmlns:a16="http://schemas.microsoft.com/office/drawing/2014/main" id="{7D68FA8E-F8CF-49AD-898E-B874494E7E2C}"/>
              </a:ext>
            </a:extLst>
          </p:cNvPr>
          <p:cNvSpPr>
            <a:spLocks xmlns:a="http://schemas.openxmlformats.org/drawingml/2006/main" noGrp="1"/>
          </p:cNvSpPr>
          <p:nvPr/>
        </p:nvSpPr>
        <p:spPr>
          <a:xfrm xmlns:a="http://schemas.openxmlformats.org/drawingml/2006/main">
            <a:off x="2590800" y="5581650"/>
            <a:ext cx="238125" cy="0"/>
          </a:xfrm>
          <a:prstGeom xmlns:a="http://schemas.openxmlformats.org/drawingml/2006/main" prst="line">
            <a:avLst/>
          </a:prstGeom>
          <a:ln xmlns:a="http://schemas.openxmlformats.org/drawingml/2006/main" w="19050">
            <a:solidFill>
              <a:srgbClr val="1557FF"/>
            </a:solidFill>
          </a:ln>
        </p:spPr>
      </p:sp>
      <p:sp>
        <p:nvSpPr>
          <p:cNvPr id="14" name="">
            <a:extLst xmlns:a="http://schemas.openxmlformats.org/drawingml/2006/main">
              <a:ext uri="{FF2B5EF4-FFF2-40B4-BE49-F238E27FC236}">
                <a16:creationId xmlns:a16="http://schemas.microsoft.com/office/drawing/2014/main" id="{5DDB68BC-8C3E-479A-8500-0837411A7ADC}"/>
              </a:ext>
            </a:extLst>
          </p:cNvPr>
          <p:cNvSpPr>
            <a:spLocks xmlns:a="http://schemas.openxmlformats.org/drawingml/2006/main" noGrp="1"/>
          </p:cNvSpPr>
          <p:nvPr/>
        </p:nvSpPr>
        <p:spPr>
          <a:xfrm xmlns:a="http://schemas.openxmlformats.org/drawingml/2006/main">
            <a:off x="2733675"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15" name="">
            <a:extLst xmlns:a="http://schemas.openxmlformats.org/drawingml/2006/main">
              <a:ext uri="{FF2B5EF4-FFF2-40B4-BE49-F238E27FC236}">
                <a16:creationId xmlns:a16="http://schemas.microsoft.com/office/drawing/2014/main" id="{3F1B48AA-BD38-4B70-8206-7EAD3AF8F84B}"/>
              </a:ext>
            </a:extLst>
          </p:cNvPr>
          <p:cNvSpPr>
            <a:spLocks xmlns:a="http://schemas.openxmlformats.org/drawingml/2006/main" noGrp="1"/>
          </p:cNvSpPr>
          <p:nvPr/>
        </p:nvSpPr>
        <p:spPr>
          <a:xfrm xmlns:a="http://schemas.openxmlformats.org/drawingml/2006/main">
            <a:off x="282892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6" name="">
            <a:extLst xmlns:a="http://schemas.openxmlformats.org/drawingml/2006/main">
              <a:ext uri="{FF2B5EF4-FFF2-40B4-BE49-F238E27FC236}">
                <a16:creationId xmlns:a16="http://schemas.microsoft.com/office/drawing/2014/main" id="{3F14766A-7F63-490B-AAAC-44BB0C108377}"/>
              </a:ext>
            </a:extLst>
          </p:cNvPr>
          <p:cNvSpPr>
            <a:spLocks xmlns:a="http://schemas.openxmlformats.org/drawingml/2006/main" noGrp="1"/>
          </p:cNvSpPr>
          <p:nvPr/>
        </p:nvSpPr>
        <p:spPr>
          <a:xfrm xmlns:a="http://schemas.openxmlformats.org/drawingml/2006/main">
            <a:off x="282892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7" name="">
            <a:extLst xmlns:a="http://schemas.openxmlformats.org/drawingml/2006/main">
              <a:ext uri="{FF2B5EF4-FFF2-40B4-BE49-F238E27FC236}">
                <a16:creationId xmlns:a16="http://schemas.microsoft.com/office/drawing/2014/main" id="{72F652B0-9D25-41A0-A280-9380A31AF189}"/>
              </a:ext>
            </a:extLst>
          </p:cNvPr>
          <p:cNvSpPr>
            <a:spLocks xmlns:a="http://schemas.openxmlformats.org/drawingml/2006/main" noGrp="1"/>
          </p:cNvSpPr>
          <p:nvPr/>
        </p:nvSpPr>
        <p:spPr>
          <a:xfrm xmlns:a="http://schemas.openxmlformats.org/drawingml/2006/main">
            <a:off x="294322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Provider acceptance</a:t>
            </a:r>
          </a:p>
        </p:txBody>
      </p:sp>
      <p:sp>
        <p:nvSpPr>
          <p:cNvPr id="18" name="">
            <a:extLst xmlns:a="http://schemas.openxmlformats.org/drawingml/2006/main">
              <a:ext uri="{FF2B5EF4-FFF2-40B4-BE49-F238E27FC236}">
                <a16:creationId xmlns:a16="http://schemas.microsoft.com/office/drawing/2014/main" id="{A7037BCB-2C2F-4602-BFEC-2BD90960F3F2}"/>
              </a:ext>
            </a:extLst>
          </p:cNvPr>
          <p:cNvSpPr>
            <a:spLocks xmlns:a="http://schemas.openxmlformats.org/drawingml/2006/main" noGrp="1"/>
          </p:cNvSpPr>
          <p:nvPr/>
        </p:nvSpPr>
        <p:spPr>
          <a:xfrm xmlns:a="http://schemas.openxmlformats.org/drawingml/2006/main">
            <a:off x="4848225" y="5581650"/>
            <a:ext cx="238125" cy="0"/>
          </a:xfrm>
          <a:prstGeom xmlns:a="http://schemas.openxmlformats.org/drawingml/2006/main" prst="line">
            <a:avLst/>
          </a:prstGeom>
          <a:ln xmlns:a="http://schemas.openxmlformats.org/drawingml/2006/main" w="19050">
            <a:solidFill>
              <a:srgbClr val="1557FF"/>
            </a:solidFill>
          </a:ln>
        </p:spPr>
      </p:sp>
      <p:sp>
        <p:nvSpPr>
          <p:cNvPr id="19" name="">
            <a:extLst xmlns:a="http://schemas.openxmlformats.org/drawingml/2006/main">
              <a:ext uri="{FF2B5EF4-FFF2-40B4-BE49-F238E27FC236}">
                <a16:creationId xmlns:a16="http://schemas.microsoft.com/office/drawing/2014/main" id="{7FB3EAAE-45D5-4DE6-97EE-FD4799869612}"/>
              </a:ext>
            </a:extLst>
          </p:cNvPr>
          <p:cNvSpPr>
            <a:spLocks xmlns:a="http://schemas.openxmlformats.org/drawingml/2006/main" noGrp="1"/>
          </p:cNvSpPr>
          <p:nvPr/>
        </p:nvSpPr>
        <p:spPr>
          <a:xfrm xmlns:a="http://schemas.openxmlformats.org/drawingml/2006/main">
            <a:off x="4991100"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0" name="">
            <a:extLst xmlns:a="http://schemas.openxmlformats.org/drawingml/2006/main">
              <a:ext uri="{FF2B5EF4-FFF2-40B4-BE49-F238E27FC236}">
                <a16:creationId xmlns:a16="http://schemas.microsoft.com/office/drawing/2014/main" id="{E7D7F8ED-60AC-4723-942A-2B2D5D2DB360}"/>
              </a:ext>
            </a:extLst>
          </p:cNvPr>
          <p:cNvSpPr>
            <a:spLocks xmlns:a="http://schemas.openxmlformats.org/drawingml/2006/main" noGrp="1"/>
          </p:cNvSpPr>
          <p:nvPr/>
        </p:nvSpPr>
        <p:spPr>
          <a:xfrm xmlns:a="http://schemas.openxmlformats.org/drawingml/2006/main">
            <a:off x="508635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1" name="">
            <a:extLst xmlns:a="http://schemas.openxmlformats.org/drawingml/2006/main">
              <a:ext uri="{FF2B5EF4-FFF2-40B4-BE49-F238E27FC236}">
                <a16:creationId xmlns:a16="http://schemas.microsoft.com/office/drawing/2014/main" id="{ABD70B6B-1AB6-42DF-BE94-720C7233EDAC}"/>
              </a:ext>
            </a:extLst>
          </p:cNvPr>
          <p:cNvSpPr>
            <a:spLocks xmlns:a="http://schemas.openxmlformats.org/drawingml/2006/main" noGrp="1"/>
          </p:cNvSpPr>
          <p:nvPr/>
        </p:nvSpPr>
        <p:spPr>
          <a:xfrm xmlns:a="http://schemas.openxmlformats.org/drawingml/2006/main">
            <a:off x="508635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22" name="">
            <a:extLst xmlns:a="http://schemas.openxmlformats.org/drawingml/2006/main">
              <a:ext uri="{FF2B5EF4-FFF2-40B4-BE49-F238E27FC236}">
                <a16:creationId xmlns:a16="http://schemas.microsoft.com/office/drawing/2014/main" id="{78DE41FC-C56A-4831-88F0-450F12AF6C5E}"/>
              </a:ext>
            </a:extLst>
          </p:cNvPr>
          <p:cNvSpPr>
            <a:spLocks xmlns:a="http://schemas.openxmlformats.org/drawingml/2006/main" noGrp="1"/>
          </p:cNvSpPr>
          <p:nvPr/>
        </p:nvSpPr>
        <p:spPr>
          <a:xfrm xmlns:a="http://schemas.openxmlformats.org/drawingml/2006/main">
            <a:off x="520065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Checkout</a:t>
            </a:r>
          </a:p>
        </p:txBody>
      </p:sp>
      <p:sp>
        <p:nvSpPr>
          <p:cNvPr id="23" name="">
            <a:extLst xmlns:a="http://schemas.openxmlformats.org/drawingml/2006/main">
              <a:ext uri="{FF2B5EF4-FFF2-40B4-BE49-F238E27FC236}">
                <a16:creationId xmlns:a16="http://schemas.microsoft.com/office/drawing/2014/main" id="{1EFF030D-95CB-4804-8D46-85C44045B474}"/>
              </a:ext>
            </a:extLst>
          </p:cNvPr>
          <p:cNvSpPr>
            <a:spLocks xmlns:a="http://schemas.openxmlformats.org/drawingml/2006/main" noGrp="1"/>
          </p:cNvSpPr>
          <p:nvPr/>
        </p:nvSpPr>
        <p:spPr>
          <a:xfrm xmlns:a="http://schemas.openxmlformats.org/drawingml/2006/main">
            <a:off x="7105650" y="5581650"/>
            <a:ext cx="238125" cy="0"/>
          </a:xfrm>
          <a:prstGeom xmlns:a="http://schemas.openxmlformats.org/drawingml/2006/main" prst="line">
            <a:avLst/>
          </a:prstGeom>
          <a:ln xmlns:a="http://schemas.openxmlformats.org/drawingml/2006/main" w="19050">
            <a:solidFill>
              <a:srgbClr val="1557FF"/>
            </a:solidFill>
          </a:ln>
        </p:spPr>
      </p:sp>
      <p:sp>
        <p:nvSpPr>
          <p:cNvPr id="24" name="">
            <a:extLst xmlns:a="http://schemas.openxmlformats.org/drawingml/2006/main">
              <a:ext uri="{FF2B5EF4-FFF2-40B4-BE49-F238E27FC236}">
                <a16:creationId xmlns:a16="http://schemas.microsoft.com/office/drawing/2014/main" id="{50C068AB-7D56-4B91-A3A4-8BC0C446CD66}"/>
              </a:ext>
            </a:extLst>
          </p:cNvPr>
          <p:cNvSpPr>
            <a:spLocks xmlns:a="http://schemas.openxmlformats.org/drawingml/2006/main" noGrp="1"/>
          </p:cNvSpPr>
          <p:nvPr/>
        </p:nvSpPr>
        <p:spPr>
          <a:xfrm xmlns:a="http://schemas.openxmlformats.org/drawingml/2006/main">
            <a:off x="7248525"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25" name="">
            <a:extLst xmlns:a="http://schemas.openxmlformats.org/drawingml/2006/main">
              <a:ext uri="{FF2B5EF4-FFF2-40B4-BE49-F238E27FC236}">
                <a16:creationId xmlns:a16="http://schemas.microsoft.com/office/drawing/2014/main" id="{D5008BF8-064B-4A58-8C5B-6735D46E55E9}"/>
              </a:ext>
            </a:extLst>
          </p:cNvPr>
          <p:cNvSpPr>
            <a:spLocks xmlns:a="http://schemas.openxmlformats.org/drawingml/2006/main" noGrp="1"/>
          </p:cNvSpPr>
          <p:nvPr/>
        </p:nvSpPr>
        <p:spPr>
          <a:xfrm xmlns:a="http://schemas.openxmlformats.org/drawingml/2006/main">
            <a:off x="7343775"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26" name="">
            <a:extLst xmlns:a="http://schemas.openxmlformats.org/drawingml/2006/main">
              <a:ext uri="{FF2B5EF4-FFF2-40B4-BE49-F238E27FC236}">
                <a16:creationId xmlns:a16="http://schemas.microsoft.com/office/drawing/2014/main" id="{FC7F4E66-2EA4-4AEE-A01B-5BFF54E55238}"/>
              </a:ext>
            </a:extLst>
          </p:cNvPr>
          <p:cNvSpPr>
            <a:spLocks xmlns:a="http://schemas.openxmlformats.org/drawingml/2006/main" noGrp="1"/>
          </p:cNvSpPr>
          <p:nvPr/>
        </p:nvSpPr>
        <p:spPr>
          <a:xfrm xmlns:a="http://schemas.openxmlformats.org/drawingml/2006/main">
            <a:off x="7343775"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7" name="">
            <a:extLst xmlns:a="http://schemas.openxmlformats.org/drawingml/2006/main">
              <a:ext uri="{FF2B5EF4-FFF2-40B4-BE49-F238E27FC236}">
                <a16:creationId xmlns:a16="http://schemas.microsoft.com/office/drawing/2014/main" id="{9590008D-A413-4DD1-9888-9213B8A4D5A8}"/>
              </a:ext>
            </a:extLst>
          </p:cNvPr>
          <p:cNvSpPr>
            <a:spLocks xmlns:a="http://schemas.openxmlformats.org/drawingml/2006/main" noGrp="1"/>
          </p:cNvSpPr>
          <p:nvPr/>
        </p:nvSpPr>
        <p:spPr>
          <a:xfrm xmlns:a="http://schemas.openxmlformats.org/drawingml/2006/main">
            <a:off x="7458075"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Confirmed booking</a:t>
            </a:r>
          </a:p>
        </p:txBody>
      </p:sp>
      <p:sp>
        <p:nvSpPr>
          <p:cNvPr id="28" name="">
            <a:extLst xmlns:a="http://schemas.openxmlformats.org/drawingml/2006/main">
              <a:ext uri="{FF2B5EF4-FFF2-40B4-BE49-F238E27FC236}">
                <a16:creationId xmlns:a16="http://schemas.microsoft.com/office/drawing/2014/main" id="{E2F6870C-11F4-4559-B2A5-15749956C9D9}"/>
              </a:ext>
            </a:extLst>
          </p:cNvPr>
          <p:cNvSpPr>
            <a:spLocks xmlns:a="http://schemas.openxmlformats.org/drawingml/2006/main" noGrp="1"/>
          </p:cNvSpPr>
          <p:nvPr/>
        </p:nvSpPr>
        <p:spPr>
          <a:xfrm xmlns:a="http://schemas.openxmlformats.org/drawingml/2006/main">
            <a:off x="9363075" y="5581650"/>
            <a:ext cx="238125" cy="0"/>
          </a:xfrm>
          <a:prstGeom xmlns:a="http://schemas.openxmlformats.org/drawingml/2006/main" prst="line">
            <a:avLst/>
          </a:prstGeom>
          <a:ln xmlns:a="http://schemas.openxmlformats.org/drawingml/2006/main" w="19050">
            <a:solidFill>
              <a:srgbClr val="1557FF"/>
            </a:solidFill>
          </a:ln>
        </p:spPr>
      </p:sp>
      <p:sp>
        <p:nvSpPr>
          <p:cNvPr id="29" name="">
            <a:extLst xmlns:a="http://schemas.openxmlformats.org/drawingml/2006/main">
              <a:ext uri="{FF2B5EF4-FFF2-40B4-BE49-F238E27FC236}">
                <a16:creationId xmlns:a16="http://schemas.microsoft.com/office/drawing/2014/main" id="{7FABC0DB-AB5F-4CD2-8256-6EE12B75714C}"/>
              </a:ext>
            </a:extLst>
          </p:cNvPr>
          <p:cNvSpPr>
            <a:spLocks xmlns:a="http://schemas.openxmlformats.org/drawingml/2006/main" noGrp="1"/>
          </p:cNvSpPr>
          <p:nvPr/>
        </p:nvSpPr>
        <p:spPr>
          <a:xfrm xmlns:a="http://schemas.openxmlformats.org/drawingml/2006/main">
            <a:off x="9505950" y="5391150"/>
            <a:ext cx="228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57FF"/>
                </a:solidFill>
              </a:defRPr>
            </a:defPPr>
          </a:lstStyle>
          <a:p xmlns:a="http://schemas.openxmlformats.org/drawingml/2006/main">
            <a:pPr>
              <a:defRPr sz="2400" b="1">
                <a:solidFill>
                  <a:srgbClr val="1557FF"/>
                </a:solidFill>
              </a:defRPr>
            </a:pPr>
            <a:r>
              <a:rPr sz="2400" b="1">
                <a:solidFill>
                  <a:srgbClr val="1557FF"/>
                </a:solidFill>
              </a:rPr>
              <a:t>›</a:t>
            </a:r>
          </a:p>
        </p:txBody>
      </p:sp>
      <p:sp>
        <p:nvSpPr>
          <p:cNvPr id="30" name="">
            <a:extLst xmlns:a="http://schemas.openxmlformats.org/drawingml/2006/main">
              <a:ext uri="{FF2B5EF4-FFF2-40B4-BE49-F238E27FC236}">
                <a16:creationId xmlns:a16="http://schemas.microsoft.com/office/drawing/2014/main" id="{74619E04-F73D-45C9-8F89-038B63DB1795}"/>
              </a:ext>
            </a:extLst>
          </p:cNvPr>
          <p:cNvSpPr>
            <a:spLocks xmlns:a="http://schemas.openxmlformats.org/drawingml/2006/main" noGrp="1"/>
          </p:cNvSpPr>
          <p:nvPr/>
        </p:nvSpPr>
        <p:spPr>
          <a:xfrm xmlns:a="http://schemas.openxmlformats.org/drawingml/2006/main">
            <a:off x="9601200" y="5362575"/>
            <a:ext cx="2019300" cy="866775"/>
          </a:xfrm>
          <a:prstGeom xmlns:a="http://schemas.openxmlformats.org/drawingml/2006/main" prst="rect">
            <a:avLst/>
          </a:prstGeom>
          <a:solidFill xmlns:a="http://schemas.openxmlformats.org/drawingml/2006/main">
            <a:srgbClr val="FFFFFF"/>
          </a:solidFill>
          <a:ln xmlns:a="http://schemas.openxmlformats.org/drawingml/2006/main" w="9525">
            <a:solidFill>
              <a:srgbClr val="DADCE2"/>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1" name="">
            <a:extLst xmlns:a="http://schemas.openxmlformats.org/drawingml/2006/main">
              <a:ext uri="{FF2B5EF4-FFF2-40B4-BE49-F238E27FC236}">
                <a16:creationId xmlns:a16="http://schemas.microsoft.com/office/drawing/2014/main" id="{021B1363-05EE-410E-9E67-FCF14E51925B}"/>
              </a:ext>
            </a:extLst>
          </p:cNvPr>
          <p:cNvSpPr>
            <a:spLocks xmlns:a="http://schemas.openxmlformats.org/drawingml/2006/main" noGrp="1"/>
          </p:cNvSpPr>
          <p:nvPr/>
        </p:nvSpPr>
        <p:spPr>
          <a:xfrm xmlns:a="http://schemas.openxmlformats.org/drawingml/2006/main">
            <a:off x="9601200" y="53625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5</a:t>
            </a:r>
          </a:p>
        </p:txBody>
      </p:sp>
      <p:sp>
        <p:nvSpPr>
          <p:cNvPr id="32" name="">
            <a:extLst xmlns:a="http://schemas.openxmlformats.org/drawingml/2006/main">
              <a:ext uri="{FF2B5EF4-FFF2-40B4-BE49-F238E27FC236}">
                <a16:creationId xmlns:a16="http://schemas.microsoft.com/office/drawing/2014/main" id="{4E0E267A-FBE4-4D14-8CFF-E21FEBC6EAF8}"/>
              </a:ext>
            </a:extLst>
          </p:cNvPr>
          <p:cNvSpPr>
            <a:spLocks xmlns:a="http://schemas.openxmlformats.org/drawingml/2006/main" noGrp="1"/>
          </p:cNvSpPr>
          <p:nvPr/>
        </p:nvSpPr>
        <p:spPr>
          <a:xfrm xmlns:a="http://schemas.openxmlformats.org/drawingml/2006/main">
            <a:off x="9715500" y="58293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5191D"/>
                </a:solidFill>
              </a:defRPr>
            </a:defPPr>
          </a:lstStyle>
          <a:p xmlns:a="http://schemas.openxmlformats.org/drawingml/2006/main">
            <a:pPr>
              <a:defRPr sz="1425" b="1">
                <a:solidFill>
                  <a:srgbClr val="15191D"/>
                </a:solidFill>
              </a:defRPr>
            </a:pPr>
            <a:r>
              <a:rPr sz="1425" b="1">
                <a:solidFill>
                  <a:srgbClr val="15191D"/>
                </a:solidFill>
              </a:rPr>
              <a:t>Completion review</a:t>
            </a:r>
          </a:p>
        </p:txBody>
      </p:sp>
    </p:spTree>
    <p:extLst>
      <p:ext uri="{BB962C8B-B14F-4D97-AF65-F5344CB8AC3E}">
        <p14:creationId xmlns:p14="http://schemas.microsoft.com/office/powerpoint/2010/main" val="13146949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3" name="">
            <a:extLst xmlns:a="http://schemas.openxmlformats.org/drawingml/2006/main">
              <a:ext uri="{FF2B5EF4-FFF2-40B4-BE49-F238E27FC236}">
                <a16:creationId xmlns:a16="http://schemas.microsoft.com/office/drawing/2014/main" id="{6093F7AE-085D-4C7E-AB96-750010009BF9}"/>
              </a:ext>
            </a:extLst>
          </p:cNvPr>
          <p:cNvPicPr>
            <a:picLocks xmlns:a="http://schemas.openxmlformats.org/drawingml/2006/main" noChangeAspect="1"/>
          </p:cNvPicPr>
          <p:nvPr/>
        </p:nvPicPr>
        <p:blipFill>
          <a:blip xmlns:r="http://schemas.openxmlformats.org/officeDocument/2006/relationships" xmlns:a="http://schemas.openxmlformats.org/drawingml/2006/main" r:embed="R5273b80673e945ae"/>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EE586B4-3AEB-4FDE-B393-C66EF98B30E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2FDB5ED7-746E-4268-A18B-5A08390747F0}"/>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Challenges &amp; Current Limitations</a:t>
            </a:r>
          </a:p>
        </p:txBody>
      </p:sp>
      <p:sp>
        <p:nvSpPr>
          <p:cNvPr id="4" name="">
            <a:extLst xmlns:a="http://schemas.openxmlformats.org/drawingml/2006/main">
              <a:ext uri="{FF2B5EF4-FFF2-40B4-BE49-F238E27FC236}">
                <a16:creationId xmlns:a16="http://schemas.microsoft.com/office/drawing/2014/main" id="{EAD00471-0AAF-4A90-8127-D45E9C71C038}"/>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3FDB9836-3CEA-4844-942D-0BBF17FABDC4}"/>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5E2D9FDE-1F83-489F-BC20-F33B3C67F143}"/>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11</a:t>
            </a:r>
          </a:p>
        </p:txBody>
      </p:sp>
      <p:sp>
        <p:nvSpPr>
          <p:cNvPr id="7" name="">
            <a:extLst xmlns:a="http://schemas.openxmlformats.org/drawingml/2006/main">
              <a:ext uri="{FF2B5EF4-FFF2-40B4-BE49-F238E27FC236}">
                <a16:creationId xmlns:a16="http://schemas.microsoft.com/office/drawing/2014/main" id="{BCFA7114-FDAB-41FF-82FC-2AD09C7697F2}"/>
              </a:ext>
            </a:extLst>
          </p:cNvPr>
          <p:cNvSpPr>
            <a:spLocks xmlns:a="http://schemas.openxmlformats.org/drawingml/2006/main" noGrp="1"/>
          </p:cNvSpPr>
          <p:nvPr/>
        </p:nvSpPr>
        <p:spPr>
          <a:xfrm xmlns:a="http://schemas.openxmlformats.org/drawingml/2006/main">
            <a:off x="571500" y="15716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Implementation safeguards</a:t>
            </a:r>
          </a:p>
        </p:txBody>
      </p:sp>
      <p:sp>
        <p:nvSpPr>
          <p:cNvPr id="8" name="">
            <a:extLst xmlns:a="http://schemas.openxmlformats.org/drawingml/2006/main">
              <a:ext uri="{FF2B5EF4-FFF2-40B4-BE49-F238E27FC236}">
                <a16:creationId xmlns:a16="http://schemas.microsoft.com/office/drawing/2014/main" id="{E1E572C8-57C3-47CF-95DA-BE3BD4A60093}"/>
              </a:ext>
            </a:extLst>
          </p:cNvPr>
          <p:cNvSpPr>
            <a:spLocks xmlns:a="http://schemas.openxmlformats.org/drawingml/2006/main" noGrp="1"/>
          </p:cNvSpPr>
          <p:nvPr/>
        </p:nvSpPr>
        <p:spPr>
          <a:xfrm xmlns:a="http://schemas.openxmlformats.org/drawingml/2006/main">
            <a:off x="6524625" y="1571625"/>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5191D"/>
                </a:solidFill>
              </a:defRPr>
            </a:defPPr>
          </a:lstStyle>
          <a:p xmlns:a="http://schemas.openxmlformats.org/drawingml/2006/main">
            <a:pPr>
              <a:defRPr sz="2025" b="1">
                <a:solidFill>
                  <a:srgbClr val="15191D"/>
                </a:solidFill>
              </a:defRPr>
            </a:pPr>
            <a:r>
              <a:rPr sz="2025" b="1">
                <a:solidFill>
                  <a:srgbClr val="15191D"/>
                </a:solidFill>
              </a:rPr>
              <a:t>Production dependencies</a:t>
            </a:r>
          </a:p>
        </p:txBody>
      </p:sp>
      <p:sp>
        <p:nvSpPr>
          <p:cNvPr id="9" name="">
            <a:extLst xmlns:a="http://schemas.openxmlformats.org/drawingml/2006/main">
              <a:ext uri="{FF2B5EF4-FFF2-40B4-BE49-F238E27FC236}">
                <a16:creationId xmlns:a16="http://schemas.microsoft.com/office/drawing/2014/main" id="{E3CF911A-D629-417A-B1DE-10C0EA89BEBA}"/>
              </a:ext>
            </a:extLst>
          </p:cNvPr>
          <p:cNvSpPr>
            <a:spLocks xmlns:a="http://schemas.openxmlformats.org/drawingml/2006/main" noGrp="1"/>
          </p:cNvSpPr>
          <p:nvPr/>
        </p:nvSpPr>
        <p:spPr>
          <a:xfrm xmlns:a="http://schemas.openxmlformats.org/drawingml/2006/main">
            <a:off x="571500"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1</a:t>
            </a:r>
          </a:p>
        </p:txBody>
      </p:sp>
      <p:sp>
        <p:nvSpPr>
          <p:cNvPr id="10" name="">
            <a:extLst xmlns:a="http://schemas.openxmlformats.org/drawingml/2006/main">
              <a:ext uri="{FF2B5EF4-FFF2-40B4-BE49-F238E27FC236}">
                <a16:creationId xmlns:a16="http://schemas.microsoft.com/office/drawing/2014/main" id="{039B79C6-F592-4637-9934-1AE4A115D33F}"/>
              </a:ext>
            </a:extLst>
          </p:cNvPr>
          <p:cNvSpPr>
            <a:spLocks xmlns:a="http://schemas.openxmlformats.org/drawingml/2006/main" noGrp="1"/>
          </p:cNvSpPr>
          <p:nvPr/>
        </p:nvSpPr>
        <p:spPr>
          <a:xfrm xmlns:a="http://schemas.openxmlformats.org/drawingml/2006/main">
            <a:off x="1104900"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Slot Conflicts</a:t>
            </a:r>
          </a:p>
        </p:txBody>
      </p:sp>
      <p:sp>
        <p:nvSpPr>
          <p:cNvPr id="11" name="">
            <a:extLst xmlns:a="http://schemas.openxmlformats.org/drawingml/2006/main">
              <a:ext uri="{FF2B5EF4-FFF2-40B4-BE49-F238E27FC236}">
                <a16:creationId xmlns:a16="http://schemas.microsoft.com/office/drawing/2014/main" id="{98EE6C4C-BE99-4C40-BB3F-1E3D17F801C1}"/>
              </a:ext>
            </a:extLst>
          </p:cNvPr>
          <p:cNvSpPr>
            <a:spLocks xmlns:a="http://schemas.openxmlformats.org/drawingml/2006/main" noGrp="1"/>
          </p:cNvSpPr>
          <p:nvPr/>
        </p:nvSpPr>
        <p:spPr>
          <a:xfrm xmlns:a="http://schemas.openxmlformats.org/drawingml/2006/main">
            <a:off x="1104900"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Concurrent requests can target the same time.</a:t>
            </a:r>
          </a:p>
        </p:txBody>
      </p:sp>
      <p:sp>
        <p:nvSpPr>
          <p:cNvPr id="12" name="">
            <a:extLst xmlns:a="http://schemas.openxmlformats.org/drawingml/2006/main">
              <a:ext uri="{FF2B5EF4-FFF2-40B4-BE49-F238E27FC236}">
                <a16:creationId xmlns:a16="http://schemas.microsoft.com/office/drawing/2014/main" id="{96AAA0B1-E1C2-4115-967E-2143C88BFF4D}"/>
              </a:ext>
            </a:extLst>
          </p:cNvPr>
          <p:cNvSpPr>
            <a:spLocks xmlns:a="http://schemas.openxmlformats.org/drawingml/2006/main" noGrp="1"/>
          </p:cNvSpPr>
          <p:nvPr/>
        </p:nvSpPr>
        <p:spPr>
          <a:xfrm xmlns:a="http://schemas.openxmlformats.org/drawingml/2006/main">
            <a:off x="1104900"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Availability holds and conflict checks protect booking slots.</a:t>
            </a:r>
          </a:p>
        </p:txBody>
      </p:sp>
      <p:sp>
        <p:nvSpPr>
          <p:cNvPr id="13" name="">
            <a:extLst xmlns:a="http://schemas.openxmlformats.org/drawingml/2006/main">
              <a:ext uri="{FF2B5EF4-FFF2-40B4-BE49-F238E27FC236}">
                <a16:creationId xmlns:a16="http://schemas.microsoft.com/office/drawing/2014/main" id="{CFB7C21E-3460-4986-9470-38FEC2CC1FF6}"/>
              </a:ext>
            </a:extLst>
          </p:cNvPr>
          <p:cNvSpPr>
            <a:spLocks xmlns:a="http://schemas.openxmlformats.org/drawingml/2006/main" noGrp="1"/>
          </p:cNvSpPr>
          <p:nvPr/>
        </p:nvSpPr>
        <p:spPr>
          <a:xfrm xmlns:a="http://schemas.openxmlformats.org/drawingml/2006/main">
            <a:off x="571500"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2</a:t>
            </a:r>
          </a:p>
        </p:txBody>
      </p:sp>
      <p:sp>
        <p:nvSpPr>
          <p:cNvPr id="14" name="">
            <a:extLst xmlns:a="http://schemas.openxmlformats.org/drawingml/2006/main">
              <a:ext uri="{FF2B5EF4-FFF2-40B4-BE49-F238E27FC236}">
                <a16:creationId xmlns:a16="http://schemas.microsoft.com/office/drawing/2014/main" id="{B7AFE349-74A5-476C-A979-099916EE71D3}"/>
              </a:ext>
            </a:extLst>
          </p:cNvPr>
          <p:cNvSpPr>
            <a:spLocks xmlns:a="http://schemas.openxmlformats.org/drawingml/2006/main" noGrp="1"/>
          </p:cNvSpPr>
          <p:nvPr/>
        </p:nvSpPr>
        <p:spPr>
          <a:xfrm xmlns:a="http://schemas.openxmlformats.org/drawingml/2006/main">
            <a:off x="1104900"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Payment Events</a:t>
            </a:r>
          </a:p>
        </p:txBody>
      </p:sp>
      <p:sp>
        <p:nvSpPr>
          <p:cNvPr id="15" name="">
            <a:extLst xmlns:a="http://schemas.openxmlformats.org/drawingml/2006/main">
              <a:ext uri="{FF2B5EF4-FFF2-40B4-BE49-F238E27FC236}">
                <a16:creationId xmlns:a16="http://schemas.microsoft.com/office/drawing/2014/main" id="{EE8D6039-D55E-4A88-870B-B358F91E4744}"/>
              </a:ext>
            </a:extLst>
          </p:cNvPr>
          <p:cNvSpPr>
            <a:spLocks xmlns:a="http://schemas.openxmlformats.org/drawingml/2006/main" noGrp="1"/>
          </p:cNvSpPr>
          <p:nvPr/>
        </p:nvSpPr>
        <p:spPr>
          <a:xfrm xmlns:a="http://schemas.openxmlformats.org/drawingml/2006/main">
            <a:off x="1104900"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Checkout retries and webhooks can repeat.</a:t>
            </a:r>
          </a:p>
        </p:txBody>
      </p:sp>
      <p:sp>
        <p:nvSpPr>
          <p:cNvPr id="16" name="">
            <a:extLst xmlns:a="http://schemas.openxmlformats.org/drawingml/2006/main">
              <a:ext uri="{FF2B5EF4-FFF2-40B4-BE49-F238E27FC236}">
                <a16:creationId xmlns:a16="http://schemas.microsoft.com/office/drawing/2014/main" id="{6B549A85-90B3-4928-A3E0-A665C2804895}"/>
              </a:ext>
            </a:extLst>
          </p:cNvPr>
          <p:cNvSpPr>
            <a:spLocks xmlns:a="http://schemas.openxmlformats.org/drawingml/2006/main" noGrp="1"/>
          </p:cNvSpPr>
          <p:nvPr/>
        </p:nvSpPr>
        <p:spPr>
          <a:xfrm xmlns:a="http://schemas.openxmlformats.org/drawingml/2006/main">
            <a:off x="1104900"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Signature checks and event records support safe processing.</a:t>
            </a:r>
          </a:p>
        </p:txBody>
      </p:sp>
      <p:sp>
        <p:nvSpPr>
          <p:cNvPr id="17" name="">
            <a:extLst xmlns:a="http://schemas.openxmlformats.org/drawingml/2006/main">
              <a:ext uri="{FF2B5EF4-FFF2-40B4-BE49-F238E27FC236}">
                <a16:creationId xmlns:a16="http://schemas.microsoft.com/office/drawing/2014/main" id="{BF4DA949-D094-47C6-8F17-C96B67D18A62}"/>
              </a:ext>
            </a:extLst>
          </p:cNvPr>
          <p:cNvSpPr>
            <a:spLocks xmlns:a="http://schemas.openxmlformats.org/drawingml/2006/main" noGrp="1"/>
          </p:cNvSpPr>
          <p:nvPr/>
        </p:nvSpPr>
        <p:spPr>
          <a:xfrm xmlns:a="http://schemas.openxmlformats.org/drawingml/2006/main">
            <a:off x="571500"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3</a:t>
            </a:r>
          </a:p>
        </p:txBody>
      </p:sp>
      <p:sp>
        <p:nvSpPr>
          <p:cNvPr id="18" name="">
            <a:extLst xmlns:a="http://schemas.openxmlformats.org/drawingml/2006/main">
              <a:ext uri="{FF2B5EF4-FFF2-40B4-BE49-F238E27FC236}">
                <a16:creationId xmlns:a16="http://schemas.microsoft.com/office/drawing/2014/main" id="{0335A089-511C-423C-AC86-19CC5A6209F0}"/>
              </a:ext>
            </a:extLst>
          </p:cNvPr>
          <p:cNvSpPr>
            <a:spLocks xmlns:a="http://schemas.openxmlformats.org/drawingml/2006/main" noGrp="1"/>
          </p:cNvSpPr>
          <p:nvPr/>
        </p:nvSpPr>
        <p:spPr>
          <a:xfrm xmlns:a="http://schemas.openxmlformats.org/drawingml/2006/main">
            <a:off x="1104900"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Role Isolation</a:t>
            </a:r>
          </a:p>
        </p:txBody>
      </p:sp>
      <p:sp>
        <p:nvSpPr>
          <p:cNvPr id="19" name="">
            <a:extLst xmlns:a="http://schemas.openxmlformats.org/drawingml/2006/main">
              <a:ext uri="{FF2B5EF4-FFF2-40B4-BE49-F238E27FC236}">
                <a16:creationId xmlns:a16="http://schemas.microsoft.com/office/drawing/2014/main" id="{E2287A4D-BAFC-4369-820B-8E6E6CD69BAE}"/>
              </a:ext>
            </a:extLst>
          </p:cNvPr>
          <p:cNvSpPr>
            <a:spLocks xmlns:a="http://schemas.openxmlformats.org/drawingml/2006/main" noGrp="1"/>
          </p:cNvSpPr>
          <p:nvPr/>
        </p:nvSpPr>
        <p:spPr>
          <a:xfrm xmlns:a="http://schemas.openxmlformats.org/drawingml/2006/main">
            <a:off x="1104900"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Users need different data and permissions.</a:t>
            </a:r>
          </a:p>
        </p:txBody>
      </p:sp>
      <p:sp>
        <p:nvSpPr>
          <p:cNvPr id="20" name="">
            <a:extLst xmlns:a="http://schemas.openxmlformats.org/drawingml/2006/main">
              <a:ext uri="{FF2B5EF4-FFF2-40B4-BE49-F238E27FC236}">
                <a16:creationId xmlns:a16="http://schemas.microsoft.com/office/drawing/2014/main" id="{3800A801-4BE4-44C1-9879-793CA09D17B9}"/>
              </a:ext>
            </a:extLst>
          </p:cNvPr>
          <p:cNvSpPr>
            <a:spLocks xmlns:a="http://schemas.openxmlformats.org/drawingml/2006/main" noGrp="1"/>
          </p:cNvSpPr>
          <p:nvPr/>
        </p:nvSpPr>
        <p:spPr>
          <a:xfrm xmlns:a="http://schemas.openxmlformats.org/drawingml/2006/main">
            <a:off x="1104900"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Role and participant checks guard protected operations.</a:t>
            </a:r>
          </a:p>
        </p:txBody>
      </p:sp>
      <p:sp>
        <p:nvSpPr>
          <p:cNvPr id="21" name="">
            <a:extLst xmlns:a="http://schemas.openxmlformats.org/drawingml/2006/main">
              <a:ext uri="{FF2B5EF4-FFF2-40B4-BE49-F238E27FC236}">
                <a16:creationId xmlns:a16="http://schemas.microsoft.com/office/drawing/2014/main" id="{DA791D22-598E-4CD2-85F7-9CE83705A2E5}"/>
              </a:ext>
            </a:extLst>
          </p:cNvPr>
          <p:cNvSpPr>
            <a:spLocks xmlns:a="http://schemas.openxmlformats.org/drawingml/2006/main" noGrp="1"/>
          </p:cNvSpPr>
          <p:nvPr/>
        </p:nvSpPr>
        <p:spPr>
          <a:xfrm xmlns:a="http://schemas.openxmlformats.org/drawingml/2006/main">
            <a:off x="6524625" y="215265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4</a:t>
            </a:r>
          </a:p>
        </p:txBody>
      </p:sp>
      <p:sp>
        <p:nvSpPr>
          <p:cNvPr id="22" name="">
            <a:extLst xmlns:a="http://schemas.openxmlformats.org/drawingml/2006/main">
              <a:ext uri="{FF2B5EF4-FFF2-40B4-BE49-F238E27FC236}">
                <a16:creationId xmlns:a16="http://schemas.microsoft.com/office/drawing/2014/main" id="{9B2BB616-02D3-48C5-A09C-E28134601ECE}"/>
              </a:ext>
            </a:extLst>
          </p:cNvPr>
          <p:cNvSpPr>
            <a:spLocks xmlns:a="http://schemas.openxmlformats.org/drawingml/2006/main" noGrp="1"/>
          </p:cNvSpPr>
          <p:nvPr/>
        </p:nvSpPr>
        <p:spPr>
          <a:xfrm xmlns:a="http://schemas.openxmlformats.org/drawingml/2006/main">
            <a:off x="7058025" y="215265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Provider KYC</a:t>
            </a:r>
          </a:p>
        </p:txBody>
      </p:sp>
      <p:sp>
        <p:nvSpPr>
          <p:cNvPr id="23" name="">
            <a:extLst xmlns:a="http://schemas.openxmlformats.org/drawingml/2006/main">
              <a:ext uri="{FF2B5EF4-FFF2-40B4-BE49-F238E27FC236}">
                <a16:creationId xmlns:a16="http://schemas.microsoft.com/office/drawing/2014/main" id="{8D5099B0-F6B0-44ED-8BAD-0F4F27C3E8F1}"/>
              </a:ext>
            </a:extLst>
          </p:cNvPr>
          <p:cNvSpPr>
            <a:spLocks xmlns:a="http://schemas.openxmlformats.org/drawingml/2006/main" noGrp="1"/>
          </p:cNvSpPr>
          <p:nvPr/>
        </p:nvSpPr>
        <p:spPr>
          <a:xfrm xmlns:a="http://schemas.openxmlformats.org/drawingml/2006/main">
            <a:off x="7058025" y="252412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Live identity verification needs a vendor.</a:t>
            </a:r>
          </a:p>
        </p:txBody>
      </p:sp>
      <p:sp>
        <p:nvSpPr>
          <p:cNvPr id="24" name="">
            <a:extLst xmlns:a="http://schemas.openxmlformats.org/drawingml/2006/main">
              <a:ext uri="{FF2B5EF4-FFF2-40B4-BE49-F238E27FC236}">
                <a16:creationId xmlns:a16="http://schemas.microsoft.com/office/drawing/2014/main" id="{2C32143A-0686-44C5-9E23-006F99874DFD}"/>
              </a:ext>
            </a:extLst>
          </p:cNvPr>
          <p:cNvSpPr>
            <a:spLocks xmlns:a="http://schemas.openxmlformats.org/drawingml/2006/main" noGrp="1"/>
          </p:cNvSpPr>
          <p:nvPr/>
        </p:nvSpPr>
        <p:spPr>
          <a:xfrm xmlns:a="http://schemas.openxmlformats.org/drawingml/2006/main">
            <a:off x="7058025" y="298132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Production adapter and vendor configuration remain pending.</a:t>
            </a:r>
          </a:p>
        </p:txBody>
      </p:sp>
      <p:sp>
        <p:nvSpPr>
          <p:cNvPr id="25" name="">
            <a:extLst xmlns:a="http://schemas.openxmlformats.org/drawingml/2006/main">
              <a:ext uri="{FF2B5EF4-FFF2-40B4-BE49-F238E27FC236}">
                <a16:creationId xmlns:a16="http://schemas.microsoft.com/office/drawing/2014/main" id="{9A54C1A2-58A6-41B1-B913-A0BEF7F2574B}"/>
              </a:ext>
            </a:extLst>
          </p:cNvPr>
          <p:cNvSpPr>
            <a:spLocks xmlns:a="http://schemas.openxmlformats.org/drawingml/2006/main" noGrp="1"/>
          </p:cNvSpPr>
          <p:nvPr/>
        </p:nvSpPr>
        <p:spPr>
          <a:xfrm xmlns:a="http://schemas.openxmlformats.org/drawingml/2006/main">
            <a:off x="6524625" y="3495675"/>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5</a:t>
            </a:r>
          </a:p>
        </p:txBody>
      </p:sp>
      <p:sp>
        <p:nvSpPr>
          <p:cNvPr id="26" name="">
            <a:extLst xmlns:a="http://schemas.openxmlformats.org/drawingml/2006/main">
              <a:ext uri="{FF2B5EF4-FFF2-40B4-BE49-F238E27FC236}">
                <a16:creationId xmlns:a16="http://schemas.microsoft.com/office/drawing/2014/main" id="{E13129D5-051D-40DD-8C13-65593D068417}"/>
              </a:ext>
            </a:extLst>
          </p:cNvPr>
          <p:cNvSpPr>
            <a:spLocks xmlns:a="http://schemas.openxmlformats.org/drawingml/2006/main" noGrp="1"/>
          </p:cNvSpPr>
          <p:nvPr/>
        </p:nvSpPr>
        <p:spPr>
          <a:xfrm xmlns:a="http://schemas.openxmlformats.org/drawingml/2006/main">
            <a:off x="7058025" y="3495675"/>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Live Payments</a:t>
            </a:r>
          </a:p>
        </p:txBody>
      </p:sp>
      <p:sp>
        <p:nvSpPr>
          <p:cNvPr id="27" name="">
            <a:extLst xmlns:a="http://schemas.openxmlformats.org/drawingml/2006/main">
              <a:ext uri="{FF2B5EF4-FFF2-40B4-BE49-F238E27FC236}">
                <a16:creationId xmlns:a16="http://schemas.microsoft.com/office/drawing/2014/main" id="{5508C4D0-4B61-49D4-A82A-977924823D3A}"/>
              </a:ext>
            </a:extLst>
          </p:cNvPr>
          <p:cNvSpPr>
            <a:spLocks xmlns:a="http://schemas.openxmlformats.org/drawingml/2006/main" noGrp="1"/>
          </p:cNvSpPr>
          <p:nvPr/>
        </p:nvSpPr>
        <p:spPr>
          <a:xfrm xmlns:a="http://schemas.openxmlformats.org/drawingml/2006/main">
            <a:off x="7058025" y="3867150"/>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Real checkout and payouts need approval.</a:t>
            </a:r>
          </a:p>
        </p:txBody>
      </p:sp>
      <p:sp>
        <p:nvSpPr>
          <p:cNvPr id="28" name="">
            <a:extLst xmlns:a="http://schemas.openxmlformats.org/drawingml/2006/main">
              <a:ext uri="{FF2B5EF4-FFF2-40B4-BE49-F238E27FC236}">
                <a16:creationId xmlns:a16="http://schemas.microsoft.com/office/drawing/2014/main" id="{4190E999-103C-417B-8F71-50A54AD09532}"/>
              </a:ext>
            </a:extLst>
          </p:cNvPr>
          <p:cNvSpPr>
            <a:spLocks xmlns:a="http://schemas.openxmlformats.org/drawingml/2006/main" noGrp="1"/>
          </p:cNvSpPr>
          <p:nvPr/>
        </p:nvSpPr>
        <p:spPr>
          <a:xfrm xmlns:a="http://schemas.openxmlformats.org/drawingml/2006/main">
            <a:off x="7058025" y="4324350"/>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Configure Razorpay credentials and linked accounts.</a:t>
            </a:r>
          </a:p>
        </p:txBody>
      </p:sp>
      <p:sp>
        <p:nvSpPr>
          <p:cNvPr id="29" name="">
            <a:extLst xmlns:a="http://schemas.openxmlformats.org/drawingml/2006/main">
              <a:ext uri="{FF2B5EF4-FFF2-40B4-BE49-F238E27FC236}">
                <a16:creationId xmlns:a16="http://schemas.microsoft.com/office/drawing/2014/main" id="{0382ADC3-08FA-47E1-A8CD-8C0B216CAD41}"/>
              </a:ext>
            </a:extLst>
          </p:cNvPr>
          <p:cNvSpPr>
            <a:spLocks xmlns:a="http://schemas.openxmlformats.org/drawingml/2006/main" noGrp="1"/>
          </p:cNvSpPr>
          <p:nvPr/>
        </p:nvSpPr>
        <p:spPr>
          <a:xfrm xmlns:a="http://schemas.openxmlformats.org/drawingml/2006/main">
            <a:off x="6524625" y="4838700"/>
            <a:ext cx="381000" cy="381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650" b="1">
                <a:solidFill>
                  <a:srgbClr val="15191D"/>
                </a:solidFill>
              </a:defRPr>
            </a:defPPr>
          </a:lstStyle>
          <a:p xmlns:a="http://schemas.openxmlformats.org/drawingml/2006/main">
            <a:pPr algn="ctr">
              <a:defRPr sz="1650" b="1">
                <a:solidFill>
                  <a:srgbClr val="15191D"/>
                </a:solidFill>
              </a:defRPr>
            </a:pPr>
            <a:r>
              <a:rPr sz="1650" b="1">
                <a:solidFill>
                  <a:srgbClr val="15191D"/>
                </a:solidFill>
              </a:rPr>
              <a:t>6</a:t>
            </a:r>
          </a:p>
        </p:txBody>
      </p:sp>
      <p:sp>
        <p:nvSpPr>
          <p:cNvPr id="30" name="">
            <a:extLst xmlns:a="http://schemas.openxmlformats.org/drawingml/2006/main">
              <a:ext uri="{FF2B5EF4-FFF2-40B4-BE49-F238E27FC236}">
                <a16:creationId xmlns:a16="http://schemas.microsoft.com/office/drawing/2014/main" id="{F105A6F1-3CE2-4464-8359-F7A24AD259D6}"/>
              </a:ext>
            </a:extLst>
          </p:cNvPr>
          <p:cNvSpPr>
            <a:spLocks xmlns:a="http://schemas.openxmlformats.org/drawingml/2006/main" noGrp="1"/>
          </p:cNvSpPr>
          <p:nvPr/>
        </p:nvSpPr>
        <p:spPr>
          <a:xfrm xmlns:a="http://schemas.openxmlformats.org/drawingml/2006/main">
            <a:off x="7058025" y="4838700"/>
            <a:ext cx="4514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Production Readiness</a:t>
            </a:r>
          </a:p>
        </p:txBody>
      </p:sp>
      <p:sp>
        <p:nvSpPr>
          <p:cNvPr id="31" name="">
            <a:extLst xmlns:a="http://schemas.openxmlformats.org/drawingml/2006/main">
              <a:ext uri="{FF2B5EF4-FFF2-40B4-BE49-F238E27FC236}">
                <a16:creationId xmlns:a16="http://schemas.microsoft.com/office/drawing/2014/main" id="{046D2746-7AA1-4276-958A-4EDFDEC0A045}"/>
              </a:ext>
            </a:extLst>
          </p:cNvPr>
          <p:cNvSpPr>
            <a:spLocks xmlns:a="http://schemas.openxmlformats.org/drawingml/2006/main" noGrp="1"/>
          </p:cNvSpPr>
          <p:nvPr/>
        </p:nvSpPr>
        <p:spPr>
          <a:xfrm xmlns:a="http://schemas.openxmlformats.org/drawingml/2006/main">
            <a:off x="7058025" y="5210175"/>
            <a:ext cx="4514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5191D"/>
                </a:solidFill>
              </a:defRPr>
            </a:defPPr>
          </a:lstStyle>
          <a:p xmlns:a="http://schemas.openxmlformats.org/drawingml/2006/main">
            <a:pPr>
              <a:defRPr sz="1575" b="0">
                <a:solidFill>
                  <a:srgbClr val="15191D"/>
                </a:solidFill>
              </a:defRPr>
            </a:pPr>
            <a:r>
              <a:rPr sz="1575" b="0">
                <a:solidFill>
                  <a:srgbClr val="15191D"/>
                </a:solidFill>
              </a:rPr>
              <a:t>Local functionality does not prove launch readiness.</a:t>
            </a:r>
          </a:p>
        </p:txBody>
      </p:sp>
      <p:sp>
        <p:nvSpPr>
          <p:cNvPr id="32" name="">
            <a:extLst xmlns:a="http://schemas.openxmlformats.org/drawingml/2006/main">
              <a:ext uri="{FF2B5EF4-FFF2-40B4-BE49-F238E27FC236}">
                <a16:creationId xmlns:a16="http://schemas.microsoft.com/office/drawing/2014/main" id="{89E8DF95-1DF6-4A66-83CB-D5C97205E966}"/>
              </a:ext>
            </a:extLst>
          </p:cNvPr>
          <p:cNvSpPr>
            <a:spLocks xmlns:a="http://schemas.openxmlformats.org/drawingml/2006/main" noGrp="1"/>
          </p:cNvSpPr>
          <p:nvPr/>
        </p:nvSpPr>
        <p:spPr>
          <a:xfrm xmlns:a="http://schemas.openxmlformats.org/drawingml/2006/main">
            <a:off x="7058025" y="5667375"/>
            <a:ext cx="4514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15191D"/>
                </a:solidFill>
              </a:defRPr>
            </a:defPPr>
          </a:lstStyle>
          <a:p xmlns:a="http://schemas.openxmlformats.org/drawingml/2006/main">
            <a:pPr>
              <a:defRPr sz="1575" b="1">
                <a:solidFill>
                  <a:srgbClr val="15191D"/>
                </a:solidFill>
              </a:defRPr>
            </a:pPr>
            <a:r>
              <a:rPr sz="1575" b="1">
                <a:solidFill>
                  <a:srgbClr val="15191D"/>
                </a:solidFill>
              </a:rPr>
              <a:t>Hosting, email, monitoring and live acceptance testing remain.</a:t>
            </a:r>
          </a:p>
        </p:txBody>
      </p:sp>
    </p:spTree>
    <p:extLst>
      <p:ext uri="{BB962C8B-B14F-4D97-AF65-F5344CB8AC3E}">
        <p14:creationId xmlns:p14="http://schemas.microsoft.com/office/powerpoint/2010/main" val="16675524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F23F066F-5BC9-4E0C-AC7A-58D4534030F2}"/>
              </a:ext>
            </a:extLst>
          </p:cNvPr>
          <p:cNvPicPr>
            <a:picLocks xmlns:a="http://schemas.openxmlformats.org/drawingml/2006/main" noChangeAspect="1"/>
          </p:cNvPicPr>
          <p:nvPr/>
        </p:nvPicPr>
        <p:blipFill>
          <a:blip xmlns:r="http://schemas.openxmlformats.org/officeDocument/2006/relationships" xmlns:a="http://schemas.openxmlformats.org/drawingml/2006/main" r:embed="R627c8838ffcc4f22"/>
          <a:stretch xmlns:a="http://schemas.openxmlformats.org/drawingml/2006/main"/>
        </p:blipFill>
        <p:spPr>
          <a:xfrm xmlns:a="http://schemas.openxmlformats.org/drawingml/2006/main">
            <a:off x="8958263" y="0"/>
            <a:ext cx="3228975" cy="21526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A73EEF-0DF7-41DB-93AD-8F3981BA223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E4D34974-EE59-46DA-802C-A26DE3AD637E}"/>
              </a:ext>
            </a:extLst>
          </p:cNvPr>
          <p:cNvSpPr>
            <a:spLocks xmlns:a="http://schemas.openxmlformats.org/drawingml/2006/main" noGrp="1"/>
          </p:cNvSpPr>
          <p:nvPr/>
        </p:nvSpPr>
        <p:spPr>
          <a:xfrm xmlns:a="http://schemas.openxmlformats.org/drawingml/2006/main">
            <a:off x="552450" y="4000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191D"/>
                </a:solidFill>
              </a:defRPr>
            </a:defPPr>
          </a:lstStyle>
          <a:p xmlns:a="http://schemas.openxmlformats.org/drawingml/2006/main">
            <a:pPr>
              <a:defRPr sz="2700" b="1">
                <a:solidFill>
                  <a:srgbClr val="15191D"/>
                </a:solidFill>
              </a:defRPr>
            </a:pPr>
            <a:r>
              <a:rPr sz="2700" b="1">
                <a:solidFill>
                  <a:srgbClr val="15191D"/>
                </a:solidFill>
              </a:rPr>
              <a:t>Conclusion &amp; Future Enhancements</a:t>
            </a:r>
          </a:p>
        </p:txBody>
      </p:sp>
      <p:sp>
        <p:nvSpPr>
          <p:cNvPr id="4" name="">
            <a:extLst xmlns:a="http://schemas.openxmlformats.org/drawingml/2006/main">
              <a:ext uri="{FF2B5EF4-FFF2-40B4-BE49-F238E27FC236}">
                <a16:creationId xmlns:a16="http://schemas.microsoft.com/office/drawing/2014/main" id="{FFB463D4-9FFB-45E8-BB73-A231D7FF0326}"/>
              </a:ext>
            </a:extLst>
          </p:cNvPr>
          <p:cNvSpPr>
            <a:spLocks xmlns:a="http://schemas.openxmlformats.org/drawingml/2006/main" noGrp="1"/>
          </p:cNvSpPr>
          <p:nvPr/>
        </p:nvSpPr>
        <p:spPr>
          <a:xfrm xmlns:a="http://schemas.openxmlformats.org/drawingml/2006/main">
            <a:off x="552450" y="1200150"/>
            <a:ext cx="11087100" cy="0"/>
          </a:xfrm>
          <a:prstGeom xmlns:a="http://schemas.openxmlformats.org/drawingml/2006/main" prst="line">
            <a:avLst/>
          </a:prstGeom>
          <a:ln xmlns:a="http://schemas.openxmlformats.org/drawingml/2006/main" w="47625">
            <a:solidFill>
              <a:srgbClr val="FFDA35"/>
            </a:solidFill>
          </a:ln>
        </p:spPr>
      </p:sp>
      <p:sp>
        <p:nvSpPr>
          <p:cNvPr id="5" name="">
            <a:extLst xmlns:a="http://schemas.openxmlformats.org/drawingml/2006/main">
              <a:ext uri="{FF2B5EF4-FFF2-40B4-BE49-F238E27FC236}">
                <a16:creationId xmlns:a16="http://schemas.microsoft.com/office/drawing/2014/main" id="{127AC854-CBC8-425A-B8BF-3CA8B89733F3}"/>
              </a:ext>
            </a:extLst>
          </p:cNvPr>
          <p:cNvSpPr>
            <a:spLocks xmlns:a="http://schemas.openxmlformats.org/drawingml/2006/main" noGrp="1"/>
          </p:cNvSpPr>
          <p:nvPr/>
        </p:nvSpPr>
        <p:spPr>
          <a:xfrm xmlns:a="http://schemas.openxmlformats.org/drawingml/2006/main">
            <a:off x="552450" y="645795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565E"/>
                </a:solidFill>
              </a:defRPr>
            </a:defPPr>
          </a:lstStyle>
          <a:p xmlns:a="http://schemas.openxmlformats.org/drawingml/2006/main">
            <a:pPr>
              <a:defRPr sz="1125" b="0">
                <a:solidFill>
                  <a:srgbClr val="53565E"/>
                </a:solidFill>
              </a:defRPr>
            </a:pPr>
            <a:r>
              <a:rPr sz="1125" b="0">
                <a:solidFill>
                  <a:srgbClr val="53565E"/>
                </a:solidFill>
              </a:rPr>
              <a:t>Nearby</a:t>
            </a:r>
          </a:p>
        </p:txBody>
      </p:sp>
      <p:sp>
        <p:nvSpPr>
          <p:cNvPr id="6" name="">
            <a:extLst xmlns:a="http://schemas.openxmlformats.org/drawingml/2006/main">
              <a:ext uri="{FF2B5EF4-FFF2-40B4-BE49-F238E27FC236}">
                <a16:creationId xmlns:a16="http://schemas.microsoft.com/office/drawing/2014/main" id="{F0E3A7B5-9F70-4238-8A86-233150D28B8F}"/>
              </a:ext>
            </a:extLst>
          </p:cNvPr>
          <p:cNvSpPr>
            <a:spLocks xmlns:a="http://schemas.openxmlformats.org/drawingml/2006/main" noGrp="1"/>
          </p:cNvSpPr>
          <p:nvPr/>
        </p:nvSpPr>
        <p:spPr>
          <a:xfrm xmlns:a="http://schemas.openxmlformats.org/drawingml/2006/main">
            <a:off x="11163300" y="64198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1557FF"/>
                </a:solidFill>
              </a:defRPr>
            </a:defPPr>
          </a:lstStyle>
          <a:p xmlns:a="http://schemas.openxmlformats.org/drawingml/2006/main">
            <a:pPr>
              <a:defRPr sz="1350" b="1">
                <a:solidFill>
                  <a:srgbClr val="1557FF"/>
                </a:solidFill>
              </a:defRPr>
            </a:pPr>
            <a:r>
              <a:rPr sz="1350" b="1">
                <a:solidFill>
                  <a:srgbClr val="1557FF"/>
                </a:solidFill>
              </a:rPr>
              <a:t>12</a:t>
            </a:r>
          </a:p>
        </p:txBody>
      </p:sp>
      <p:sp>
        <p:nvSpPr>
          <p:cNvPr id="7" name="">
            <a:extLst xmlns:a="http://schemas.openxmlformats.org/drawingml/2006/main">
              <a:ext uri="{FF2B5EF4-FFF2-40B4-BE49-F238E27FC236}">
                <a16:creationId xmlns:a16="http://schemas.microsoft.com/office/drawing/2014/main" id="{643413AC-01D6-4F5D-9E4D-5F8ACACF6360}"/>
              </a:ext>
            </a:extLst>
          </p:cNvPr>
          <p:cNvSpPr>
            <a:spLocks xmlns:a="http://schemas.openxmlformats.org/drawingml/2006/main" noGrp="1"/>
          </p:cNvSpPr>
          <p:nvPr/>
        </p:nvSpPr>
        <p:spPr>
          <a:xfrm xmlns:a="http://schemas.openxmlformats.org/drawingml/2006/main">
            <a:off x="571500" y="15335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57FF"/>
                </a:solidFill>
              </a:defRPr>
            </a:defPPr>
          </a:lstStyle>
          <a:p xmlns:a="http://schemas.openxmlformats.org/drawingml/2006/main">
            <a:pPr>
              <a:defRPr sz="2100" b="1">
                <a:solidFill>
                  <a:srgbClr val="1557FF"/>
                </a:solidFill>
              </a:defRPr>
            </a:pPr>
            <a:r>
              <a:rPr sz="2100" b="1">
                <a:solidFill>
                  <a:srgbClr val="1557FF"/>
                </a:solidFill>
              </a:rPr>
              <a:t>Conclusion</a:t>
            </a:r>
          </a:p>
        </p:txBody>
      </p:sp>
      <p:sp>
        <p:nvSpPr>
          <p:cNvPr id="8" name="">
            <a:extLst xmlns:a="http://schemas.openxmlformats.org/drawingml/2006/main">
              <a:ext uri="{FF2B5EF4-FFF2-40B4-BE49-F238E27FC236}">
                <a16:creationId xmlns:a16="http://schemas.microsoft.com/office/drawing/2014/main" id="{21AA8FB6-8703-42BD-A6F2-3421E5ACAB10}"/>
              </a:ext>
            </a:extLst>
          </p:cNvPr>
          <p:cNvSpPr>
            <a:spLocks xmlns:a="http://schemas.openxmlformats.org/drawingml/2006/main" noGrp="1"/>
          </p:cNvSpPr>
          <p:nvPr/>
        </p:nvSpPr>
        <p:spPr>
          <a:xfrm xmlns:a="http://schemas.openxmlformats.org/drawingml/2006/main">
            <a:off x="571500" y="2066925"/>
            <a:ext cx="46672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5191D"/>
                </a:solidFill>
              </a:defRPr>
            </a:defPPr>
          </a:lstStyle>
          <a:p xmlns:a="http://schemas.openxmlformats.org/drawingml/2006/main">
            <a:pPr>
              <a:defRPr sz="2100" b="0">
                <a:solidFill>
                  <a:srgbClr val="15191D"/>
                </a:solidFill>
              </a:defRPr>
            </a:pPr>
            <a:r>
              <a:rPr sz="2100" b="0">
                <a:solidFill>
                  <a:srgbClr val="15191D"/>
                </a:solidFill>
              </a:rPr>
              <a:t>Nearby brings exact-pincode service discovery, booking and provider management into one role-based web platform. The code includes payments, chat and dispute workflows. Production launch requires external service configuration and live validation.</a:t>
            </a:r>
          </a:p>
        </p:txBody>
      </p:sp>
      <p:sp>
        <p:nvSpPr>
          <p:cNvPr id="9" name="">
            <a:extLst xmlns:a="http://schemas.openxmlformats.org/drawingml/2006/main">
              <a:ext uri="{FF2B5EF4-FFF2-40B4-BE49-F238E27FC236}">
                <a16:creationId xmlns:a16="http://schemas.microsoft.com/office/drawing/2014/main" id="{CB1C2C19-BE96-439D-8AF4-9F82FC0E0E33}"/>
              </a:ext>
            </a:extLst>
          </p:cNvPr>
          <p:cNvSpPr>
            <a:spLocks xmlns:a="http://schemas.openxmlformats.org/drawingml/2006/main" noGrp="1"/>
          </p:cNvSpPr>
          <p:nvPr/>
        </p:nvSpPr>
        <p:spPr>
          <a:xfrm xmlns:a="http://schemas.openxmlformats.org/drawingml/2006/main">
            <a:off x="5772150" y="1533525"/>
            <a:ext cx="5848350" cy="4276725"/>
          </a:xfrm>
          <a:prstGeom xmlns:a="http://schemas.openxmlformats.org/drawingml/2006/main" prst="rect">
            <a:avLst/>
          </a:prstGeom>
          <a:solidFill xmlns:a="http://schemas.openxmlformats.org/drawingml/2006/main">
            <a:srgbClr val="FFF7CD"/>
          </a:solidFill>
          <a:ln xmlns:a="http://schemas.openxmlformats.org/drawingml/2006/main" w="9525">
            <a:solidFill>
              <a:srgbClr val="FFF7CD"/>
            </a:solidFill>
          </a:ln>
        </p:spPr>
        <p:txBody>
          <a:bodyPr xmlns:a="http://schemas.openxmlformats.org/drawingml/2006/main" lIns="114300" tIns="114300" rIns="114300" bIns="114300" anchor="ctr"/>
          <a:lstStyle xmlns:a="http://schemas.openxmlformats.org/drawingml/2006/main">
            <a:defPPr algn="ctr">
              <a:defRPr sz="1725" b="1">
                <a:solidFill>
                  <a:srgbClr val="15191D"/>
                </a:solidFil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E793BE4D-883B-4931-8C8E-174D06F9B11B}"/>
              </a:ext>
            </a:extLst>
          </p:cNvPr>
          <p:cNvSpPr>
            <a:spLocks xmlns:a="http://schemas.openxmlformats.org/drawingml/2006/main" noGrp="1"/>
          </p:cNvSpPr>
          <p:nvPr/>
        </p:nvSpPr>
        <p:spPr>
          <a:xfrm xmlns:a="http://schemas.openxmlformats.org/drawingml/2006/main">
            <a:off x="6019800" y="17526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191D"/>
                </a:solidFill>
              </a:defRPr>
            </a:defPPr>
          </a:lstStyle>
          <a:p xmlns:a="http://schemas.openxmlformats.org/drawingml/2006/main">
            <a:pPr>
              <a:defRPr sz="2100" b="1">
                <a:solidFill>
                  <a:srgbClr val="15191D"/>
                </a:solidFill>
              </a:defRPr>
            </a:pPr>
            <a:r>
              <a:rPr sz="2100" b="1">
                <a:solidFill>
                  <a:srgbClr val="15191D"/>
                </a:solidFill>
              </a:rPr>
              <a:t>Future Enhancements</a:t>
            </a:r>
          </a:p>
        </p:txBody>
      </p:sp>
      <p:sp>
        <p:nvSpPr>
          <p:cNvPr id="11" name="">
            <a:extLst xmlns:a="http://schemas.openxmlformats.org/drawingml/2006/main">
              <a:ext uri="{FF2B5EF4-FFF2-40B4-BE49-F238E27FC236}">
                <a16:creationId xmlns:a16="http://schemas.microsoft.com/office/drawing/2014/main" id="{FA2DFC63-98E4-402C-9783-2D9BD9980C73}"/>
              </a:ext>
            </a:extLst>
          </p:cNvPr>
          <p:cNvSpPr>
            <a:spLocks xmlns:a="http://schemas.openxmlformats.org/drawingml/2006/main" noGrp="1"/>
          </p:cNvSpPr>
          <p:nvPr/>
        </p:nvSpPr>
        <p:spPr>
          <a:xfrm xmlns:a="http://schemas.openxmlformats.org/drawingml/2006/main">
            <a:off x="6238875" y="2466975"/>
            <a:ext cx="0" cy="2790825"/>
          </a:xfrm>
          <a:prstGeom xmlns:a="http://schemas.openxmlformats.org/drawingml/2006/main" prst="line">
            <a:avLst/>
          </a:prstGeom>
          <a:ln xmlns:a="http://schemas.openxmlformats.org/drawingml/2006/main" w="19050">
            <a:solidFill>
              <a:srgbClr val="1557FF"/>
            </a:solidFill>
          </a:ln>
        </p:spPr>
      </p:sp>
      <p:sp>
        <p:nvSpPr>
          <p:cNvPr id="12" name="">
            <a:extLst xmlns:a="http://schemas.openxmlformats.org/drawingml/2006/main">
              <a:ext uri="{FF2B5EF4-FFF2-40B4-BE49-F238E27FC236}">
                <a16:creationId xmlns:a16="http://schemas.microsoft.com/office/drawing/2014/main" id="{CD7D96D6-CD8D-4C59-BB5C-02BAE09C3A0A}"/>
              </a:ext>
            </a:extLst>
          </p:cNvPr>
          <p:cNvSpPr>
            <a:spLocks xmlns:a="http://schemas.openxmlformats.org/drawingml/2006/main" noGrp="1"/>
          </p:cNvSpPr>
          <p:nvPr/>
        </p:nvSpPr>
        <p:spPr>
          <a:xfrm xmlns:a="http://schemas.openxmlformats.org/drawingml/2006/main">
            <a:off x="6019800" y="24003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1</a:t>
            </a:r>
          </a:p>
        </p:txBody>
      </p:sp>
      <p:sp>
        <p:nvSpPr>
          <p:cNvPr id="13" name="">
            <a:extLst xmlns:a="http://schemas.openxmlformats.org/drawingml/2006/main">
              <a:ext uri="{FF2B5EF4-FFF2-40B4-BE49-F238E27FC236}">
                <a16:creationId xmlns:a16="http://schemas.microsoft.com/office/drawing/2014/main" id="{CCA8B8FD-F5AE-4D81-8FCF-89D15D97CC8A}"/>
              </a:ext>
            </a:extLst>
          </p:cNvPr>
          <p:cNvSpPr>
            <a:spLocks xmlns:a="http://schemas.openxmlformats.org/drawingml/2006/main" noGrp="1"/>
          </p:cNvSpPr>
          <p:nvPr/>
        </p:nvSpPr>
        <p:spPr>
          <a:xfrm xmlns:a="http://schemas.openxmlformats.org/drawingml/2006/main">
            <a:off x="6667500" y="24003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Mobile Access</a:t>
            </a:r>
          </a:p>
        </p:txBody>
      </p:sp>
      <p:sp>
        <p:nvSpPr>
          <p:cNvPr id="14" name="">
            <a:extLst xmlns:a="http://schemas.openxmlformats.org/drawingml/2006/main">
              <a:ext uri="{FF2B5EF4-FFF2-40B4-BE49-F238E27FC236}">
                <a16:creationId xmlns:a16="http://schemas.microsoft.com/office/drawing/2014/main" id="{7FC0CCB4-2A4E-4EDD-AD5D-7B6F155F1A5F}"/>
              </a:ext>
            </a:extLst>
          </p:cNvPr>
          <p:cNvSpPr>
            <a:spLocks xmlns:a="http://schemas.openxmlformats.org/drawingml/2006/main" noGrp="1"/>
          </p:cNvSpPr>
          <p:nvPr/>
        </p:nvSpPr>
        <p:spPr>
          <a:xfrm xmlns:a="http://schemas.openxmlformats.org/drawingml/2006/main">
            <a:off x="6667500" y="2724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A dedicated mobile app for customers and providers</a:t>
            </a:r>
          </a:p>
        </p:txBody>
      </p:sp>
      <p:sp>
        <p:nvSpPr>
          <p:cNvPr id="15" name="">
            <a:extLst xmlns:a="http://schemas.openxmlformats.org/drawingml/2006/main">
              <a:ext uri="{FF2B5EF4-FFF2-40B4-BE49-F238E27FC236}">
                <a16:creationId xmlns:a16="http://schemas.microsoft.com/office/drawing/2014/main" id="{CAA1E64C-348F-40DF-B75F-F8148162D159}"/>
              </a:ext>
            </a:extLst>
          </p:cNvPr>
          <p:cNvSpPr>
            <a:spLocks xmlns:a="http://schemas.openxmlformats.org/drawingml/2006/main" noGrp="1"/>
          </p:cNvSpPr>
          <p:nvPr/>
        </p:nvSpPr>
        <p:spPr>
          <a:xfrm xmlns:a="http://schemas.openxmlformats.org/drawingml/2006/main">
            <a:off x="6019800" y="32004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2</a:t>
            </a:r>
          </a:p>
        </p:txBody>
      </p:sp>
      <p:sp>
        <p:nvSpPr>
          <p:cNvPr id="16" name="">
            <a:extLst xmlns:a="http://schemas.openxmlformats.org/drawingml/2006/main">
              <a:ext uri="{FF2B5EF4-FFF2-40B4-BE49-F238E27FC236}">
                <a16:creationId xmlns:a16="http://schemas.microsoft.com/office/drawing/2014/main" id="{8626A1D5-FDF2-4892-AD1C-9980D4D29FB0}"/>
              </a:ext>
            </a:extLst>
          </p:cNvPr>
          <p:cNvSpPr>
            <a:spLocks xmlns:a="http://schemas.openxmlformats.org/drawingml/2006/main" noGrp="1"/>
          </p:cNvSpPr>
          <p:nvPr/>
        </p:nvSpPr>
        <p:spPr>
          <a:xfrm xmlns:a="http://schemas.openxmlformats.org/drawingml/2006/main">
            <a:off x="6667500" y="32004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Notifications</a:t>
            </a:r>
          </a:p>
        </p:txBody>
      </p:sp>
      <p:sp>
        <p:nvSpPr>
          <p:cNvPr id="17" name="">
            <a:extLst xmlns:a="http://schemas.openxmlformats.org/drawingml/2006/main">
              <a:ext uri="{FF2B5EF4-FFF2-40B4-BE49-F238E27FC236}">
                <a16:creationId xmlns:a16="http://schemas.microsoft.com/office/drawing/2014/main" id="{15E798E1-31DF-4A8A-BA80-AD6B9C479F21}"/>
              </a:ext>
            </a:extLst>
          </p:cNvPr>
          <p:cNvSpPr>
            <a:spLocks xmlns:a="http://schemas.openxmlformats.org/drawingml/2006/main" noGrp="1"/>
          </p:cNvSpPr>
          <p:nvPr/>
        </p:nvSpPr>
        <p:spPr>
          <a:xfrm xmlns:a="http://schemas.openxmlformats.org/drawingml/2006/main">
            <a:off x="6667500" y="35242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Push notifications for booking and payment updates</a:t>
            </a:r>
          </a:p>
        </p:txBody>
      </p:sp>
      <p:sp>
        <p:nvSpPr>
          <p:cNvPr id="18" name="">
            <a:extLst xmlns:a="http://schemas.openxmlformats.org/drawingml/2006/main">
              <a:ext uri="{FF2B5EF4-FFF2-40B4-BE49-F238E27FC236}">
                <a16:creationId xmlns:a16="http://schemas.microsoft.com/office/drawing/2014/main" id="{CD858C91-0F14-4D13-AC43-012CD3D9EDA5}"/>
              </a:ext>
            </a:extLst>
          </p:cNvPr>
          <p:cNvSpPr>
            <a:spLocks xmlns:a="http://schemas.openxmlformats.org/drawingml/2006/main" noGrp="1"/>
          </p:cNvSpPr>
          <p:nvPr/>
        </p:nvSpPr>
        <p:spPr>
          <a:xfrm xmlns:a="http://schemas.openxmlformats.org/drawingml/2006/main">
            <a:off x="6019800" y="40005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3</a:t>
            </a:r>
          </a:p>
        </p:txBody>
      </p:sp>
      <p:sp>
        <p:nvSpPr>
          <p:cNvPr id="19" name="">
            <a:extLst xmlns:a="http://schemas.openxmlformats.org/drawingml/2006/main">
              <a:ext uri="{FF2B5EF4-FFF2-40B4-BE49-F238E27FC236}">
                <a16:creationId xmlns:a16="http://schemas.microsoft.com/office/drawing/2014/main" id="{61B46E3F-7363-4013-B688-6FA904C7654B}"/>
              </a:ext>
            </a:extLst>
          </p:cNvPr>
          <p:cNvSpPr>
            <a:spLocks xmlns:a="http://schemas.openxmlformats.org/drawingml/2006/main" noGrp="1"/>
          </p:cNvSpPr>
          <p:nvPr/>
        </p:nvSpPr>
        <p:spPr>
          <a:xfrm xmlns:a="http://schemas.openxmlformats.org/drawingml/2006/main">
            <a:off x="6667500" y="40005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Recommendations</a:t>
            </a:r>
          </a:p>
        </p:txBody>
      </p:sp>
      <p:sp>
        <p:nvSpPr>
          <p:cNvPr id="20" name="">
            <a:extLst xmlns:a="http://schemas.openxmlformats.org/drawingml/2006/main">
              <a:ext uri="{FF2B5EF4-FFF2-40B4-BE49-F238E27FC236}">
                <a16:creationId xmlns:a16="http://schemas.microsoft.com/office/drawing/2014/main" id="{AFE2E5A2-777B-42A4-9D03-54DD4569B241}"/>
              </a:ext>
            </a:extLst>
          </p:cNvPr>
          <p:cNvSpPr>
            <a:spLocks xmlns:a="http://schemas.openxmlformats.org/drawingml/2006/main" noGrp="1"/>
          </p:cNvSpPr>
          <p:nvPr/>
        </p:nvSpPr>
        <p:spPr>
          <a:xfrm xmlns:a="http://schemas.openxmlformats.org/drawingml/2006/main">
            <a:off x="6667500" y="43243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Personalized service suggestions based on user needs</a:t>
            </a:r>
          </a:p>
        </p:txBody>
      </p:sp>
      <p:sp>
        <p:nvSpPr>
          <p:cNvPr id="21" name="">
            <a:extLst xmlns:a="http://schemas.openxmlformats.org/drawingml/2006/main">
              <a:ext uri="{FF2B5EF4-FFF2-40B4-BE49-F238E27FC236}">
                <a16:creationId xmlns:a16="http://schemas.microsoft.com/office/drawing/2014/main" id="{6898F492-174B-48D4-A557-01CDC0355403}"/>
              </a:ext>
            </a:extLst>
          </p:cNvPr>
          <p:cNvSpPr>
            <a:spLocks xmlns:a="http://schemas.openxmlformats.org/drawingml/2006/main" noGrp="1"/>
          </p:cNvSpPr>
          <p:nvPr/>
        </p:nvSpPr>
        <p:spPr>
          <a:xfrm xmlns:a="http://schemas.openxmlformats.org/drawingml/2006/main">
            <a:off x="6019800" y="4800600"/>
            <a:ext cx="438150" cy="361950"/>
          </a:xfrm>
          <a:prstGeom xmlns:a="http://schemas.openxmlformats.org/drawingml/2006/main" prst="rect">
            <a:avLst/>
          </a:prstGeom>
          <a:solidFill xmlns:a="http://schemas.openxmlformats.org/drawingml/2006/main">
            <a:srgbClr val="FFDA35"/>
          </a:solidFill>
          <a:ln xmlns:a="http://schemas.openxmlformats.org/drawingml/2006/main" w="9525">
            <a:solidFill>
              <a:srgbClr val="FFDA35"/>
            </a:solidFill>
          </a:ln>
        </p:spPr>
        <p:txBody>
          <a:bodyPr xmlns:a="http://schemas.openxmlformats.org/drawingml/2006/main" lIns="114300" tIns="114300" rIns="114300" bIns="114300" anchor="ctr"/>
          <a:lstStyle xmlns:a="http://schemas.openxmlformats.org/drawingml/2006/main">
            <a:defPPr algn="ctr">
              <a:defRPr sz="1575" b="1">
                <a:solidFill>
                  <a:srgbClr val="15191D"/>
                </a:solidFill>
              </a:defRPr>
            </a:defPPr>
          </a:lstStyle>
          <a:p xmlns:a="http://schemas.openxmlformats.org/drawingml/2006/main">
            <a:pPr algn="ctr">
              <a:defRPr sz="1575" b="1">
                <a:solidFill>
                  <a:srgbClr val="15191D"/>
                </a:solidFill>
              </a:defRPr>
            </a:pPr>
            <a:r>
              <a:rPr sz="1575" b="1">
                <a:solidFill>
                  <a:srgbClr val="15191D"/>
                </a:solidFill>
              </a:rPr>
              <a:t>4</a:t>
            </a:r>
          </a:p>
        </p:txBody>
      </p:sp>
      <p:sp>
        <p:nvSpPr>
          <p:cNvPr id="22" name="">
            <a:extLst xmlns:a="http://schemas.openxmlformats.org/drawingml/2006/main">
              <a:ext uri="{FF2B5EF4-FFF2-40B4-BE49-F238E27FC236}">
                <a16:creationId xmlns:a16="http://schemas.microsoft.com/office/drawing/2014/main" id="{BE7AB000-258C-48BA-9B9F-DB1AC5E477EC}"/>
              </a:ext>
            </a:extLst>
          </p:cNvPr>
          <p:cNvSpPr>
            <a:spLocks xmlns:a="http://schemas.openxmlformats.org/drawingml/2006/main" noGrp="1"/>
          </p:cNvSpPr>
          <p:nvPr/>
        </p:nvSpPr>
        <p:spPr>
          <a:xfrm xmlns:a="http://schemas.openxmlformats.org/drawingml/2006/main">
            <a:off x="6667500" y="480060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557FF"/>
                </a:solidFill>
              </a:defRPr>
            </a:defPPr>
          </a:lstStyle>
          <a:p xmlns:a="http://schemas.openxmlformats.org/drawingml/2006/main">
            <a:pPr>
              <a:defRPr sz="1800" b="1">
                <a:solidFill>
                  <a:srgbClr val="1557FF"/>
                </a:solidFill>
              </a:defRPr>
            </a:pPr>
            <a:r>
              <a:rPr sz="1800" b="1">
                <a:solidFill>
                  <a:srgbClr val="1557FF"/>
                </a:solidFill>
              </a:rPr>
              <a:t>Analytics</a:t>
            </a:r>
          </a:p>
        </p:txBody>
      </p:sp>
      <p:sp>
        <p:nvSpPr>
          <p:cNvPr id="23" name="">
            <a:extLst xmlns:a="http://schemas.openxmlformats.org/drawingml/2006/main">
              <a:ext uri="{FF2B5EF4-FFF2-40B4-BE49-F238E27FC236}">
                <a16:creationId xmlns:a16="http://schemas.microsoft.com/office/drawing/2014/main" id="{5E408E2C-A788-4A35-86B7-5FEBD20CEB55}"/>
              </a:ext>
            </a:extLst>
          </p:cNvPr>
          <p:cNvSpPr>
            <a:spLocks xmlns:a="http://schemas.openxmlformats.org/drawingml/2006/main" noGrp="1"/>
          </p:cNvSpPr>
          <p:nvPr/>
        </p:nvSpPr>
        <p:spPr>
          <a:xfrm xmlns:a="http://schemas.openxmlformats.org/drawingml/2006/main">
            <a:off x="6667500" y="51244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191D"/>
                </a:solidFill>
              </a:defRPr>
            </a:defPPr>
          </a:lstStyle>
          <a:p xmlns:a="http://schemas.openxmlformats.org/drawingml/2006/main">
            <a:pPr>
              <a:defRPr sz="1650" b="0">
                <a:solidFill>
                  <a:srgbClr val="15191D"/>
                </a:solidFill>
              </a:defRPr>
            </a:pPr>
            <a:r>
              <a:rPr sz="1650" b="0">
                <a:solidFill>
                  <a:srgbClr val="15191D"/>
                </a:solidFill>
              </a:rPr>
              <a:t>Expanded provider and marketplace performance reports</a:t>
            </a:r>
          </a:p>
        </p:txBody>
      </p:sp>
      <p:sp>
        <p:nvSpPr>
          <p:cNvPr id="24" name="">
            <a:extLst xmlns:a="http://schemas.openxmlformats.org/drawingml/2006/main">
              <a:ext uri="{FF2B5EF4-FFF2-40B4-BE49-F238E27FC236}">
                <a16:creationId xmlns:a16="http://schemas.microsoft.com/office/drawing/2014/main" id="{BA970B33-83B2-4483-8CA2-A824D0CBF4E9}"/>
              </a:ext>
            </a:extLst>
          </p:cNvPr>
          <p:cNvSpPr>
            <a:spLocks xmlns:a="http://schemas.openxmlformats.org/drawingml/2006/main" noGrp="1"/>
          </p:cNvSpPr>
          <p:nvPr/>
        </p:nvSpPr>
        <p:spPr>
          <a:xfrm xmlns:a="http://schemas.openxmlformats.org/drawingml/2006/main">
            <a:off x="571500" y="576262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5191D"/>
                </a:solidFill>
              </a:defRPr>
            </a:defPPr>
          </a:lstStyle>
          <a:p xmlns:a="http://schemas.openxmlformats.org/drawingml/2006/main">
            <a:pPr>
              <a:defRPr sz="3450" b="1">
                <a:solidFill>
                  <a:srgbClr val="15191D"/>
                </a:solidFill>
              </a:defRPr>
            </a:pPr>
            <a:r>
              <a:rPr sz="3450" b="1">
                <a:solidFill>
                  <a:srgbClr val="15191D"/>
                </a:solidFill>
              </a:rPr>
              <a:t>Thank You</a:t>
            </a:r>
          </a:p>
        </p:txBody>
      </p:sp>
      <p:sp>
        <p:nvSpPr>
          <p:cNvPr id="25" name="">
            <a:extLst xmlns:a="http://schemas.openxmlformats.org/drawingml/2006/main">
              <a:ext uri="{FF2B5EF4-FFF2-40B4-BE49-F238E27FC236}">
                <a16:creationId xmlns:a16="http://schemas.microsoft.com/office/drawing/2014/main" id="{DAF690AF-9C51-4645-B199-7758B372125C}"/>
              </a:ext>
            </a:extLst>
          </p:cNvPr>
          <p:cNvSpPr>
            <a:spLocks xmlns:a="http://schemas.openxmlformats.org/drawingml/2006/main" noGrp="1"/>
          </p:cNvSpPr>
          <p:nvPr/>
        </p:nvSpPr>
        <p:spPr>
          <a:xfrm xmlns:a="http://schemas.openxmlformats.org/drawingml/2006/main">
            <a:off x="6019800" y="5953125"/>
            <a:ext cx="542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565E"/>
                </a:solidFill>
              </a:defRPr>
            </a:defPPr>
          </a:lstStyle>
          <a:p xmlns:a="http://schemas.openxmlformats.org/drawingml/2006/main">
            <a:pPr>
              <a:defRPr sz="1200" b="0">
                <a:solidFill>
                  <a:srgbClr val="53565E"/>
                </a:solidFill>
              </a:defRPr>
            </a:pPr>
            <a:r>
              <a:rPr sz="1200" b="0">
                <a:solidFill>
                  <a:srgbClr val="53565E"/>
                </a:solidFill>
              </a:rPr>
              <a:t>Proposed directions, not a committed delivery schedule</a:t>
            </a:r>
          </a:p>
        </p:txBody>
      </p:sp>
    </p:spTree>
    <p:extLst>
      <p:ext uri="{BB962C8B-B14F-4D97-AF65-F5344CB8AC3E}">
        <p14:creationId xmlns:p14="http://schemas.microsoft.com/office/powerpoint/2010/main" val="182283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2026-10-14T23:28:04.4690000Z</dcterms:created>
  <dcterms:modified xsi:type="dcterms:W3CDTF">2026-10-14T23:28:04.4690000Z</dcterms:modified>
</coreProperties>
</file>
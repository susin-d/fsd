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1e8217762e402f" /><Relationship Type="http://schemas.openxmlformats.org/officeDocument/2006/relationships/extended-properties" Target="/docProps/app.xml" Id="R4129809fd1af46e5" /><Relationship Type="http://schemas.openxmlformats.org/officeDocument/2006/relationships/officeDocument" Target="/ppt/presentation.xml" Id="Reb7d36738cb24afe" /></Relationships>
</file>

<file path=ppt/presentation.xml><?xml version="1.0" encoding="utf-8"?>
<p:presentation xmlns:p="http://schemas.openxmlformats.org/presentationml/2006/main">
  <p:sldMasterIdLst>
    <p:sldMasterId xmlns:r="http://schemas.openxmlformats.org/officeDocument/2006/relationships" id="2147483648" r:id="R297b3af4f1b4477d"/>
  </p:sldMasterIdLst>
  <p:notesMasterIdLst>
    <p:notesMasterId xmlns:r="http://schemas.openxmlformats.org/officeDocument/2006/relationships" r:id="Rd491a83335f84f01"/>
  </p:notesMasterIdLst>
  <p:sldIdLst>
    <p:sldId xmlns:r="http://schemas.openxmlformats.org/officeDocument/2006/relationships" id="256" r:id="Rdd159ee73cc94ab7"/>
    <p:sldId xmlns:r="http://schemas.openxmlformats.org/officeDocument/2006/relationships" id="257" r:id="R352aed6a0a8c42d4"/>
    <p:sldId xmlns:r="http://schemas.openxmlformats.org/officeDocument/2006/relationships" id="258" r:id="Rc2d6a8a56a7b415f"/>
    <p:sldId xmlns:r="http://schemas.openxmlformats.org/officeDocument/2006/relationships" id="259" r:id="Ra4d97e4aaed1479c"/>
    <p:sldId xmlns:r="http://schemas.openxmlformats.org/officeDocument/2006/relationships" id="260" r:id="R97fe3f17b32f4c9d"/>
    <p:sldId xmlns:r="http://schemas.openxmlformats.org/officeDocument/2006/relationships" id="261" r:id="Rbe61b49bf9334871"/>
    <p:sldId xmlns:r="http://schemas.openxmlformats.org/officeDocument/2006/relationships" id="262" r:id="R0cd3fe44d5404d60"/>
    <p:sldId xmlns:r="http://schemas.openxmlformats.org/officeDocument/2006/relationships" id="263" r:id="R6a051c384b164925"/>
    <p:sldId xmlns:r="http://schemas.openxmlformats.org/officeDocument/2006/relationships" id="264" r:id="R32983ea36b1d4137"/>
    <p:sldId xmlns:r="http://schemas.openxmlformats.org/officeDocument/2006/relationships" id="265" r:id="Red24d04d43ab441a"/>
    <p:sldId xmlns:r="http://schemas.openxmlformats.org/officeDocument/2006/relationships" id="266" r:id="R3b44b4ab3a9c4501"/>
    <p:sldId xmlns:r="http://schemas.openxmlformats.org/officeDocument/2006/relationships" id="267" r:id="Rf186f4f64c8046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2b0c734fc24092" /><Relationship Type="http://schemas.openxmlformats.org/officeDocument/2006/relationships/slideMaster" Target="/ppt/slideMasters/slideMaster1.xml" Id="R297b3af4f1b4477d" /><Relationship Type="http://schemas.openxmlformats.org/officeDocument/2006/relationships/notesMaster" Target="/ppt/notesMasters/notesMaster1.xml" Id="Rd491a83335f84f01" /><Relationship Type="http://schemas.openxmlformats.org/officeDocument/2006/relationships/presProps" Target="/ppt/presProps.xml" Id="R79a18744c72144c3" /><Relationship Type="http://schemas.openxmlformats.org/officeDocument/2006/relationships/tableStyles" Target="/ppt/tableStyles.xml" Id="R534ef84a6fc145db" /><Relationship Type="http://schemas.openxmlformats.org/officeDocument/2006/relationships/slide" Target="/ppt/slides/slide1.xml" Id="Rdd159ee73cc94ab7" /><Relationship Type="http://schemas.openxmlformats.org/officeDocument/2006/relationships/slide" Target="/ppt/slides/slide2.xml" Id="R352aed6a0a8c42d4" /><Relationship Type="http://schemas.openxmlformats.org/officeDocument/2006/relationships/slide" Target="/ppt/slides/slide3.xml" Id="Rc2d6a8a56a7b415f" /><Relationship Type="http://schemas.openxmlformats.org/officeDocument/2006/relationships/slide" Target="/ppt/slides/slide4.xml" Id="Ra4d97e4aaed1479c" /><Relationship Type="http://schemas.openxmlformats.org/officeDocument/2006/relationships/slide" Target="/ppt/slides/slide5.xml" Id="R97fe3f17b32f4c9d" /><Relationship Type="http://schemas.openxmlformats.org/officeDocument/2006/relationships/slide" Target="/ppt/slides/slide6.xml" Id="Rbe61b49bf9334871" /><Relationship Type="http://schemas.openxmlformats.org/officeDocument/2006/relationships/slide" Target="/ppt/slides/slide7.xml" Id="R0cd3fe44d5404d60" /><Relationship Type="http://schemas.openxmlformats.org/officeDocument/2006/relationships/slide" Target="/ppt/slides/slide8.xml" Id="R6a051c384b164925" /><Relationship Type="http://schemas.openxmlformats.org/officeDocument/2006/relationships/slide" Target="/ppt/slides/slide9.xml" Id="R32983ea36b1d4137" /><Relationship Type="http://schemas.openxmlformats.org/officeDocument/2006/relationships/slide" Target="/ppt/slides/slide10.xml" Id="Red24d04d43ab441a" /><Relationship Type="http://schemas.openxmlformats.org/officeDocument/2006/relationships/slide" Target="/ppt/slides/slide11.xml" Id="R3b44b4ab3a9c4501" /><Relationship Type="http://schemas.openxmlformats.org/officeDocument/2006/relationships/slide" Target="/ppt/slides/slide12.xml" Id="Rf186f4f64c8046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f48c892a854f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54cc210f7245f3" /><Relationship Type="http://schemas.openxmlformats.org/officeDocument/2006/relationships/notesMaster" Target="/ppt/notesMasters/notesMaster1.xml" Id="R67fd9230023c48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5e7bc025084804" /><Relationship Type="http://schemas.openxmlformats.org/officeDocument/2006/relationships/notesMaster" Target="/ppt/notesMasters/notesMaster1.xml" Id="Rc58ea02fa64646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4c3fa99c034202" /><Relationship Type="http://schemas.openxmlformats.org/officeDocument/2006/relationships/notesMaster" Target="/ppt/notesMasters/notesMaster1.xml" Id="Rafb621fcd10742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56b258075543b5" /><Relationship Type="http://schemas.openxmlformats.org/officeDocument/2006/relationships/notesMaster" Target="/ppt/notesMasters/notesMaster1.xml" Id="R0450377f06724a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24fe4f73f843d5" /><Relationship Type="http://schemas.openxmlformats.org/officeDocument/2006/relationships/notesMaster" Target="/ppt/notesMasters/notesMaster1.xml" Id="R86ada4f6fe8148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64421027e149d9" /><Relationship Type="http://schemas.openxmlformats.org/officeDocument/2006/relationships/notesMaster" Target="/ppt/notesMasters/notesMaster1.xml" Id="Rb3ecdc60892542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9a2e920a4d4a14" /><Relationship Type="http://schemas.openxmlformats.org/officeDocument/2006/relationships/notesMaster" Target="/ppt/notesMasters/notesMaster1.xml" Id="Rf3448670be9141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cb2c186145448b" /><Relationship Type="http://schemas.openxmlformats.org/officeDocument/2006/relationships/notesMaster" Target="/ppt/notesMasters/notesMaster1.xml" Id="Rfea37f38693e4b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a49c292dbd449e" /><Relationship Type="http://schemas.openxmlformats.org/officeDocument/2006/relationships/notesMaster" Target="/ppt/notesMasters/notesMaster1.xml" Id="Ra26587114b6945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cc754cb9cf4172" /><Relationship Type="http://schemas.openxmlformats.org/officeDocument/2006/relationships/notesMaster" Target="/ppt/notesMasters/notesMaster1.xml" Id="Re47c7886c45c48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e80f58971c24621" /><Relationship Type="http://schemas.openxmlformats.org/officeDocument/2006/relationships/notesMaster" Target="/ppt/notesMasters/notesMaster1.xml" Id="Re3f4a41aa52a4a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8639949fde4f01" /><Relationship Type="http://schemas.openxmlformats.org/officeDocument/2006/relationships/notesMaster" Target="/ppt/notesMasters/notesMaster1.xml" Id="Rfb1505efe83848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6d3a544c2b4cc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159f5e0c2a4a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ce0ea4aa88451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f65ae6fac54e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ed26261f6e40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be36a66ecd4c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84F24A-A8A3-4CE3-9983-B8C11A4F1B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B3AEBB-9F98-4480-93C0-AEA5688805A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E9CD17-72EB-4278-8B76-65FFF3F3970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D3A172-D103-4955-8B54-C439B858E8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495709-AC00-4506-8891-A932BCB7E8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4406DA-CB65-49F7-90CE-3E1AFE244F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EEE196-5624-4DC3-AA68-F2444F69A7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06456B-FC3C-48CC-BA13-17F2CE5C28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716F47-291B-4BF1-AC9C-FFE1A1FC27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C0FDAA-C5BE-48AC-822C-093EEB1149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6b14dbef954048" /><Relationship Type="http://schemas.openxmlformats.org/officeDocument/2006/relationships/slideLayout" Target="/ppt/slideLayouts/slideLayout1.xml" Id="Re8628f95d8f549bd" /><Relationship Type="http://schemas.openxmlformats.org/officeDocument/2006/relationships/slideLayout" Target="/ppt/slideLayouts/slideLayout2.xml" Id="R22b4edcfc6ef4d5a" /><Relationship Type="http://schemas.openxmlformats.org/officeDocument/2006/relationships/slideLayout" Target="/ppt/slideLayouts/slideLayout3.xml" Id="R45152320a8334124" /><Relationship Type="http://schemas.openxmlformats.org/officeDocument/2006/relationships/slideLayout" Target="/ppt/slideLayouts/slideLayout4.xml" Id="R0c2627ffd1d54f5f" /><Relationship Type="http://schemas.openxmlformats.org/officeDocument/2006/relationships/slideLayout" Target="/ppt/slideLayouts/slideLayout5.xml" Id="Rd7685f197a174372" /><Relationship Type="http://schemas.openxmlformats.org/officeDocument/2006/relationships/slideLayout" Target="/ppt/slideLayouts/slideLayout6.xml" Id="Rab6dc16e4c9a40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628f95d8f549bd"/>
    <p:sldLayoutId xmlns:r="http://schemas.openxmlformats.org/officeDocument/2006/relationships" id="2147483650" r:id="R22b4edcfc6ef4d5a"/>
    <p:sldLayoutId xmlns:r="http://schemas.openxmlformats.org/officeDocument/2006/relationships" id="2147483651" r:id="R45152320a8334124"/>
    <p:sldLayoutId xmlns:r="http://schemas.openxmlformats.org/officeDocument/2006/relationships" id="2147483652" r:id="R0c2627ffd1d54f5f"/>
    <p:sldLayoutId xmlns:r="http://schemas.openxmlformats.org/officeDocument/2006/relationships" id="2147483653" r:id="Rd7685f197a174372"/>
    <p:sldLayoutId xmlns:r="http://schemas.openxmlformats.org/officeDocument/2006/relationships" id="2147483654" r:id="Rab6dc16e4c9a40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a97f71518a4e30" /><Relationship Type="http://schemas.openxmlformats.org/officeDocument/2006/relationships/image" Target="/ppt/media/image.png" Id="R69c657e4c1fd4e0a" /><Relationship Type="http://schemas.openxmlformats.org/officeDocument/2006/relationships/notesSlide" Target="/ppt/notesSlides/notesSlide1.xml" Id="Rf04d8e8540634d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013407dec854379" /><Relationship Type="http://schemas.openxmlformats.org/officeDocument/2006/relationships/image" Target="/ppt/media/image2.png" Id="R188eabcdc3fa4918" /><Relationship Type="http://schemas.openxmlformats.org/officeDocument/2006/relationships/notesSlide" Target="/ppt/notesSlides/notesSlide2.xml" Id="Re99b881cd67249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e65f5a7bbe45a7" /><Relationship Type="http://schemas.openxmlformats.org/officeDocument/2006/relationships/image" Target="/ppt/media/image3.png" Id="R12c966ab87714420" /><Relationship Type="http://schemas.openxmlformats.org/officeDocument/2006/relationships/notesSlide" Target="/ppt/notesSlides/notesSlide3.xml" Id="R41fada0f371f42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b599caf41ec496a" /><Relationship Type="http://schemas.openxmlformats.org/officeDocument/2006/relationships/image" Target="/ppt/media/image4.png" Id="R054b67b0516d47ce" /><Relationship Type="http://schemas.openxmlformats.org/officeDocument/2006/relationships/notesSlide" Target="/ppt/notesSlides/notesSlide4.xml" Id="R90b71498c3824b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861f001d2540fa" /><Relationship Type="http://schemas.openxmlformats.org/officeDocument/2006/relationships/image" Target="/ppt/media/image5.png" Id="Rf0221e795b7b4a5b" /><Relationship Type="http://schemas.openxmlformats.org/officeDocument/2006/relationships/notesSlide" Target="/ppt/notesSlides/notesSlide5.xml" Id="R8323dd5f2a8b48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02bf9d3e944f15" /><Relationship Type="http://schemas.openxmlformats.org/officeDocument/2006/relationships/image" Target="/ppt/media/image6.png" Id="R0eaddd298a1046d9" /><Relationship Type="http://schemas.openxmlformats.org/officeDocument/2006/relationships/notesSlide" Target="/ppt/notesSlides/notesSlide6.xml" Id="R50b8bccd85624d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a5a27bdd1a4790" /><Relationship Type="http://schemas.openxmlformats.org/officeDocument/2006/relationships/image" Target="/ppt/media/image7.png" Id="Rd2c0df5ff18b4b94" /><Relationship Type="http://schemas.openxmlformats.org/officeDocument/2006/relationships/notesSlide" Target="/ppt/notesSlides/notesSlide7.xml" Id="R1fe879f7b67340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0d6f0dd6f342eb" /><Relationship Type="http://schemas.openxmlformats.org/officeDocument/2006/relationships/image" Target="/ppt/media/image8.png" Id="R564133141853449d" /><Relationship Type="http://schemas.openxmlformats.org/officeDocument/2006/relationships/image" Target="/ppt/media/image9.png" Id="Rf05a4743a1444a3b" /><Relationship Type="http://schemas.openxmlformats.org/officeDocument/2006/relationships/image" Target="/ppt/media/image.svg" Id="R855af2346eaa4716" /><Relationship Type="http://schemas.openxmlformats.org/officeDocument/2006/relationships/image" Target="/ppt/media/image10.png" Id="R92fda6284c50470f" /><Relationship Type="http://schemas.openxmlformats.org/officeDocument/2006/relationships/image" Target="/ppt/media/image2.svg" Id="Rac8e4e421eac4da4" /><Relationship Type="http://schemas.openxmlformats.org/officeDocument/2006/relationships/image" Target="/ppt/media/image11.png" Id="R4523b30c4ff2481c" /><Relationship Type="http://schemas.openxmlformats.org/officeDocument/2006/relationships/image" Target="/ppt/media/image3.svg" Id="R829edb0e76f64d9e" /><Relationship Type="http://schemas.openxmlformats.org/officeDocument/2006/relationships/notesSlide" Target="/ppt/notesSlides/notesSlide8.xml" Id="Rec71be43d5cf4e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295ad37fd2439f" /><Relationship Type="http://schemas.openxmlformats.org/officeDocument/2006/relationships/image" Target="/ppt/media/image12.png" Id="R96082b830374439f" /><Relationship Type="http://schemas.openxmlformats.org/officeDocument/2006/relationships/notesSlide" Target="/ppt/notesSlides/notesSlide9.xml" Id="Rbc5dd74a0c9a42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94a148382c74cdc" /><Relationship Type="http://schemas.openxmlformats.org/officeDocument/2006/relationships/image" Target="/ppt/media/image13.png" Id="Rc500b37bb25d4229" /><Relationship Type="http://schemas.openxmlformats.org/officeDocument/2006/relationships/notesSlide" Target="/ppt/notesSlides/notesSlide10.xml" Id="R18ef1420cd1644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e7acd61ab04474" /><Relationship Type="http://schemas.openxmlformats.org/officeDocument/2006/relationships/image" Target="/ppt/media/image14.png" Id="R7b4f73bfbe884620" /><Relationship Type="http://schemas.openxmlformats.org/officeDocument/2006/relationships/notesSlide" Target="/ppt/notesSlides/notesSlide11.xml" Id="Rd651083ac98941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b4bcdf5c36e4233" /><Relationship Type="http://schemas.openxmlformats.org/officeDocument/2006/relationships/image" Target="/ppt/media/image15.png" Id="R5e46ebae5ea949a5" /><Relationship Type="http://schemas.openxmlformats.org/officeDocument/2006/relationships/notesSlide" Target="/ppt/notesSlides/notesSlide12.xml" Id="Rfa5bcda0d4234dc1" /></Relationships>
</file>

<file path=ppt/slides/slide1.xml><?xml version="1.0" encoding="utf-8"?>
<p:sld xmlns:p="http://schemas.openxmlformats.org/presentationml/2006/main">
  <p:cSld>
    <p:bg>
      <p:bgPr>
        <a:solidFill xmlns:a="http://schemas.openxmlformats.org/drawingml/2006/main">
          <a:srgbClr val="FFDA35"/>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55F9BA88-8765-41C1-899C-82AAFB457DCC}"/>
              </a:ext>
            </a:extLst>
          </p:cNvPr>
          <p:cNvPicPr>
            <a:picLocks xmlns:a="http://schemas.openxmlformats.org/drawingml/2006/main" noChangeAspect="1"/>
          </p:cNvPicPr>
          <p:nvPr/>
        </p:nvPicPr>
        <p:blipFill>
          <a:blip xmlns:r="http://schemas.openxmlformats.org/officeDocument/2006/relationships" xmlns:a="http://schemas.openxmlformats.org/drawingml/2006/main" r:embed="R69c657e4c1fd4e0a"/>
          <a:stretch xmlns:a="http://schemas.openxmlformats.org/drawingml/2006/main"/>
        </p:blipFill>
        <p:spPr>
          <a:xfrm xmlns:a="http://schemas.openxmlformats.org/drawingml/2006/main">
            <a:off x="6191250" y="0"/>
            <a:ext cx="6000750" cy="4000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E7AF09-9D03-46C9-AF93-E10024ABE5C7}"/>
              </a:ext>
            </a:extLst>
          </p:cNvPr>
          <p:cNvSpPr>
            <a:spLocks xmlns:a="http://schemas.openxmlformats.org/drawingml/2006/main" noGrp="1"/>
          </p:cNvSpPr>
          <p:nvPr/>
        </p:nvSpPr>
        <p:spPr>
          <a:xfrm xmlns:a="http://schemas.openxmlformats.org/drawingml/2006/main">
            <a:off x="571500" y="333375"/>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EASWARI ENGINEERING COLLEGE</a:t>
            </a:r>
          </a:p>
        </p:txBody>
      </p:sp>
      <p:sp>
        <p:nvSpPr>
          <p:cNvPr id="3" name="">
            <a:extLst xmlns:a="http://schemas.openxmlformats.org/drawingml/2006/main">
              <a:ext uri="{FF2B5EF4-FFF2-40B4-BE49-F238E27FC236}">
                <a16:creationId xmlns:a16="http://schemas.microsoft.com/office/drawing/2014/main" id="{A8EFE565-DC6A-4005-803B-55BE7F77D55A}"/>
              </a:ext>
            </a:extLst>
          </p:cNvPr>
          <p:cNvSpPr>
            <a:spLocks xmlns:a="http://schemas.openxmlformats.org/drawingml/2006/main" noGrp="1"/>
          </p:cNvSpPr>
          <p:nvPr/>
        </p:nvSpPr>
        <p:spPr>
          <a:xfrm xmlns:a="http://schemas.openxmlformats.org/drawingml/2006/main">
            <a:off x="571500" y="714375"/>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Department of Computer Science and Engineering</a:t>
            </a:r>
          </a:p>
        </p:txBody>
      </p:sp>
      <p:sp>
        <p:nvSpPr>
          <p:cNvPr id="4" name="">
            <a:extLst xmlns:a="http://schemas.openxmlformats.org/drawingml/2006/main">
              <a:ext uri="{FF2B5EF4-FFF2-40B4-BE49-F238E27FC236}">
                <a16:creationId xmlns:a16="http://schemas.microsoft.com/office/drawing/2014/main" id="{09330ECA-E24D-41EA-A47F-251B5BB21385}"/>
              </a:ext>
            </a:extLst>
          </p:cNvPr>
          <p:cNvSpPr>
            <a:spLocks xmlns:a="http://schemas.openxmlformats.org/drawingml/2006/main" noGrp="1"/>
          </p:cNvSpPr>
          <p:nvPr/>
        </p:nvSpPr>
        <p:spPr>
          <a:xfrm xmlns:a="http://schemas.openxmlformats.org/drawingml/2006/main">
            <a:off x="571500" y="13144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57FF"/>
                </a:solidFill>
              </a:defRPr>
            </a:defPPr>
          </a:lstStyle>
          <a:p xmlns:a="http://schemas.openxmlformats.org/drawingml/2006/main">
            <a:pPr>
              <a:defRPr sz="1425" b="1">
                <a:solidFill>
                  <a:srgbClr val="1557FF"/>
                </a:solidFill>
              </a:defRPr>
            </a:pPr>
            <a:r>
              <a:rPr sz="1425" b="1">
                <a:solidFill>
                  <a:srgbClr val="1557FF"/>
                </a:solidFill>
              </a:rPr>
              <a:t>NEARBY  ·  PROJECT REVIEW</a:t>
            </a:r>
          </a:p>
        </p:txBody>
      </p:sp>
      <p:sp>
        <p:nvSpPr>
          <p:cNvPr id="5" name="">
            <a:extLst xmlns:a="http://schemas.openxmlformats.org/drawingml/2006/main">
              <a:ext uri="{FF2B5EF4-FFF2-40B4-BE49-F238E27FC236}">
                <a16:creationId xmlns:a16="http://schemas.microsoft.com/office/drawing/2014/main" id="{E278DD5D-7F5A-406E-8BDB-3171A4FFFD16}"/>
              </a:ext>
            </a:extLst>
          </p:cNvPr>
          <p:cNvSpPr>
            <a:spLocks xmlns:a="http://schemas.openxmlformats.org/drawingml/2006/main" noGrp="1"/>
          </p:cNvSpPr>
          <p:nvPr/>
        </p:nvSpPr>
        <p:spPr>
          <a:xfrm xmlns:a="http://schemas.openxmlformats.org/drawingml/2006/main">
            <a:off x="571500" y="16954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150" b="1">
                <a:solidFill>
                  <a:srgbClr val="15191D"/>
                </a:solidFill>
              </a:defRPr>
            </a:defPPr>
          </a:lstStyle>
          <a:p xmlns:a="http://schemas.openxmlformats.org/drawingml/2006/main">
            <a:pPr>
              <a:defRPr sz="6150" b="1">
                <a:solidFill>
                  <a:srgbClr val="15191D"/>
                </a:solidFill>
              </a:defRPr>
            </a:pPr>
            <a:r>
              <a:rPr sz="6150" b="1">
                <a:solidFill>
                  <a:srgbClr val="15191D"/>
                </a:solidFill>
              </a:rPr>
              <a:t>Nearby</a:t>
            </a:r>
          </a:p>
        </p:txBody>
      </p:sp>
      <p:sp>
        <p:nvSpPr>
          <p:cNvPr id="6" name="">
            <a:extLst xmlns:a="http://schemas.openxmlformats.org/drawingml/2006/main">
              <a:ext uri="{FF2B5EF4-FFF2-40B4-BE49-F238E27FC236}">
                <a16:creationId xmlns:a16="http://schemas.microsoft.com/office/drawing/2014/main" id="{3FEA1D6E-34AE-4A03-A4C5-8022685B2A35}"/>
              </a:ext>
            </a:extLst>
          </p:cNvPr>
          <p:cNvSpPr>
            <a:spLocks xmlns:a="http://schemas.openxmlformats.org/drawingml/2006/main" noGrp="1"/>
          </p:cNvSpPr>
          <p:nvPr/>
        </p:nvSpPr>
        <p:spPr>
          <a:xfrm xmlns:a="http://schemas.openxmlformats.org/drawingml/2006/main">
            <a:off x="571500" y="26670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191D"/>
                </a:solidFill>
              </a:defRPr>
            </a:defPPr>
          </a:lstStyle>
          <a:p xmlns:a="http://schemas.openxmlformats.org/drawingml/2006/main">
            <a:pPr>
              <a:defRPr sz="3225" b="1">
                <a:solidFill>
                  <a:srgbClr val="15191D"/>
                </a:solidFill>
              </a:defRPr>
            </a:pPr>
            <a:r>
              <a:rPr sz="3225" b="1">
                <a:solidFill>
                  <a:srgbClr val="15191D"/>
                </a:solidFill>
              </a:rPr>
              <a:t>Local Services</a:t>
            </a:r>
          </a:p>
          <a:p xmlns:a="http://schemas.openxmlformats.org/drawingml/2006/main">
            <a:pPr>
              <a:defRPr sz="3225" b="1">
                <a:solidFill>
                  <a:srgbClr val="15191D"/>
                </a:solidFill>
              </a:defRPr>
            </a:pPr>
            <a:r>
              <a:rPr sz="3225" b="1">
                <a:solidFill>
                  <a:srgbClr val="15191D"/>
                </a:solidFill>
              </a:rPr>
              <a:t>Marketplace</a:t>
            </a:r>
          </a:p>
        </p:txBody>
      </p:sp>
      <p:sp>
        <p:nvSpPr>
          <p:cNvPr id="7" name="">
            <a:extLst xmlns:a="http://schemas.openxmlformats.org/drawingml/2006/main">
              <a:ext uri="{FF2B5EF4-FFF2-40B4-BE49-F238E27FC236}">
                <a16:creationId xmlns:a16="http://schemas.microsoft.com/office/drawing/2014/main" id="{D2B98917-014D-4ABC-86C9-527200A41C78}"/>
              </a:ext>
            </a:extLst>
          </p:cNvPr>
          <p:cNvSpPr>
            <a:spLocks xmlns:a="http://schemas.openxmlformats.org/drawingml/2006/main" noGrp="1"/>
          </p:cNvSpPr>
          <p:nvPr/>
        </p:nvSpPr>
        <p:spPr>
          <a:xfrm xmlns:a="http://schemas.openxmlformats.org/drawingml/2006/main">
            <a:off x="571500" y="38576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191D"/>
                </a:solidFill>
              </a:defRPr>
            </a:defPPr>
          </a:lstStyle>
          <a:p xmlns:a="http://schemas.openxmlformats.org/drawingml/2006/main">
            <a:pPr>
              <a:defRPr sz="1950" b="0">
                <a:solidFill>
                  <a:srgbClr val="15191D"/>
                </a:solidFill>
              </a:defRPr>
            </a:pPr>
            <a:r>
              <a:rPr sz="1950" b="0">
                <a:solidFill>
                  <a:srgbClr val="15191D"/>
                </a:solidFill>
              </a:rPr>
              <a:t>A web platform for local service discovery, booking and provider management</a:t>
            </a:r>
          </a:p>
        </p:txBody>
      </p:sp>
      <p:sp>
        <p:nvSpPr>
          <p:cNvPr id="8" name="">
            <a:extLst xmlns:a="http://schemas.openxmlformats.org/drawingml/2006/main">
              <a:ext uri="{FF2B5EF4-FFF2-40B4-BE49-F238E27FC236}">
                <a16:creationId xmlns:a16="http://schemas.microsoft.com/office/drawing/2014/main" id="{10DE3705-8043-4052-861D-9C647BDD68A5}"/>
              </a:ext>
            </a:extLst>
          </p:cNvPr>
          <p:cNvSpPr>
            <a:spLocks xmlns:a="http://schemas.openxmlformats.org/drawingml/2006/main" noGrp="1"/>
          </p:cNvSpPr>
          <p:nvPr/>
        </p:nvSpPr>
        <p:spPr>
          <a:xfrm xmlns:a="http://schemas.openxmlformats.org/drawingml/2006/main">
            <a:off x="7524750" y="1381125"/>
            <a:ext cx="4000500" cy="31908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C6D5B41B-BB95-4415-BDF8-C5A677722435}"/>
              </a:ext>
            </a:extLst>
          </p:cNvPr>
          <p:cNvSpPr>
            <a:spLocks xmlns:a="http://schemas.openxmlformats.org/drawingml/2006/main" noGrp="1"/>
          </p:cNvSpPr>
          <p:nvPr/>
        </p:nvSpPr>
        <p:spPr>
          <a:xfrm xmlns:a="http://schemas.openxmlformats.org/drawingml/2006/main">
            <a:off x="7524750" y="1381125"/>
            <a:ext cx="4000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F377C676-CCD9-4785-8893-14C6004327F9}"/>
              </a:ext>
            </a:extLst>
          </p:cNvPr>
          <p:cNvSpPr>
            <a:spLocks xmlns:a="http://schemas.openxmlformats.org/drawingml/2006/main" noGrp="1"/>
          </p:cNvSpPr>
          <p:nvPr/>
        </p:nvSpPr>
        <p:spPr>
          <a:xfrm xmlns:a="http://schemas.openxmlformats.org/drawingml/2006/main">
            <a:off x="7677150" y="14763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1" name="">
            <a:extLst xmlns:a="http://schemas.openxmlformats.org/drawingml/2006/main">
              <a:ext uri="{FF2B5EF4-FFF2-40B4-BE49-F238E27FC236}">
                <a16:creationId xmlns:a16="http://schemas.microsoft.com/office/drawing/2014/main" id="{0DB1D891-5A8D-4904-B8A7-B288936A43F2}"/>
              </a:ext>
            </a:extLst>
          </p:cNvPr>
          <p:cNvSpPr>
            <a:spLocks xmlns:a="http://schemas.openxmlformats.org/drawingml/2006/main" noGrp="1"/>
          </p:cNvSpPr>
          <p:nvPr/>
        </p:nvSpPr>
        <p:spPr>
          <a:xfrm xmlns:a="http://schemas.openxmlformats.org/drawingml/2006/main">
            <a:off x="7696200" y="19812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Find a local service</a:t>
            </a:r>
          </a:p>
        </p:txBody>
      </p:sp>
      <p:sp>
        <p:nvSpPr>
          <p:cNvPr id="12" name="">
            <a:extLst xmlns:a="http://schemas.openxmlformats.org/drawingml/2006/main">
              <a:ext uri="{FF2B5EF4-FFF2-40B4-BE49-F238E27FC236}">
                <a16:creationId xmlns:a16="http://schemas.microsoft.com/office/drawing/2014/main" id="{18804BFA-82D7-47D8-BD6C-0197E6F7E23A}"/>
              </a:ext>
            </a:extLst>
          </p:cNvPr>
          <p:cNvSpPr>
            <a:spLocks xmlns:a="http://schemas.openxmlformats.org/drawingml/2006/main" noGrp="1"/>
          </p:cNvSpPr>
          <p:nvPr/>
        </p:nvSpPr>
        <p:spPr>
          <a:xfrm xmlns:a="http://schemas.openxmlformats.org/drawingml/2006/main">
            <a:off x="7715250" y="2447925"/>
            <a:ext cx="3619500" cy="38100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80221395-8F0B-4BA4-98CC-395E880AE21A}"/>
              </a:ext>
            </a:extLst>
          </p:cNvPr>
          <p:cNvSpPr>
            <a:spLocks xmlns:a="http://schemas.openxmlformats.org/drawingml/2006/main" noGrp="1"/>
          </p:cNvSpPr>
          <p:nvPr/>
        </p:nvSpPr>
        <p:spPr>
          <a:xfrm xmlns:a="http://schemas.openxmlformats.org/drawingml/2006/main">
            <a:off x="7829550" y="2533650"/>
            <a:ext cx="339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Enter six-digit pincode</a:t>
            </a:r>
          </a:p>
        </p:txBody>
      </p:sp>
      <p:sp>
        <p:nvSpPr>
          <p:cNvPr id="14" name="">
            <a:extLst xmlns:a="http://schemas.openxmlformats.org/drawingml/2006/main">
              <a:ext uri="{FF2B5EF4-FFF2-40B4-BE49-F238E27FC236}">
                <a16:creationId xmlns:a16="http://schemas.microsoft.com/office/drawing/2014/main" id="{E8F47999-90EB-465B-839B-A0D804009F7F}"/>
              </a:ext>
            </a:extLst>
          </p:cNvPr>
          <p:cNvSpPr>
            <a:spLocks xmlns:a="http://schemas.openxmlformats.org/drawingml/2006/main" noGrp="1"/>
          </p:cNvSpPr>
          <p:nvPr/>
        </p:nvSpPr>
        <p:spPr>
          <a:xfrm xmlns:a="http://schemas.openxmlformats.org/drawingml/2006/main">
            <a:off x="7715250" y="2962275"/>
            <a:ext cx="3619500" cy="38100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460F88CD-AA87-4018-8E8F-FBF538EA8367}"/>
              </a:ext>
            </a:extLst>
          </p:cNvPr>
          <p:cNvSpPr>
            <a:spLocks xmlns:a="http://schemas.openxmlformats.org/drawingml/2006/main" noGrp="1"/>
          </p:cNvSpPr>
          <p:nvPr/>
        </p:nvSpPr>
        <p:spPr>
          <a:xfrm xmlns:a="http://schemas.openxmlformats.org/drawingml/2006/main">
            <a:off x="7829550" y="3048000"/>
            <a:ext cx="339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Choose a listed service</a:t>
            </a:r>
          </a:p>
        </p:txBody>
      </p:sp>
      <p:sp>
        <p:nvSpPr>
          <p:cNvPr id="16" name="">
            <a:extLst xmlns:a="http://schemas.openxmlformats.org/drawingml/2006/main">
              <a:ext uri="{FF2B5EF4-FFF2-40B4-BE49-F238E27FC236}">
                <a16:creationId xmlns:a16="http://schemas.microsoft.com/office/drawing/2014/main" id="{411F98B1-D639-4263-827F-99E38D02B65A}"/>
              </a:ext>
            </a:extLst>
          </p:cNvPr>
          <p:cNvSpPr>
            <a:spLocks xmlns:a="http://schemas.openxmlformats.org/drawingml/2006/main" noGrp="1"/>
          </p:cNvSpPr>
          <p:nvPr/>
        </p:nvSpPr>
        <p:spPr>
          <a:xfrm xmlns:a="http://schemas.openxmlformats.org/drawingml/2006/main">
            <a:off x="7715250" y="3590925"/>
            <a:ext cx="3619500" cy="41910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1B1F19C6-0328-4001-8516-B71B382CF1AF}"/>
              </a:ext>
            </a:extLst>
          </p:cNvPr>
          <p:cNvSpPr>
            <a:spLocks xmlns:a="http://schemas.openxmlformats.org/drawingml/2006/main" noGrp="1"/>
          </p:cNvSpPr>
          <p:nvPr/>
        </p:nvSpPr>
        <p:spPr>
          <a:xfrm xmlns:a="http://schemas.openxmlformats.org/drawingml/2006/main">
            <a:off x="7791450" y="3657600"/>
            <a:ext cx="346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View available times</a:t>
            </a:r>
          </a:p>
        </p:txBody>
      </p:sp>
      <p:sp>
        <p:nvSpPr>
          <p:cNvPr id="18" name="">
            <a:extLst xmlns:a="http://schemas.openxmlformats.org/drawingml/2006/main">
              <a:ext uri="{FF2B5EF4-FFF2-40B4-BE49-F238E27FC236}">
                <a16:creationId xmlns:a16="http://schemas.microsoft.com/office/drawing/2014/main" id="{D6E0B8BE-CB5B-428B-8A72-EFD8E22E2F89}"/>
              </a:ext>
            </a:extLst>
          </p:cNvPr>
          <p:cNvSpPr>
            <a:spLocks xmlns:a="http://schemas.openxmlformats.org/drawingml/2006/main" noGrp="1"/>
          </p:cNvSpPr>
          <p:nvPr/>
        </p:nvSpPr>
        <p:spPr>
          <a:xfrm xmlns:a="http://schemas.openxmlformats.org/drawingml/2006/main">
            <a:off x="7715250" y="42100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UI</a:t>
            </a:r>
          </a:p>
        </p:txBody>
      </p:sp>
      <p:sp>
        <p:nvSpPr>
          <p:cNvPr id="19" name="">
            <a:extLst xmlns:a="http://schemas.openxmlformats.org/drawingml/2006/main">
              <a:ext uri="{FF2B5EF4-FFF2-40B4-BE49-F238E27FC236}">
                <a16:creationId xmlns:a16="http://schemas.microsoft.com/office/drawing/2014/main" id="{F0871223-72FA-4A7B-85C1-765253A44342}"/>
              </a:ext>
            </a:extLst>
          </p:cNvPr>
          <p:cNvSpPr>
            <a:spLocks xmlns:a="http://schemas.openxmlformats.org/drawingml/2006/main" noGrp="1"/>
          </p:cNvSpPr>
          <p:nvPr/>
        </p:nvSpPr>
        <p:spPr>
          <a:xfrm xmlns:a="http://schemas.openxmlformats.org/drawingml/2006/main">
            <a:off x="57150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STUDENT</a:t>
            </a:r>
          </a:p>
        </p:txBody>
      </p:sp>
      <p:sp>
        <p:nvSpPr>
          <p:cNvPr id="20" name="">
            <a:extLst xmlns:a="http://schemas.openxmlformats.org/drawingml/2006/main">
              <a:ext uri="{FF2B5EF4-FFF2-40B4-BE49-F238E27FC236}">
                <a16:creationId xmlns:a16="http://schemas.microsoft.com/office/drawing/2014/main" id="{729EB0BD-0EC5-43EF-BDA6-87FA33C25F56}"/>
              </a:ext>
            </a:extLst>
          </p:cNvPr>
          <p:cNvSpPr>
            <a:spLocks xmlns:a="http://schemas.openxmlformats.org/drawingml/2006/main" noGrp="1"/>
          </p:cNvSpPr>
          <p:nvPr/>
        </p:nvSpPr>
        <p:spPr>
          <a:xfrm xmlns:a="http://schemas.openxmlformats.org/drawingml/2006/main">
            <a:off x="57150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Susindran D</a:t>
            </a:r>
          </a:p>
        </p:txBody>
      </p:sp>
      <p:sp>
        <p:nvSpPr>
          <p:cNvPr id="21" name="">
            <a:extLst xmlns:a="http://schemas.openxmlformats.org/drawingml/2006/main">
              <a:ext uri="{FF2B5EF4-FFF2-40B4-BE49-F238E27FC236}">
                <a16:creationId xmlns:a16="http://schemas.microsoft.com/office/drawing/2014/main" id="{21E95002-51A7-418D-9C94-3A26D41CA6EE}"/>
              </a:ext>
            </a:extLst>
          </p:cNvPr>
          <p:cNvSpPr>
            <a:spLocks xmlns:a="http://schemas.openxmlformats.org/drawingml/2006/main" noGrp="1"/>
          </p:cNvSpPr>
          <p:nvPr/>
        </p:nvSpPr>
        <p:spPr>
          <a:xfrm xmlns:a="http://schemas.openxmlformats.org/drawingml/2006/main">
            <a:off x="4429125"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REGISTER NO</a:t>
            </a:r>
          </a:p>
        </p:txBody>
      </p:sp>
      <p:sp>
        <p:nvSpPr>
          <p:cNvPr id="22" name="">
            <a:extLst xmlns:a="http://schemas.openxmlformats.org/drawingml/2006/main">
              <a:ext uri="{FF2B5EF4-FFF2-40B4-BE49-F238E27FC236}">
                <a16:creationId xmlns:a16="http://schemas.microsoft.com/office/drawing/2014/main" id="{A109D064-501B-4EF0-A022-38096FB95E6E}"/>
              </a:ext>
            </a:extLst>
          </p:cNvPr>
          <p:cNvSpPr>
            <a:spLocks xmlns:a="http://schemas.openxmlformats.org/drawingml/2006/main" noGrp="1"/>
          </p:cNvSpPr>
          <p:nvPr/>
        </p:nvSpPr>
        <p:spPr>
          <a:xfrm xmlns:a="http://schemas.openxmlformats.org/drawingml/2006/main">
            <a:off x="4429125"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310624104342</a:t>
            </a:r>
          </a:p>
        </p:txBody>
      </p:sp>
      <p:sp>
        <p:nvSpPr>
          <p:cNvPr id="23" name="">
            <a:extLst xmlns:a="http://schemas.openxmlformats.org/drawingml/2006/main">
              <a:ext uri="{FF2B5EF4-FFF2-40B4-BE49-F238E27FC236}">
                <a16:creationId xmlns:a16="http://schemas.microsoft.com/office/drawing/2014/main" id="{CFDBA519-533D-4D1D-9D7E-0A14D1A1FFAD}"/>
              </a:ext>
            </a:extLst>
          </p:cNvPr>
          <p:cNvSpPr>
            <a:spLocks xmlns:a="http://schemas.openxmlformats.org/drawingml/2006/main" noGrp="1"/>
          </p:cNvSpPr>
          <p:nvPr/>
        </p:nvSpPr>
        <p:spPr>
          <a:xfrm xmlns:a="http://schemas.openxmlformats.org/drawingml/2006/main">
            <a:off x="828675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FACULTY GUIDE</a:t>
            </a:r>
          </a:p>
        </p:txBody>
      </p:sp>
      <p:sp>
        <p:nvSpPr>
          <p:cNvPr id="24" name="">
            <a:extLst xmlns:a="http://schemas.openxmlformats.org/drawingml/2006/main">
              <a:ext uri="{FF2B5EF4-FFF2-40B4-BE49-F238E27FC236}">
                <a16:creationId xmlns:a16="http://schemas.microsoft.com/office/drawing/2014/main" id="{F67771B1-5490-4FE8-AFC4-30031ADB2CDF}"/>
              </a:ext>
            </a:extLst>
          </p:cNvPr>
          <p:cNvSpPr>
            <a:spLocks xmlns:a="http://schemas.openxmlformats.org/drawingml/2006/main" noGrp="1"/>
          </p:cNvSpPr>
          <p:nvPr/>
        </p:nvSpPr>
        <p:spPr>
          <a:xfrm xmlns:a="http://schemas.openxmlformats.org/drawingml/2006/main">
            <a:off x="828675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Swapna Duggi</a:t>
            </a:r>
          </a:p>
        </p:txBody>
      </p:sp>
      <p:sp>
        <p:nvSpPr>
          <p:cNvPr id="25" name="">
            <a:extLst xmlns:a="http://schemas.openxmlformats.org/drawingml/2006/main">
              <a:ext uri="{FF2B5EF4-FFF2-40B4-BE49-F238E27FC236}">
                <a16:creationId xmlns:a16="http://schemas.microsoft.com/office/drawing/2014/main" id="{74C35CA7-9A38-48C7-8FC0-983677821C60}"/>
              </a:ext>
            </a:extLst>
          </p:cNvPr>
          <p:cNvSpPr>
            <a:spLocks xmlns:a="http://schemas.openxmlformats.org/drawingml/2006/main" noGrp="1"/>
          </p:cNvSpPr>
          <p:nvPr/>
        </p:nvSpPr>
        <p:spPr>
          <a:xfrm xmlns:a="http://schemas.openxmlformats.org/drawingml/2006/main">
            <a:off x="57150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CUSTOMER</a:t>
            </a:r>
          </a:p>
        </p:txBody>
      </p:sp>
      <p:sp>
        <p:nvSpPr>
          <p:cNvPr id="26" name="">
            <a:extLst xmlns:a="http://schemas.openxmlformats.org/drawingml/2006/main">
              <a:ext uri="{FF2B5EF4-FFF2-40B4-BE49-F238E27FC236}">
                <a16:creationId xmlns:a16="http://schemas.microsoft.com/office/drawing/2014/main" id="{8C31B0EF-5E8C-4DCB-90C3-5FB09C3ADC35}"/>
              </a:ext>
            </a:extLst>
          </p:cNvPr>
          <p:cNvSpPr>
            <a:spLocks xmlns:a="http://schemas.openxmlformats.org/drawingml/2006/main" noGrp="1"/>
          </p:cNvSpPr>
          <p:nvPr/>
        </p:nvSpPr>
        <p:spPr>
          <a:xfrm xmlns:a="http://schemas.openxmlformats.org/drawingml/2006/main">
            <a:off x="57150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Find services by pincode</a:t>
            </a:r>
          </a:p>
          <a:p xmlns:a="http://schemas.openxmlformats.org/drawingml/2006/main">
            <a:pPr>
              <a:defRPr sz="1425" b="0">
                <a:solidFill>
                  <a:srgbClr val="15191D"/>
                </a:solidFill>
              </a:defRPr>
            </a:pPr>
            <a:r>
              <a:rPr sz="1425" b="0">
                <a:solidFill>
                  <a:srgbClr val="15191D"/>
                </a:solidFill>
              </a:rPr>
              <a:t>Request a suitable time</a:t>
            </a:r>
          </a:p>
        </p:txBody>
      </p:sp>
      <p:sp>
        <p:nvSpPr>
          <p:cNvPr id="27" name="">
            <a:extLst xmlns:a="http://schemas.openxmlformats.org/drawingml/2006/main">
              <a:ext uri="{FF2B5EF4-FFF2-40B4-BE49-F238E27FC236}">
                <a16:creationId xmlns:a16="http://schemas.microsoft.com/office/drawing/2014/main" id="{69A961AA-C8BC-4F0E-8DAC-7C849AB5904F}"/>
              </a:ext>
            </a:extLst>
          </p:cNvPr>
          <p:cNvSpPr>
            <a:spLocks xmlns:a="http://schemas.openxmlformats.org/drawingml/2006/main" noGrp="1"/>
          </p:cNvSpPr>
          <p:nvPr/>
        </p:nvSpPr>
        <p:spPr>
          <a:xfrm xmlns:a="http://schemas.openxmlformats.org/drawingml/2006/main">
            <a:off x="4429125"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PROVIDER</a:t>
            </a:r>
          </a:p>
        </p:txBody>
      </p:sp>
      <p:sp>
        <p:nvSpPr>
          <p:cNvPr id="28" name="">
            <a:extLst xmlns:a="http://schemas.openxmlformats.org/drawingml/2006/main">
              <a:ext uri="{FF2B5EF4-FFF2-40B4-BE49-F238E27FC236}">
                <a16:creationId xmlns:a16="http://schemas.microsoft.com/office/drawing/2014/main" id="{8B014EF2-C0C4-49EA-BFC1-238D9611876C}"/>
              </a:ext>
            </a:extLst>
          </p:cNvPr>
          <p:cNvSpPr>
            <a:spLocks xmlns:a="http://schemas.openxmlformats.org/drawingml/2006/main" noGrp="1"/>
          </p:cNvSpPr>
          <p:nvPr/>
        </p:nvSpPr>
        <p:spPr>
          <a:xfrm xmlns:a="http://schemas.openxmlformats.org/drawingml/2006/main">
            <a:off x="4429125"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Manage listings and availability</a:t>
            </a:r>
          </a:p>
          <a:p xmlns:a="http://schemas.openxmlformats.org/drawingml/2006/main">
            <a:pPr>
              <a:defRPr sz="1425" b="0">
                <a:solidFill>
                  <a:srgbClr val="15191D"/>
                </a:solidFill>
              </a:defRPr>
            </a:pPr>
            <a:r>
              <a:rPr sz="1425" b="0">
                <a:solidFill>
                  <a:srgbClr val="15191D"/>
                </a:solidFill>
              </a:rPr>
              <a:t>Accept and fulfil bookings</a:t>
            </a:r>
          </a:p>
        </p:txBody>
      </p:sp>
      <p:sp>
        <p:nvSpPr>
          <p:cNvPr id="29" name="">
            <a:extLst xmlns:a="http://schemas.openxmlformats.org/drawingml/2006/main">
              <a:ext uri="{FF2B5EF4-FFF2-40B4-BE49-F238E27FC236}">
                <a16:creationId xmlns:a16="http://schemas.microsoft.com/office/drawing/2014/main" id="{85EB4BB6-9E4E-41FA-892F-CF30D1D8B4ED}"/>
              </a:ext>
            </a:extLst>
          </p:cNvPr>
          <p:cNvSpPr>
            <a:spLocks xmlns:a="http://schemas.openxmlformats.org/drawingml/2006/main" noGrp="1"/>
          </p:cNvSpPr>
          <p:nvPr/>
        </p:nvSpPr>
        <p:spPr>
          <a:xfrm xmlns:a="http://schemas.openxmlformats.org/drawingml/2006/main">
            <a:off x="828675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ADMIN</a:t>
            </a:r>
          </a:p>
        </p:txBody>
      </p:sp>
      <p:sp>
        <p:nvSpPr>
          <p:cNvPr id="30" name="">
            <a:extLst xmlns:a="http://schemas.openxmlformats.org/drawingml/2006/main">
              <a:ext uri="{FF2B5EF4-FFF2-40B4-BE49-F238E27FC236}">
                <a16:creationId xmlns:a16="http://schemas.microsoft.com/office/drawing/2014/main" id="{24B80C3E-BD6B-43DE-9A0E-96685B901212}"/>
              </a:ext>
            </a:extLst>
          </p:cNvPr>
          <p:cNvSpPr>
            <a:spLocks xmlns:a="http://schemas.openxmlformats.org/drawingml/2006/main" noGrp="1"/>
          </p:cNvSpPr>
          <p:nvPr/>
        </p:nvSpPr>
        <p:spPr>
          <a:xfrm xmlns:a="http://schemas.openxmlformats.org/drawingml/2006/main">
            <a:off x="828675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Review providers</a:t>
            </a:r>
          </a:p>
          <a:p xmlns:a="http://schemas.openxmlformats.org/drawingml/2006/main">
            <a:pPr>
              <a:defRPr sz="1425" b="0">
                <a:solidFill>
                  <a:srgbClr val="15191D"/>
                </a:solidFill>
              </a:defRPr>
            </a:pPr>
            <a:r>
              <a:rPr sz="1425" b="0">
                <a:solidFill>
                  <a:srgbClr val="15191D"/>
                </a:solidFill>
              </a:rPr>
              <a:t>Manage policies and disputes</a:t>
            </a:r>
          </a:p>
        </p:txBody>
      </p:sp>
    </p:spTree>
    <p:extLst>
      <p:ext uri="{BB962C8B-B14F-4D97-AF65-F5344CB8AC3E}">
        <p14:creationId xmlns:p14="http://schemas.microsoft.com/office/powerpoint/2010/main" val="11758532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C4EE02D7-27B7-4DD0-8476-38DF50E4940F}"/>
              </a:ext>
            </a:extLst>
          </p:cNvPr>
          <p:cNvPicPr>
            <a:picLocks xmlns:a="http://schemas.openxmlformats.org/drawingml/2006/main" noChangeAspect="1"/>
          </p:cNvPicPr>
          <p:nvPr/>
        </p:nvPicPr>
        <p:blipFill>
          <a:blip xmlns:r="http://schemas.openxmlformats.org/officeDocument/2006/relationships" xmlns:a="http://schemas.openxmlformats.org/drawingml/2006/main" r:embed="R188eabcdc3fa4918"/>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3358C5-FDB5-443B-8F08-7693862BFC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F3EB61DB-1D98-4298-81B0-5BCAE91546D2}"/>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Agenda &amp; Project Overview</a:t>
            </a:r>
          </a:p>
        </p:txBody>
      </p:sp>
      <p:sp>
        <p:nvSpPr>
          <p:cNvPr id="4" name="">
            <a:extLst xmlns:a="http://schemas.openxmlformats.org/drawingml/2006/main">
              <a:ext uri="{FF2B5EF4-FFF2-40B4-BE49-F238E27FC236}">
                <a16:creationId xmlns:a16="http://schemas.microsoft.com/office/drawing/2014/main" id="{8937F315-2AAD-402D-8739-AEF3E18D26E2}"/>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87EFD326-1FE0-4893-A969-339199A8E7CE}"/>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3725ABD0-7349-49AA-B5CB-6162EE913FD7}"/>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7" name="">
            <a:extLst xmlns:a="http://schemas.openxmlformats.org/drawingml/2006/main">
              <a:ext uri="{FF2B5EF4-FFF2-40B4-BE49-F238E27FC236}">
                <a16:creationId xmlns:a16="http://schemas.microsoft.com/office/drawing/2014/main" id="{D0F67FDC-EA5A-445F-B41E-D22AD80A7613}"/>
              </a:ext>
            </a:extLst>
          </p:cNvPr>
          <p:cNvSpPr>
            <a:spLocks xmlns:a="http://schemas.openxmlformats.org/drawingml/2006/main" noGrp="1"/>
          </p:cNvSpPr>
          <p:nvPr/>
        </p:nvSpPr>
        <p:spPr>
          <a:xfrm xmlns:a="http://schemas.openxmlformats.org/drawingml/2006/main">
            <a:off x="571500" y="1552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191D"/>
                </a:solidFill>
              </a:defRPr>
            </a:defPPr>
          </a:lstStyle>
          <a:p xmlns:a="http://schemas.openxmlformats.org/drawingml/2006/main">
            <a:pPr>
              <a:defRPr sz="2175" b="1">
                <a:solidFill>
                  <a:srgbClr val="15191D"/>
                </a:solidFill>
              </a:defRPr>
            </a:pPr>
            <a:r>
              <a:rPr sz="2175" b="1">
                <a:solidFill>
                  <a:srgbClr val="15191D"/>
                </a:solidFill>
              </a:rPr>
              <a:t>Nearby connects customers with local providers through exact six-digit pincode discovery.</a:t>
            </a:r>
          </a:p>
        </p:txBody>
      </p:sp>
      <p:sp>
        <p:nvSpPr>
          <p:cNvPr id="8" name="">
            <a:extLst xmlns:a="http://schemas.openxmlformats.org/drawingml/2006/main">
              <a:ext uri="{FF2B5EF4-FFF2-40B4-BE49-F238E27FC236}">
                <a16:creationId xmlns:a16="http://schemas.microsoft.com/office/drawing/2014/main" id="{948F8220-C817-432E-822A-DE99BCF15168}"/>
              </a:ext>
            </a:extLst>
          </p:cNvPr>
          <p:cNvSpPr>
            <a:spLocks xmlns:a="http://schemas.openxmlformats.org/drawingml/2006/main" noGrp="1"/>
          </p:cNvSpPr>
          <p:nvPr/>
        </p:nvSpPr>
        <p:spPr>
          <a:xfrm xmlns:a="http://schemas.openxmlformats.org/drawingml/2006/main">
            <a:off x="571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1</a:t>
            </a:r>
          </a:p>
        </p:txBody>
      </p:sp>
      <p:sp>
        <p:nvSpPr>
          <p:cNvPr id="9" name="">
            <a:extLst xmlns:a="http://schemas.openxmlformats.org/drawingml/2006/main">
              <a:ext uri="{FF2B5EF4-FFF2-40B4-BE49-F238E27FC236}">
                <a16:creationId xmlns:a16="http://schemas.microsoft.com/office/drawing/2014/main" id="{DC13228F-1B46-4B3B-8573-6D3F6E6B1A34}"/>
              </a:ext>
            </a:extLst>
          </p:cNvPr>
          <p:cNvSpPr>
            <a:spLocks xmlns:a="http://schemas.openxmlformats.org/drawingml/2006/main" noGrp="1"/>
          </p:cNvSpPr>
          <p:nvPr/>
        </p:nvSpPr>
        <p:spPr>
          <a:xfrm xmlns:a="http://schemas.openxmlformats.org/drawingml/2006/main">
            <a:off x="571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The need</a:t>
            </a:r>
          </a:p>
        </p:txBody>
      </p:sp>
      <p:sp>
        <p:nvSpPr>
          <p:cNvPr id="10" name="">
            <a:extLst xmlns:a="http://schemas.openxmlformats.org/drawingml/2006/main">
              <a:ext uri="{FF2B5EF4-FFF2-40B4-BE49-F238E27FC236}">
                <a16:creationId xmlns:a16="http://schemas.microsoft.com/office/drawing/2014/main" id="{E896959D-E3A7-4393-B628-086144B1A20A}"/>
              </a:ext>
            </a:extLst>
          </p:cNvPr>
          <p:cNvSpPr>
            <a:spLocks xmlns:a="http://schemas.openxmlformats.org/drawingml/2006/main" noGrp="1"/>
          </p:cNvSpPr>
          <p:nvPr/>
        </p:nvSpPr>
        <p:spPr>
          <a:xfrm xmlns:a="http://schemas.openxmlformats.org/drawingml/2006/main">
            <a:off x="1238250" y="2876550"/>
            <a:ext cx="204787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BE8F143E-1ACE-4750-B01F-8EA22D2F862F}"/>
              </a:ext>
            </a:extLst>
          </p:cNvPr>
          <p:cNvSpPr>
            <a:spLocks xmlns:a="http://schemas.openxmlformats.org/drawingml/2006/main" noGrp="1"/>
          </p:cNvSpPr>
          <p:nvPr/>
        </p:nvSpPr>
        <p:spPr>
          <a:xfrm xmlns:a="http://schemas.openxmlformats.org/drawingml/2006/main">
            <a:off x="3190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2" name="">
            <a:extLst xmlns:a="http://schemas.openxmlformats.org/drawingml/2006/main">
              <a:ext uri="{FF2B5EF4-FFF2-40B4-BE49-F238E27FC236}">
                <a16:creationId xmlns:a16="http://schemas.microsoft.com/office/drawing/2014/main" id="{2704B5C4-29E4-49F2-A157-90CB40856F8E}"/>
              </a:ext>
            </a:extLst>
          </p:cNvPr>
          <p:cNvSpPr>
            <a:spLocks xmlns:a="http://schemas.openxmlformats.org/drawingml/2006/main" noGrp="1"/>
          </p:cNvSpPr>
          <p:nvPr/>
        </p:nvSpPr>
        <p:spPr>
          <a:xfrm xmlns:a="http://schemas.openxmlformats.org/drawingml/2006/main">
            <a:off x="571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3" name="">
            <a:extLst xmlns:a="http://schemas.openxmlformats.org/drawingml/2006/main">
              <a:ext uri="{FF2B5EF4-FFF2-40B4-BE49-F238E27FC236}">
                <a16:creationId xmlns:a16="http://schemas.microsoft.com/office/drawing/2014/main" id="{3790C4F6-DC92-4F81-8269-9B53ECDFAA1A}"/>
              </a:ext>
            </a:extLst>
          </p:cNvPr>
          <p:cNvSpPr>
            <a:spLocks xmlns:a="http://schemas.openxmlformats.org/drawingml/2006/main" noGrp="1"/>
          </p:cNvSpPr>
          <p:nvPr/>
        </p:nvSpPr>
        <p:spPr>
          <a:xfrm xmlns:a="http://schemas.openxmlformats.org/drawingml/2006/main">
            <a:off x="981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Problem &amp; Proposed System</a:t>
            </a:r>
          </a:p>
        </p:txBody>
      </p:sp>
      <p:sp>
        <p:nvSpPr>
          <p:cNvPr id="14" name="">
            <a:extLst xmlns:a="http://schemas.openxmlformats.org/drawingml/2006/main">
              <a:ext uri="{FF2B5EF4-FFF2-40B4-BE49-F238E27FC236}">
                <a16:creationId xmlns:a16="http://schemas.microsoft.com/office/drawing/2014/main" id="{DCEAF97E-F144-48C7-B9BB-E8BF1AB4F1C3}"/>
              </a:ext>
            </a:extLst>
          </p:cNvPr>
          <p:cNvSpPr>
            <a:spLocks xmlns:a="http://schemas.openxmlformats.org/drawingml/2006/main" noGrp="1"/>
          </p:cNvSpPr>
          <p:nvPr/>
        </p:nvSpPr>
        <p:spPr>
          <a:xfrm xmlns:a="http://schemas.openxmlformats.org/drawingml/2006/main">
            <a:off x="571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5" name="">
            <a:extLst xmlns:a="http://schemas.openxmlformats.org/drawingml/2006/main">
              <a:ext uri="{FF2B5EF4-FFF2-40B4-BE49-F238E27FC236}">
                <a16:creationId xmlns:a16="http://schemas.microsoft.com/office/drawing/2014/main" id="{26A64756-2B1D-43E6-9620-B07AB9ADDF6D}"/>
              </a:ext>
            </a:extLst>
          </p:cNvPr>
          <p:cNvSpPr>
            <a:spLocks xmlns:a="http://schemas.openxmlformats.org/drawingml/2006/main" noGrp="1"/>
          </p:cNvSpPr>
          <p:nvPr/>
        </p:nvSpPr>
        <p:spPr>
          <a:xfrm xmlns:a="http://schemas.openxmlformats.org/drawingml/2006/main">
            <a:off x="981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System Requirements</a:t>
            </a:r>
          </a:p>
        </p:txBody>
      </p:sp>
      <p:sp>
        <p:nvSpPr>
          <p:cNvPr id="16" name="">
            <a:extLst xmlns:a="http://schemas.openxmlformats.org/drawingml/2006/main">
              <a:ext uri="{FF2B5EF4-FFF2-40B4-BE49-F238E27FC236}">
                <a16:creationId xmlns:a16="http://schemas.microsoft.com/office/drawing/2014/main" id="{7D235798-B4C2-4BDE-9797-5F0AE3DA68DC}"/>
              </a:ext>
            </a:extLst>
          </p:cNvPr>
          <p:cNvSpPr>
            <a:spLocks xmlns:a="http://schemas.openxmlformats.org/drawingml/2006/main" noGrp="1"/>
          </p:cNvSpPr>
          <p:nvPr/>
        </p:nvSpPr>
        <p:spPr>
          <a:xfrm xmlns:a="http://schemas.openxmlformats.org/drawingml/2006/main">
            <a:off x="3429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2</a:t>
            </a:r>
          </a:p>
        </p:txBody>
      </p:sp>
      <p:sp>
        <p:nvSpPr>
          <p:cNvPr id="17" name="">
            <a:extLst xmlns:a="http://schemas.openxmlformats.org/drawingml/2006/main">
              <a:ext uri="{FF2B5EF4-FFF2-40B4-BE49-F238E27FC236}">
                <a16:creationId xmlns:a16="http://schemas.microsoft.com/office/drawing/2014/main" id="{A1C5FA29-9918-4D42-B003-29535E78BA06}"/>
              </a:ext>
            </a:extLst>
          </p:cNvPr>
          <p:cNvSpPr>
            <a:spLocks xmlns:a="http://schemas.openxmlformats.org/drawingml/2006/main" noGrp="1"/>
          </p:cNvSpPr>
          <p:nvPr/>
        </p:nvSpPr>
        <p:spPr>
          <a:xfrm xmlns:a="http://schemas.openxmlformats.org/drawingml/2006/main">
            <a:off x="3429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System design</a:t>
            </a:r>
          </a:p>
        </p:txBody>
      </p:sp>
      <p:sp>
        <p:nvSpPr>
          <p:cNvPr id="18" name="">
            <a:extLst xmlns:a="http://schemas.openxmlformats.org/drawingml/2006/main">
              <a:ext uri="{FF2B5EF4-FFF2-40B4-BE49-F238E27FC236}">
                <a16:creationId xmlns:a16="http://schemas.microsoft.com/office/drawing/2014/main" id="{82E1A5C1-31BA-4F4E-9CA5-8AE56484823D}"/>
              </a:ext>
            </a:extLst>
          </p:cNvPr>
          <p:cNvSpPr>
            <a:spLocks xmlns:a="http://schemas.openxmlformats.org/drawingml/2006/main" noGrp="1"/>
          </p:cNvSpPr>
          <p:nvPr/>
        </p:nvSpPr>
        <p:spPr>
          <a:xfrm xmlns:a="http://schemas.openxmlformats.org/drawingml/2006/main">
            <a:off x="4095750" y="2876550"/>
            <a:ext cx="204787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7D077682-9055-4489-8D46-F647CFB82127}"/>
              </a:ext>
            </a:extLst>
          </p:cNvPr>
          <p:cNvSpPr>
            <a:spLocks xmlns:a="http://schemas.openxmlformats.org/drawingml/2006/main" noGrp="1"/>
          </p:cNvSpPr>
          <p:nvPr/>
        </p:nvSpPr>
        <p:spPr>
          <a:xfrm xmlns:a="http://schemas.openxmlformats.org/drawingml/2006/main">
            <a:off x="60483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9464BD95-AF7C-4ABE-A4DB-C760368EDC43}"/>
              </a:ext>
            </a:extLst>
          </p:cNvPr>
          <p:cNvSpPr>
            <a:spLocks xmlns:a="http://schemas.openxmlformats.org/drawingml/2006/main" noGrp="1"/>
          </p:cNvSpPr>
          <p:nvPr/>
        </p:nvSpPr>
        <p:spPr>
          <a:xfrm xmlns:a="http://schemas.openxmlformats.org/drawingml/2006/main">
            <a:off x="3429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1" name="">
            <a:extLst xmlns:a="http://schemas.openxmlformats.org/drawingml/2006/main">
              <a:ext uri="{FF2B5EF4-FFF2-40B4-BE49-F238E27FC236}">
                <a16:creationId xmlns:a16="http://schemas.microsoft.com/office/drawing/2014/main" id="{7E7B5141-608C-4C54-A19F-2ADB1F7F2ACB}"/>
              </a:ext>
            </a:extLst>
          </p:cNvPr>
          <p:cNvSpPr>
            <a:spLocks xmlns:a="http://schemas.openxmlformats.org/drawingml/2006/main" noGrp="1"/>
          </p:cNvSpPr>
          <p:nvPr/>
        </p:nvSpPr>
        <p:spPr>
          <a:xfrm xmlns:a="http://schemas.openxmlformats.org/drawingml/2006/main">
            <a:off x="3838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Architecture &amp; Technology</a:t>
            </a:r>
          </a:p>
        </p:txBody>
      </p:sp>
      <p:sp>
        <p:nvSpPr>
          <p:cNvPr id="22" name="">
            <a:extLst xmlns:a="http://schemas.openxmlformats.org/drawingml/2006/main">
              <a:ext uri="{FF2B5EF4-FFF2-40B4-BE49-F238E27FC236}">
                <a16:creationId xmlns:a16="http://schemas.microsoft.com/office/drawing/2014/main" id="{5A7BAF74-8B68-45A9-8655-259C2D8CB237}"/>
              </a:ext>
            </a:extLst>
          </p:cNvPr>
          <p:cNvSpPr>
            <a:spLocks xmlns:a="http://schemas.openxmlformats.org/drawingml/2006/main" noGrp="1"/>
          </p:cNvSpPr>
          <p:nvPr/>
        </p:nvSpPr>
        <p:spPr>
          <a:xfrm xmlns:a="http://schemas.openxmlformats.org/drawingml/2006/main">
            <a:off x="3429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3" name="">
            <a:extLst xmlns:a="http://schemas.openxmlformats.org/drawingml/2006/main">
              <a:ext uri="{FF2B5EF4-FFF2-40B4-BE49-F238E27FC236}">
                <a16:creationId xmlns:a16="http://schemas.microsoft.com/office/drawing/2014/main" id="{B26A888E-222B-4B44-98EE-4268D6547E30}"/>
              </a:ext>
            </a:extLst>
          </p:cNvPr>
          <p:cNvSpPr>
            <a:spLocks xmlns:a="http://schemas.openxmlformats.org/drawingml/2006/main" noGrp="1"/>
          </p:cNvSpPr>
          <p:nvPr/>
        </p:nvSpPr>
        <p:spPr>
          <a:xfrm xmlns:a="http://schemas.openxmlformats.org/drawingml/2006/main">
            <a:off x="3838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Customer, Provider &amp; Admin</a:t>
            </a:r>
          </a:p>
        </p:txBody>
      </p:sp>
      <p:sp>
        <p:nvSpPr>
          <p:cNvPr id="24" name="">
            <a:extLst xmlns:a="http://schemas.openxmlformats.org/drawingml/2006/main">
              <a:ext uri="{FF2B5EF4-FFF2-40B4-BE49-F238E27FC236}">
                <a16:creationId xmlns:a16="http://schemas.microsoft.com/office/drawing/2014/main" id="{63CD8831-8954-4B0F-9F10-4694CE8D90F2}"/>
              </a:ext>
            </a:extLst>
          </p:cNvPr>
          <p:cNvSpPr>
            <a:spLocks xmlns:a="http://schemas.openxmlformats.org/drawingml/2006/main" noGrp="1"/>
          </p:cNvSpPr>
          <p:nvPr/>
        </p:nvSpPr>
        <p:spPr>
          <a:xfrm xmlns:a="http://schemas.openxmlformats.org/drawingml/2006/main">
            <a:off x="34290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5" name="">
            <a:extLst xmlns:a="http://schemas.openxmlformats.org/drawingml/2006/main">
              <a:ext uri="{FF2B5EF4-FFF2-40B4-BE49-F238E27FC236}">
                <a16:creationId xmlns:a16="http://schemas.microsoft.com/office/drawing/2014/main" id="{545AE104-4149-4713-958A-456FB2221627}"/>
              </a:ext>
            </a:extLst>
          </p:cNvPr>
          <p:cNvSpPr>
            <a:spLocks xmlns:a="http://schemas.openxmlformats.org/drawingml/2006/main" noGrp="1"/>
          </p:cNvSpPr>
          <p:nvPr/>
        </p:nvSpPr>
        <p:spPr>
          <a:xfrm xmlns:a="http://schemas.openxmlformats.org/drawingml/2006/main">
            <a:off x="38385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Database Relationships</a:t>
            </a:r>
          </a:p>
        </p:txBody>
      </p:sp>
      <p:sp>
        <p:nvSpPr>
          <p:cNvPr id="26" name="">
            <a:extLst xmlns:a="http://schemas.openxmlformats.org/drawingml/2006/main">
              <a:ext uri="{FF2B5EF4-FFF2-40B4-BE49-F238E27FC236}">
                <a16:creationId xmlns:a16="http://schemas.microsoft.com/office/drawing/2014/main" id="{DF407D12-D190-4778-9013-B9A5188DECB6}"/>
              </a:ext>
            </a:extLst>
          </p:cNvPr>
          <p:cNvSpPr>
            <a:spLocks xmlns:a="http://schemas.openxmlformats.org/drawingml/2006/main" noGrp="1"/>
          </p:cNvSpPr>
          <p:nvPr/>
        </p:nvSpPr>
        <p:spPr>
          <a:xfrm xmlns:a="http://schemas.openxmlformats.org/drawingml/2006/main">
            <a:off x="6286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3</a:t>
            </a:r>
          </a:p>
        </p:txBody>
      </p:sp>
      <p:sp>
        <p:nvSpPr>
          <p:cNvPr id="27" name="">
            <a:extLst xmlns:a="http://schemas.openxmlformats.org/drawingml/2006/main">
              <a:ext uri="{FF2B5EF4-FFF2-40B4-BE49-F238E27FC236}">
                <a16:creationId xmlns:a16="http://schemas.microsoft.com/office/drawing/2014/main" id="{3634D5B2-12CB-43C1-9E3B-6BB0D947FF92}"/>
              </a:ext>
            </a:extLst>
          </p:cNvPr>
          <p:cNvSpPr>
            <a:spLocks xmlns:a="http://schemas.openxmlformats.org/drawingml/2006/main" noGrp="1"/>
          </p:cNvSpPr>
          <p:nvPr/>
        </p:nvSpPr>
        <p:spPr>
          <a:xfrm xmlns:a="http://schemas.openxmlformats.org/drawingml/2006/main">
            <a:off x="6286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Build the experience</a:t>
            </a:r>
          </a:p>
        </p:txBody>
      </p:sp>
      <p:sp>
        <p:nvSpPr>
          <p:cNvPr id="28" name="">
            <a:extLst xmlns:a="http://schemas.openxmlformats.org/drawingml/2006/main">
              <a:ext uri="{FF2B5EF4-FFF2-40B4-BE49-F238E27FC236}">
                <a16:creationId xmlns:a16="http://schemas.microsoft.com/office/drawing/2014/main" id="{D4AEAAEE-0CA3-4EDA-9BBA-A9987A3D3005}"/>
              </a:ext>
            </a:extLst>
          </p:cNvPr>
          <p:cNvSpPr>
            <a:spLocks xmlns:a="http://schemas.openxmlformats.org/drawingml/2006/main" noGrp="1"/>
          </p:cNvSpPr>
          <p:nvPr/>
        </p:nvSpPr>
        <p:spPr>
          <a:xfrm xmlns:a="http://schemas.openxmlformats.org/drawingml/2006/main">
            <a:off x="6953250" y="2876550"/>
            <a:ext cx="204787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54F5090C-4A54-4EEC-BE5A-AC285695D9F7}"/>
              </a:ext>
            </a:extLst>
          </p:cNvPr>
          <p:cNvSpPr>
            <a:spLocks xmlns:a="http://schemas.openxmlformats.org/drawingml/2006/main" noGrp="1"/>
          </p:cNvSpPr>
          <p:nvPr/>
        </p:nvSpPr>
        <p:spPr>
          <a:xfrm xmlns:a="http://schemas.openxmlformats.org/drawingml/2006/main">
            <a:off x="8905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313A1112-1400-4C77-8634-BA0FDD660894}"/>
              </a:ext>
            </a:extLst>
          </p:cNvPr>
          <p:cNvSpPr>
            <a:spLocks xmlns:a="http://schemas.openxmlformats.org/drawingml/2006/main" noGrp="1"/>
          </p:cNvSpPr>
          <p:nvPr/>
        </p:nvSpPr>
        <p:spPr>
          <a:xfrm xmlns:a="http://schemas.openxmlformats.org/drawingml/2006/main">
            <a:off x="6286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1" name="">
            <a:extLst xmlns:a="http://schemas.openxmlformats.org/drawingml/2006/main">
              <a:ext uri="{FF2B5EF4-FFF2-40B4-BE49-F238E27FC236}">
                <a16:creationId xmlns:a16="http://schemas.microsoft.com/office/drawing/2014/main" id="{5D5DB923-C303-4D1F-90F3-BC0F71395989}"/>
              </a:ext>
            </a:extLst>
          </p:cNvPr>
          <p:cNvSpPr>
            <a:spLocks xmlns:a="http://schemas.openxmlformats.org/drawingml/2006/main" noGrp="1"/>
          </p:cNvSpPr>
          <p:nvPr/>
        </p:nvSpPr>
        <p:spPr>
          <a:xfrm xmlns:a="http://schemas.openxmlformats.org/drawingml/2006/main">
            <a:off x="6696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Modules &amp; Workspaces</a:t>
            </a:r>
          </a:p>
        </p:txBody>
      </p:sp>
      <p:sp>
        <p:nvSpPr>
          <p:cNvPr id="32" name="">
            <a:extLst xmlns:a="http://schemas.openxmlformats.org/drawingml/2006/main">
              <a:ext uri="{FF2B5EF4-FFF2-40B4-BE49-F238E27FC236}">
                <a16:creationId xmlns:a16="http://schemas.microsoft.com/office/drawing/2014/main" id="{F55EB404-E498-4332-BA07-545B6376D7C4}"/>
              </a:ext>
            </a:extLst>
          </p:cNvPr>
          <p:cNvSpPr>
            <a:spLocks xmlns:a="http://schemas.openxmlformats.org/drawingml/2006/main" noGrp="1"/>
          </p:cNvSpPr>
          <p:nvPr/>
        </p:nvSpPr>
        <p:spPr>
          <a:xfrm xmlns:a="http://schemas.openxmlformats.org/drawingml/2006/main">
            <a:off x="6286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33" name="">
            <a:extLst xmlns:a="http://schemas.openxmlformats.org/drawingml/2006/main">
              <a:ext uri="{FF2B5EF4-FFF2-40B4-BE49-F238E27FC236}">
                <a16:creationId xmlns:a16="http://schemas.microsoft.com/office/drawing/2014/main" id="{095B7373-A95D-4B96-8AD0-C1176792B223}"/>
              </a:ext>
            </a:extLst>
          </p:cNvPr>
          <p:cNvSpPr>
            <a:spLocks xmlns:a="http://schemas.openxmlformats.org/drawingml/2006/main" noGrp="1"/>
          </p:cNvSpPr>
          <p:nvPr/>
        </p:nvSpPr>
        <p:spPr>
          <a:xfrm xmlns:a="http://schemas.openxmlformats.org/drawingml/2006/main">
            <a:off x="6696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Frontend &amp; Backend</a:t>
            </a:r>
          </a:p>
        </p:txBody>
      </p:sp>
      <p:sp>
        <p:nvSpPr>
          <p:cNvPr id="34" name="">
            <a:extLst xmlns:a="http://schemas.openxmlformats.org/drawingml/2006/main">
              <a:ext uri="{FF2B5EF4-FFF2-40B4-BE49-F238E27FC236}">
                <a16:creationId xmlns:a16="http://schemas.microsoft.com/office/drawing/2014/main" id="{2DF0EFFE-843E-4152-9C3D-016F32692651}"/>
              </a:ext>
            </a:extLst>
          </p:cNvPr>
          <p:cNvSpPr>
            <a:spLocks xmlns:a="http://schemas.openxmlformats.org/drawingml/2006/main" noGrp="1"/>
          </p:cNvSpPr>
          <p:nvPr/>
        </p:nvSpPr>
        <p:spPr>
          <a:xfrm xmlns:a="http://schemas.openxmlformats.org/drawingml/2006/main">
            <a:off x="62865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35" name="">
            <a:extLst xmlns:a="http://schemas.openxmlformats.org/drawingml/2006/main">
              <a:ext uri="{FF2B5EF4-FFF2-40B4-BE49-F238E27FC236}">
                <a16:creationId xmlns:a16="http://schemas.microsoft.com/office/drawing/2014/main" id="{285D3D02-F312-4A92-A2B5-07F3560FED32}"/>
              </a:ext>
            </a:extLst>
          </p:cNvPr>
          <p:cNvSpPr>
            <a:spLocks xmlns:a="http://schemas.openxmlformats.org/drawingml/2006/main" noGrp="1"/>
          </p:cNvSpPr>
          <p:nvPr/>
        </p:nvSpPr>
        <p:spPr>
          <a:xfrm xmlns:a="http://schemas.openxmlformats.org/drawingml/2006/main">
            <a:off x="66960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APIs &amp; Booking Workflow</a:t>
            </a:r>
          </a:p>
        </p:txBody>
      </p:sp>
      <p:sp>
        <p:nvSpPr>
          <p:cNvPr id="36" name="">
            <a:extLst xmlns:a="http://schemas.openxmlformats.org/drawingml/2006/main">
              <a:ext uri="{FF2B5EF4-FFF2-40B4-BE49-F238E27FC236}">
                <a16:creationId xmlns:a16="http://schemas.microsoft.com/office/drawing/2014/main" id="{CA0BE363-DBE0-4C65-961A-D416F0BA4F33}"/>
              </a:ext>
            </a:extLst>
          </p:cNvPr>
          <p:cNvSpPr>
            <a:spLocks xmlns:a="http://schemas.openxmlformats.org/drawingml/2006/main" noGrp="1"/>
          </p:cNvSpPr>
          <p:nvPr/>
        </p:nvSpPr>
        <p:spPr>
          <a:xfrm xmlns:a="http://schemas.openxmlformats.org/drawingml/2006/main">
            <a:off x="9144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4</a:t>
            </a:r>
          </a:p>
        </p:txBody>
      </p:sp>
      <p:sp>
        <p:nvSpPr>
          <p:cNvPr id="37" name="">
            <a:extLst xmlns:a="http://schemas.openxmlformats.org/drawingml/2006/main">
              <a:ext uri="{FF2B5EF4-FFF2-40B4-BE49-F238E27FC236}">
                <a16:creationId xmlns:a16="http://schemas.microsoft.com/office/drawing/2014/main" id="{4BDB541E-972F-41CB-A8D6-D4CE7F75198C}"/>
              </a:ext>
            </a:extLst>
          </p:cNvPr>
          <p:cNvSpPr>
            <a:spLocks xmlns:a="http://schemas.openxmlformats.org/drawingml/2006/main" noGrp="1"/>
          </p:cNvSpPr>
          <p:nvPr/>
        </p:nvSpPr>
        <p:spPr>
          <a:xfrm xmlns:a="http://schemas.openxmlformats.org/drawingml/2006/main">
            <a:off x="9144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Launch &amp; future</a:t>
            </a:r>
          </a:p>
        </p:txBody>
      </p:sp>
      <p:sp>
        <p:nvSpPr>
          <p:cNvPr id="38" name="">
            <a:extLst xmlns:a="http://schemas.openxmlformats.org/drawingml/2006/main">
              <a:ext uri="{FF2B5EF4-FFF2-40B4-BE49-F238E27FC236}">
                <a16:creationId xmlns:a16="http://schemas.microsoft.com/office/drawing/2014/main" id="{CBCBCA53-FB4B-4382-9319-4AC63D3DE528}"/>
              </a:ext>
            </a:extLst>
          </p:cNvPr>
          <p:cNvSpPr>
            <a:spLocks xmlns:a="http://schemas.openxmlformats.org/drawingml/2006/main" noGrp="1"/>
          </p:cNvSpPr>
          <p:nvPr/>
        </p:nvSpPr>
        <p:spPr>
          <a:xfrm xmlns:a="http://schemas.openxmlformats.org/drawingml/2006/main">
            <a:off x="9144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39" name="">
            <a:extLst xmlns:a="http://schemas.openxmlformats.org/drawingml/2006/main">
              <a:ext uri="{FF2B5EF4-FFF2-40B4-BE49-F238E27FC236}">
                <a16:creationId xmlns:a16="http://schemas.microsoft.com/office/drawing/2014/main" id="{AED236B1-7BD0-46C5-AC39-ECED6AB1857D}"/>
              </a:ext>
            </a:extLst>
          </p:cNvPr>
          <p:cNvSpPr>
            <a:spLocks xmlns:a="http://schemas.openxmlformats.org/drawingml/2006/main" noGrp="1"/>
          </p:cNvSpPr>
          <p:nvPr/>
        </p:nvSpPr>
        <p:spPr>
          <a:xfrm xmlns:a="http://schemas.openxmlformats.org/drawingml/2006/main">
            <a:off x="9553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Challenges &amp; Limitations</a:t>
            </a:r>
          </a:p>
        </p:txBody>
      </p:sp>
      <p:sp>
        <p:nvSpPr>
          <p:cNvPr id="40" name="">
            <a:extLst xmlns:a="http://schemas.openxmlformats.org/drawingml/2006/main">
              <a:ext uri="{FF2B5EF4-FFF2-40B4-BE49-F238E27FC236}">
                <a16:creationId xmlns:a16="http://schemas.microsoft.com/office/drawing/2014/main" id="{6142124A-563C-46A2-BB2C-C163013D9549}"/>
              </a:ext>
            </a:extLst>
          </p:cNvPr>
          <p:cNvSpPr>
            <a:spLocks xmlns:a="http://schemas.openxmlformats.org/drawingml/2006/main" noGrp="1"/>
          </p:cNvSpPr>
          <p:nvPr/>
        </p:nvSpPr>
        <p:spPr>
          <a:xfrm xmlns:a="http://schemas.openxmlformats.org/drawingml/2006/main">
            <a:off x="9144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sp>
        <p:nvSpPr>
          <p:cNvPr id="41" name="">
            <a:extLst xmlns:a="http://schemas.openxmlformats.org/drawingml/2006/main">
              <a:ext uri="{FF2B5EF4-FFF2-40B4-BE49-F238E27FC236}">
                <a16:creationId xmlns:a16="http://schemas.microsoft.com/office/drawing/2014/main" id="{D7C4374A-3F8F-466C-B116-BCF7C0E0F6A7}"/>
              </a:ext>
            </a:extLst>
          </p:cNvPr>
          <p:cNvSpPr>
            <a:spLocks xmlns:a="http://schemas.openxmlformats.org/drawingml/2006/main" noGrp="1"/>
          </p:cNvSpPr>
          <p:nvPr/>
        </p:nvSpPr>
        <p:spPr>
          <a:xfrm xmlns:a="http://schemas.openxmlformats.org/drawingml/2006/main">
            <a:off x="9553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Conclusion &amp; Future Scope</a:t>
            </a:r>
          </a:p>
        </p:txBody>
      </p:sp>
    </p:spTree>
    <p:extLst>
      <p:ext uri="{BB962C8B-B14F-4D97-AF65-F5344CB8AC3E}">
        <p14:creationId xmlns:p14="http://schemas.microsoft.com/office/powerpoint/2010/main" val="6370668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4243906A-577A-4361-8451-DEE5F749C8F4}"/>
              </a:ext>
            </a:extLst>
          </p:cNvPr>
          <p:cNvPicPr>
            <a:picLocks xmlns:a="http://schemas.openxmlformats.org/drawingml/2006/main" noChangeAspect="1"/>
          </p:cNvPicPr>
          <p:nvPr/>
        </p:nvPicPr>
        <p:blipFill>
          <a:blip xmlns:r="http://schemas.openxmlformats.org/officeDocument/2006/relationships" xmlns:a="http://schemas.openxmlformats.org/drawingml/2006/main" r:embed="R12c966ab87714420"/>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7E9955-17C1-4C35-BC05-F01DC85AAC2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7F52BD82-D74F-4EA1-AA9D-D63AFFF336BB}"/>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Problem &amp; Existing vs Proposed System</a:t>
            </a:r>
          </a:p>
        </p:txBody>
      </p:sp>
      <p:sp>
        <p:nvSpPr>
          <p:cNvPr id="4" name="">
            <a:extLst xmlns:a="http://schemas.openxmlformats.org/drawingml/2006/main">
              <a:ext uri="{FF2B5EF4-FFF2-40B4-BE49-F238E27FC236}">
                <a16:creationId xmlns:a16="http://schemas.microsoft.com/office/drawing/2014/main" id="{9D87E133-E624-49C4-92E5-84F0CE9B490C}"/>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F731F562-A1A4-417F-AB17-E77943EB4D3E}"/>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F109070B-DB0B-4EE4-A2A1-2DE8ADA14E14}"/>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7" name="">
            <a:extLst xmlns:a="http://schemas.openxmlformats.org/drawingml/2006/main">
              <a:ext uri="{FF2B5EF4-FFF2-40B4-BE49-F238E27FC236}">
                <a16:creationId xmlns:a16="http://schemas.microsoft.com/office/drawing/2014/main" id="{7B5955A1-9652-423C-8B51-44DE25AC2BA4}"/>
              </a:ext>
            </a:extLst>
          </p:cNvPr>
          <p:cNvSpPr>
            <a:spLocks xmlns:a="http://schemas.openxmlformats.org/drawingml/2006/main" noGrp="1"/>
          </p:cNvSpPr>
          <p:nvPr/>
        </p:nvSpPr>
        <p:spPr>
          <a:xfrm xmlns:a="http://schemas.openxmlformats.org/drawingml/2006/main">
            <a:off x="571500" y="16287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Fragmented Service Process</a:t>
            </a:r>
          </a:p>
        </p:txBody>
      </p:sp>
      <p:sp>
        <p:nvSpPr>
          <p:cNvPr id="8" name="">
            <a:extLst xmlns:a="http://schemas.openxmlformats.org/drawingml/2006/main">
              <a:ext uri="{FF2B5EF4-FFF2-40B4-BE49-F238E27FC236}">
                <a16:creationId xmlns:a16="http://schemas.microsoft.com/office/drawing/2014/main" id="{3C31922C-845B-4390-B157-FDD44E9F5960}"/>
              </a:ext>
            </a:extLst>
          </p:cNvPr>
          <p:cNvSpPr>
            <a:spLocks xmlns:a="http://schemas.openxmlformats.org/drawingml/2006/main" noGrp="1"/>
          </p:cNvSpPr>
          <p:nvPr/>
        </p:nvSpPr>
        <p:spPr>
          <a:xfrm xmlns:a="http://schemas.openxmlformats.org/drawingml/2006/main">
            <a:off x="5715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9" name="">
            <a:extLst xmlns:a="http://schemas.openxmlformats.org/drawingml/2006/main">
              <a:ext uri="{FF2B5EF4-FFF2-40B4-BE49-F238E27FC236}">
                <a16:creationId xmlns:a16="http://schemas.microsoft.com/office/drawing/2014/main" id="{DB6D21D9-1005-4FB5-A2FB-E5AE92088D8B}"/>
              </a:ext>
            </a:extLst>
          </p:cNvPr>
          <p:cNvSpPr>
            <a:spLocks xmlns:a="http://schemas.openxmlformats.org/drawingml/2006/main" noGrp="1"/>
          </p:cNvSpPr>
          <p:nvPr/>
        </p:nvSpPr>
        <p:spPr>
          <a:xfrm xmlns:a="http://schemas.openxmlformats.org/drawingml/2006/main">
            <a:off x="5715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Search across listings and contacts</a:t>
            </a:r>
          </a:p>
        </p:txBody>
      </p:sp>
      <p:sp>
        <p:nvSpPr>
          <p:cNvPr id="10" name="">
            <a:extLst xmlns:a="http://schemas.openxmlformats.org/drawingml/2006/main">
              <a:ext uri="{FF2B5EF4-FFF2-40B4-BE49-F238E27FC236}">
                <a16:creationId xmlns:a16="http://schemas.microsoft.com/office/drawing/2014/main" id="{D9E23873-3F00-4EA0-8A2E-0A277758F018}"/>
              </a:ext>
            </a:extLst>
          </p:cNvPr>
          <p:cNvSpPr>
            <a:spLocks xmlns:a="http://schemas.openxmlformats.org/drawingml/2006/main" noGrp="1"/>
          </p:cNvSpPr>
          <p:nvPr/>
        </p:nvSpPr>
        <p:spPr>
          <a:xfrm xmlns:a="http://schemas.openxmlformats.org/drawingml/2006/main">
            <a:off x="1333500" y="2390775"/>
            <a:ext cx="1143000" cy="0"/>
          </a:xfrm>
          <a:prstGeom xmlns:a="http://schemas.openxmlformats.org/drawingml/2006/main" prst="line">
            <a:avLst/>
          </a:prstGeom>
          <a:ln xmlns:a="http://schemas.openxmlformats.org/drawingml/2006/main" w="19050">
            <a:solidFill>
              <a:srgbClr val="CFD2D8"/>
            </a:solidFill>
          </a:ln>
        </p:spPr>
      </p:sp>
      <p:sp>
        <p:nvSpPr>
          <p:cNvPr id="11" name="">
            <a:extLst xmlns:a="http://schemas.openxmlformats.org/drawingml/2006/main">
              <a:ext uri="{FF2B5EF4-FFF2-40B4-BE49-F238E27FC236}">
                <a16:creationId xmlns:a16="http://schemas.microsoft.com/office/drawing/2014/main" id="{5F75758F-EB3A-454E-9A11-6FB00DEE1063}"/>
              </a:ext>
            </a:extLst>
          </p:cNvPr>
          <p:cNvSpPr>
            <a:spLocks xmlns:a="http://schemas.openxmlformats.org/drawingml/2006/main" noGrp="1"/>
          </p:cNvSpPr>
          <p:nvPr/>
        </p:nvSpPr>
        <p:spPr>
          <a:xfrm xmlns:a="http://schemas.openxmlformats.org/drawingml/2006/main">
            <a:off x="282892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2" name="">
            <a:extLst xmlns:a="http://schemas.openxmlformats.org/drawingml/2006/main">
              <a:ext uri="{FF2B5EF4-FFF2-40B4-BE49-F238E27FC236}">
                <a16:creationId xmlns:a16="http://schemas.microsoft.com/office/drawing/2014/main" id="{2BE9ACFD-72E3-4D47-9857-191D3DC3C82B}"/>
              </a:ext>
            </a:extLst>
          </p:cNvPr>
          <p:cNvSpPr>
            <a:spLocks xmlns:a="http://schemas.openxmlformats.org/drawingml/2006/main" noGrp="1"/>
          </p:cNvSpPr>
          <p:nvPr/>
        </p:nvSpPr>
        <p:spPr>
          <a:xfrm xmlns:a="http://schemas.openxmlformats.org/drawingml/2006/main">
            <a:off x="282892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Confirm coverage through calls</a:t>
            </a:r>
          </a:p>
        </p:txBody>
      </p:sp>
      <p:sp>
        <p:nvSpPr>
          <p:cNvPr id="13" name="">
            <a:extLst xmlns:a="http://schemas.openxmlformats.org/drawingml/2006/main">
              <a:ext uri="{FF2B5EF4-FFF2-40B4-BE49-F238E27FC236}">
                <a16:creationId xmlns:a16="http://schemas.microsoft.com/office/drawing/2014/main" id="{D5174858-8E6A-4707-AC8A-17A40A310E25}"/>
              </a:ext>
            </a:extLst>
          </p:cNvPr>
          <p:cNvSpPr>
            <a:spLocks xmlns:a="http://schemas.openxmlformats.org/drawingml/2006/main" noGrp="1"/>
          </p:cNvSpPr>
          <p:nvPr/>
        </p:nvSpPr>
        <p:spPr>
          <a:xfrm xmlns:a="http://schemas.openxmlformats.org/drawingml/2006/main">
            <a:off x="3590925" y="2390775"/>
            <a:ext cx="1143000" cy="0"/>
          </a:xfrm>
          <a:prstGeom xmlns:a="http://schemas.openxmlformats.org/drawingml/2006/main" prst="line">
            <a:avLst/>
          </a:prstGeom>
          <a:ln xmlns:a="http://schemas.openxmlformats.org/drawingml/2006/main" w="19050">
            <a:solidFill>
              <a:srgbClr val="CFD2D8"/>
            </a:solidFill>
          </a:ln>
        </p:spPr>
      </p:sp>
      <p:sp>
        <p:nvSpPr>
          <p:cNvPr id="14" name="">
            <a:extLst xmlns:a="http://schemas.openxmlformats.org/drawingml/2006/main">
              <a:ext uri="{FF2B5EF4-FFF2-40B4-BE49-F238E27FC236}">
                <a16:creationId xmlns:a16="http://schemas.microsoft.com/office/drawing/2014/main" id="{059D2706-72F1-48EB-A1A5-1AA73D9D6C24}"/>
              </a:ext>
            </a:extLst>
          </p:cNvPr>
          <p:cNvSpPr>
            <a:spLocks xmlns:a="http://schemas.openxmlformats.org/drawingml/2006/main" noGrp="1"/>
          </p:cNvSpPr>
          <p:nvPr/>
        </p:nvSpPr>
        <p:spPr>
          <a:xfrm xmlns:a="http://schemas.openxmlformats.org/drawingml/2006/main">
            <a:off x="508635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5" name="">
            <a:extLst xmlns:a="http://schemas.openxmlformats.org/drawingml/2006/main">
              <a:ext uri="{FF2B5EF4-FFF2-40B4-BE49-F238E27FC236}">
                <a16:creationId xmlns:a16="http://schemas.microsoft.com/office/drawing/2014/main" id="{A907A9BC-E3B0-4A09-B7F5-2EE605D43469}"/>
              </a:ext>
            </a:extLst>
          </p:cNvPr>
          <p:cNvSpPr>
            <a:spLocks xmlns:a="http://schemas.openxmlformats.org/drawingml/2006/main" noGrp="1"/>
          </p:cNvSpPr>
          <p:nvPr/>
        </p:nvSpPr>
        <p:spPr>
          <a:xfrm xmlns:a="http://schemas.openxmlformats.org/drawingml/2006/main">
            <a:off x="508635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Arrange time through separate chats</a:t>
            </a:r>
          </a:p>
        </p:txBody>
      </p:sp>
      <p:sp>
        <p:nvSpPr>
          <p:cNvPr id="16" name="">
            <a:extLst xmlns:a="http://schemas.openxmlformats.org/drawingml/2006/main">
              <a:ext uri="{FF2B5EF4-FFF2-40B4-BE49-F238E27FC236}">
                <a16:creationId xmlns:a16="http://schemas.microsoft.com/office/drawing/2014/main" id="{5E0B7210-6CF2-46A7-AAD3-5F4AC40EEF6F}"/>
              </a:ext>
            </a:extLst>
          </p:cNvPr>
          <p:cNvSpPr>
            <a:spLocks xmlns:a="http://schemas.openxmlformats.org/drawingml/2006/main" noGrp="1"/>
          </p:cNvSpPr>
          <p:nvPr/>
        </p:nvSpPr>
        <p:spPr>
          <a:xfrm xmlns:a="http://schemas.openxmlformats.org/drawingml/2006/main">
            <a:off x="5848350" y="2390775"/>
            <a:ext cx="1143000" cy="0"/>
          </a:xfrm>
          <a:prstGeom xmlns:a="http://schemas.openxmlformats.org/drawingml/2006/main" prst="line">
            <a:avLst/>
          </a:prstGeom>
          <a:ln xmlns:a="http://schemas.openxmlformats.org/drawingml/2006/main" w="19050">
            <a:solidFill>
              <a:srgbClr val="CFD2D8"/>
            </a:solidFill>
          </a:ln>
        </p:spPr>
      </p:sp>
      <p:sp>
        <p:nvSpPr>
          <p:cNvPr id="17" name="">
            <a:extLst xmlns:a="http://schemas.openxmlformats.org/drawingml/2006/main">
              <a:ext uri="{FF2B5EF4-FFF2-40B4-BE49-F238E27FC236}">
                <a16:creationId xmlns:a16="http://schemas.microsoft.com/office/drawing/2014/main" id="{332A258B-D41D-485C-9397-F81201B92DD9}"/>
              </a:ext>
            </a:extLst>
          </p:cNvPr>
          <p:cNvSpPr>
            <a:spLocks xmlns:a="http://schemas.openxmlformats.org/drawingml/2006/main" noGrp="1"/>
          </p:cNvSpPr>
          <p:nvPr/>
        </p:nvSpPr>
        <p:spPr>
          <a:xfrm xmlns:a="http://schemas.openxmlformats.org/drawingml/2006/main">
            <a:off x="734377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18" name="">
            <a:extLst xmlns:a="http://schemas.openxmlformats.org/drawingml/2006/main">
              <a:ext uri="{FF2B5EF4-FFF2-40B4-BE49-F238E27FC236}">
                <a16:creationId xmlns:a16="http://schemas.microsoft.com/office/drawing/2014/main" id="{133E36E2-5881-4605-A437-311C940C6076}"/>
              </a:ext>
            </a:extLst>
          </p:cNvPr>
          <p:cNvSpPr>
            <a:spLocks xmlns:a="http://schemas.openxmlformats.org/drawingml/2006/main" noGrp="1"/>
          </p:cNvSpPr>
          <p:nvPr/>
        </p:nvSpPr>
        <p:spPr>
          <a:xfrm xmlns:a="http://schemas.openxmlformats.org/drawingml/2006/main">
            <a:off x="734377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Track booking and payment separately</a:t>
            </a:r>
          </a:p>
        </p:txBody>
      </p:sp>
      <p:sp>
        <p:nvSpPr>
          <p:cNvPr id="19" name="">
            <a:extLst xmlns:a="http://schemas.openxmlformats.org/drawingml/2006/main">
              <a:ext uri="{FF2B5EF4-FFF2-40B4-BE49-F238E27FC236}">
                <a16:creationId xmlns:a16="http://schemas.microsoft.com/office/drawing/2014/main" id="{FCC6977E-2C0C-42AE-B9DA-2EF7BFBE6BB2}"/>
              </a:ext>
            </a:extLst>
          </p:cNvPr>
          <p:cNvSpPr>
            <a:spLocks xmlns:a="http://schemas.openxmlformats.org/drawingml/2006/main" noGrp="1"/>
          </p:cNvSpPr>
          <p:nvPr/>
        </p:nvSpPr>
        <p:spPr>
          <a:xfrm xmlns:a="http://schemas.openxmlformats.org/drawingml/2006/main">
            <a:off x="8105775" y="2390775"/>
            <a:ext cx="1143000" cy="0"/>
          </a:xfrm>
          <a:prstGeom xmlns:a="http://schemas.openxmlformats.org/drawingml/2006/main" prst="line">
            <a:avLst/>
          </a:prstGeom>
          <a:ln xmlns:a="http://schemas.openxmlformats.org/drawingml/2006/main" w="19050">
            <a:solidFill>
              <a:srgbClr val="CFD2D8"/>
            </a:solidFill>
          </a:ln>
        </p:spPr>
      </p:sp>
      <p:sp>
        <p:nvSpPr>
          <p:cNvPr id="20" name="">
            <a:extLst xmlns:a="http://schemas.openxmlformats.org/drawingml/2006/main">
              <a:ext uri="{FF2B5EF4-FFF2-40B4-BE49-F238E27FC236}">
                <a16:creationId xmlns:a16="http://schemas.microsoft.com/office/drawing/2014/main" id="{5645019E-8DA8-4994-B119-3E494511ACA6}"/>
              </a:ext>
            </a:extLst>
          </p:cNvPr>
          <p:cNvSpPr>
            <a:spLocks xmlns:a="http://schemas.openxmlformats.org/drawingml/2006/main" noGrp="1"/>
          </p:cNvSpPr>
          <p:nvPr/>
        </p:nvSpPr>
        <p:spPr>
          <a:xfrm xmlns:a="http://schemas.openxmlformats.org/drawingml/2006/main">
            <a:off x="96012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1" name="">
            <a:extLst xmlns:a="http://schemas.openxmlformats.org/drawingml/2006/main">
              <a:ext uri="{FF2B5EF4-FFF2-40B4-BE49-F238E27FC236}">
                <a16:creationId xmlns:a16="http://schemas.microsoft.com/office/drawing/2014/main" id="{9A4C160A-5E39-4EDB-8D95-FA1BB6D0FBB2}"/>
              </a:ext>
            </a:extLst>
          </p:cNvPr>
          <p:cNvSpPr>
            <a:spLocks xmlns:a="http://schemas.openxmlformats.org/drawingml/2006/main" noGrp="1"/>
          </p:cNvSpPr>
          <p:nvPr/>
        </p:nvSpPr>
        <p:spPr>
          <a:xfrm xmlns:a="http://schemas.openxmlformats.org/drawingml/2006/main">
            <a:off x="96012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Resolve issues through informal follow-up</a:t>
            </a:r>
          </a:p>
        </p:txBody>
      </p:sp>
      <p:sp>
        <p:nvSpPr>
          <p:cNvPr id="22" name="">
            <a:extLst xmlns:a="http://schemas.openxmlformats.org/drawingml/2006/main">
              <a:ext uri="{FF2B5EF4-FFF2-40B4-BE49-F238E27FC236}">
                <a16:creationId xmlns:a16="http://schemas.microsoft.com/office/drawing/2014/main" id="{4A688560-D352-4A45-954C-AD63667BD60A}"/>
              </a:ext>
            </a:extLst>
          </p:cNvPr>
          <p:cNvSpPr>
            <a:spLocks xmlns:a="http://schemas.openxmlformats.org/drawingml/2006/main" noGrp="1"/>
          </p:cNvSpPr>
          <p:nvPr/>
        </p:nvSpPr>
        <p:spPr>
          <a:xfrm xmlns:a="http://schemas.openxmlformats.org/drawingml/2006/main">
            <a:off x="400050" y="4048125"/>
            <a:ext cx="11410950" cy="204787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A90366C6-A6FA-4BFD-B7F8-F3D92A8D96E5}"/>
              </a:ext>
            </a:extLst>
          </p:cNvPr>
          <p:cNvSpPr>
            <a:spLocks xmlns:a="http://schemas.openxmlformats.org/drawingml/2006/main" noGrp="1"/>
          </p:cNvSpPr>
          <p:nvPr/>
        </p:nvSpPr>
        <p:spPr>
          <a:xfrm xmlns:a="http://schemas.openxmlformats.org/drawingml/2006/main">
            <a:off x="571500" y="42291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Nearby Platform</a:t>
            </a:r>
          </a:p>
        </p:txBody>
      </p:sp>
      <p:sp>
        <p:nvSpPr>
          <p:cNvPr id="24" name="">
            <a:extLst xmlns:a="http://schemas.openxmlformats.org/drawingml/2006/main">
              <a:ext uri="{FF2B5EF4-FFF2-40B4-BE49-F238E27FC236}">
                <a16:creationId xmlns:a16="http://schemas.microsoft.com/office/drawing/2014/main" id="{D9429234-100D-472A-A3DA-9D6BFC57242F}"/>
              </a:ext>
            </a:extLst>
          </p:cNvPr>
          <p:cNvSpPr>
            <a:spLocks xmlns:a="http://schemas.openxmlformats.org/drawingml/2006/main" noGrp="1"/>
          </p:cNvSpPr>
          <p:nvPr/>
        </p:nvSpPr>
        <p:spPr>
          <a:xfrm xmlns:a="http://schemas.openxmlformats.org/drawingml/2006/main">
            <a:off x="5715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Discover services by exact pincode</a:t>
            </a:r>
          </a:p>
        </p:txBody>
      </p:sp>
      <p:sp>
        <p:nvSpPr>
          <p:cNvPr id="25" name="">
            <a:extLst xmlns:a="http://schemas.openxmlformats.org/drawingml/2006/main">
              <a:ext uri="{FF2B5EF4-FFF2-40B4-BE49-F238E27FC236}">
                <a16:creationId xmlns:a16="http://schemas.microsoft.com/office/drawing/2014/main" id="{1809859A-C099-463B-85B4-0766E56B8674}"/>
              </a:ext>
            </a:extLst>
          </p:cNvPr>
          <p:cNvSpPr>
            <a:spLocks xmlns:a="http://schemas.openxmlformats.org/drawingml/2006/main" noGrp="1"/>
          </p:cNvSpPr>
          <p:nvPr/>
        </p:nvSpPr>
        <p:spPr>
          <a:xfrm xmlns:a="http://schemas.openxmlformats.org/drawingml/2006/main">
            <a:off x="2571750" y="4610100"/>
            <a:ext cx="23812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5AF69029-9DC7-40B0-ADC0-7A366791A62C}"/>
              </a:ext>
            </a:extLst>
          </p:cNvPr>
          <p:cNvSpPr>
            <a:spLocks xmlns:a="http://schemas.openxmlformats.org/drawingml/2006/main" noGrp="1"/>
          </p:cNvSpPr>
          <p:nvPr/>
        </p:nvSpPr>
        <p:spPr>
          <a:xfrm xmlns:a="http://schemas.openxmlformats.org/drawingml/2006/main">
            <a:off x="271462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678B7C4A-CC78-40A9-8E09-7E6DF53D0339}"/>
              </a:ext>
            </a:extLst>
          </p:cNvPr>
          <p:cNvSpPr>
            <a:spLocks xmlns:a="http://schemas.openxmlformats.org/drawingml/2006/main" noGrp="1"/>
          </p:cNvSpPr>
          <p:nvPr/>
        </p:nvSpPr>
        <p:spPr>
          <a:xfrm xmlns:a="http://schemas.openxmlformats.org/drawingml/2006/main">
            <a:off x="282892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Check published service areas</a:t>
            </a:r>
          </a:p>
        </p:txBody>
      </p:sp>
      <p:sp>
        <p:nvSpPr>
          <p:cNvPr id="28" name="">
            <a:extLst xmlns:a="http://schemas.openxmlformats.org/drawingml/2006/main">
              <a:ext uri="{FF2B5EF4-FFF2-40B4-BE49-F238E27FC236}">
                <a16:creationId xmlns:a16="http://schemas.microsoft.com/office/drawing/2014/main" id="{9EF169E9-A835-4738-95D9-F8A26201FD43}"/>
              </a:ext>
            </a:extLst>
          </p:cNvPr>
          <p:cNvSpPr>
            <a:spLocks xmlns:a="http://schemas.openxmlformats.org/drawingml/2006/main" noGrp="1"/>
          </p:cNvSpPr>
          <p:nvPr/>
        </p:nvSpPr>
        <p:spPr>
          <a:xfrm xmlns:a="http://schemas.openxmlformats.org/drawingml/2006/main">
            <a:off x="4829175" y="461010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040D2919-3207-435D-AC4E-FADDA2BC4FA0}"/>
              </a:ext>
            </a:extLst>
          </p:cNvPr>
          <p:cNvSpPr>
            <a:spLocks xmlns:a="http://schemas.openxmlformats.org/drawingml/2006/main" noGrp="1"/>
          </p:cNvSpPr>
          <p:nvPr/>
        </p:nvSpPr>
        <p:spPr>
          <a:xfrm xmlns:a="http://schemas.openxmlformats.org/drawingml/2006/main">
            <a:off x="497205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BB216DE0-4C17-4708-B7CA-AE4DDE388B1C}"/>
              </a:ext>
            </a:extLst>
          </p:cNvPr>
          <p:cNvSpPr>
            <a:spLocks xmlns:a="http://schemas.openxmlformats.org/drawingml/2006/main" noGrp="1"/>
          </p:cNvSpPr>
          <p:nvPr/>
        </p:nvSpPr>
        <p:spPr>
          <a:xfrm xmlns:a="http://schemas.openxmlformats.org/drawingml/2006/main">
            <a:off x="508635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Request a published availability slot</a:t>
            </a:r>
          </a:p>
        </p:txBody>
      </p:sp>
      <p:sp>
        <p:nvSpPr>
          <p:cNvPr id="31" name="">
            <a:extLst xmlns:a="http://schemas.openxmlformats.org/drawingml/2006/main">
              <a:ext uri="{FF2B5EF4-FFF2-40B4-BE49-F238E27FC236}">
                <a16:creationId xmlns:a16="http://schemas.microsoft.com/office/drawing/2014/main" id="{B93ABF50-B585-4FE5-B52A-B666F0D8AE65}"/>
              </a:ext>
            </a:extLst>
          </p:cNvPr>
          <p:cNvSpPr>
            <a:spLocks xmlns:a="http://schemas.openxmlformats.org/drawingml/2006/main" noGrp="1"/>
          </p:cNvSpPr>
          <p:nvPr/>
        </p:nvSpPr>
        <p:spPr>
          <a:xfrm xmlns:a="http://schemas.openxmlformats.org/drawingml/2006/main">
            <a:off x="7086600" y="4610100"/>
            <a:ext cx="238125" cy="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DAD54C70-54F4-4195-BE83-9DC2D1461004}"/>
              </a:ext>
            </a:extLst>
          </p:cNvPr>
          <p:cNvSpPr>
            <a:spLocks xmlns:a="http://schemas.openxmlformats.org/drawingml/2006/main" noGrp="1"/>
          </p:cNvSpPr>
          <p:nvPr/>
        </p:nvSpPr>
        <p:spPr>
          <a:xfrm xmlns:a="http://schemas.openxmlformats.org/drawingml/2006/main">
            <a:off x="722947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3" name="">
            <a:extLst xmlns:a="http://schemas.openxmlformats.org/drawingml/2006/main">
              <a:ext uri="{FF2B5EF4-FFF2-40B4-BE49-F238E27FC236}">
                <a16:creationId xmlns:a16="http://schemas.microsoft.com/office/drawing/2014/main" id="{5A218B6B-1DF9-4AC1-82C9-10A45A3ADEB6}"/>
              </a:ext>
            </a:extLst>
          </p:cNvPr>
          <p:cNvSpPr>
            <a:spLocks xmlns:a="http://schemas.openxmlformats.org/drawingml/2006/main" noGrp="1"/>
          </p:cNvSpPr>
          <p:nvPr/>
        </p:nvSpPr>
        <p:spPr>
          <a:xfrm xmlns:a="http://schemas.openxmlformats.org/drawingml/2006/main">
            <a:off x="734377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Manage booking and INR checkout together</a:t>
            </a:r>
          </a:p>
        </p:txBody>
      </p:sp>
      <p:sp>
        <p:nvSpPr>
          <p:cNvPr id="34" name="">
            <a:extLst xmlns:a="http://schemas.openxmlformats.org/drawingml/2006/main">
              <a:ext uri="{FF2B5EF4-FFF2-40B4-BE49-F238E27FC236}">
                <a16:creationId xmlns:a16="http://schemas.microsoft.com/office/drawing/2014/main" id="{F1D0019B-8321-41BF-A6FE-1C225F6B6A9F}"/>
              </a:ext>
            </a:extLst>
          </p:cNvPr>
          <p:cNvSpPr>
            <a:spLocks xmlns:a="http://schemas.openxmlformats.org/drawingml/2006/main" noGrp="1"/>
          </p:cNvSpPr>
          <p:nvPr/>
        </p:nvSpPr>
        <p:spPr>
          <a:xfrm xmlns:a="http://schemas.openxmlformats.org/drawingml/2006/main">
            <a:off x="9344025" y="4610100"/>
            <a:ext cx="238125" cy="0"/>
          </a:xfrm>
          <a:prstGeom xmlns:a="http://schemas.openxmlformats.org/drawingml/2006/main" prst="line">
            <a:avLst/>
          </a:prstGeom>
          <a:ln xmlns:a="http://schemas.openxmlformats.org/drawingml/2006/main" w="19050">
            <a:solidFill>
              <a:srgbClr val="1557FF"/>
            </a:solidFill>
          </a:ln>
        </p:spPr>
      </p:sp>
      <p:sp>
        <p:nvSpPr>
          <p:cNvPr id="35" name="">
            <a:extLst xmlns:a="http://schemas.openxmlformats.org/drawingml/2006/main">
              <a:ext uri="{FF2B5EF4-FFF2-40B4-BE49-F238E27FC236}">
                <a16:creationId xmlns:a16="http://schemas.microsoft.com/office/drawing/2014/main" id="{68EFA918-B227-4FCA-84D6-DF85A79E947A}"/>
              </a:ext>
            </a:extLst>
          </p:cNvPr>
          <p:cNvSpPr>
            <a:spLocks xmlns:a="http://schemas.openxmlformats.org/drawingml/2006/main" noGrp="1"/>
          </p:cNvSpPr>
          <p:nvPr/>
        </p:nvSpPr>
        <p:spPr>
          <a:xfrm xmlns:a="http://schemas.openxmlformats.org/drawingml/2006/main">
            <a:off x="948690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6" name="">
            <a:extLst xmlns:a="http://schemas.openxmlformats.org/drawingml/2006/main">
              <a:ext uri="{FF2B5EF4-FFF2-40B4-BE49-F238E27FC236}">
                <a16:creationId xmlns:a16="http://schemas.microsoft.com/office/drawing/2014/main" id="{B2B08311-BE19-4A5E-9610-4710450C2F5D}"/>
              </a:ext>
            </a:extLst>
          </p:cNvPr>
          <p:cNvSpPr>
            <a:spLocks xmlns:a="http://schemas.openxmlformats.org/drawingml/2006/main" noGrp="1"/>
          </p:cNvSpPr>
          <p:nvPr/>
        </p:nvSpPr>
        <p:spPr>
          <a:xfrm xmlns:a="http://schemas.openxmlformats.org/drawingml/2006/main">
            <a:off x="96012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Use booking-linked chat, reviews and disputes</a:t>
            </a:r>
          </a:p>
        </p:txBody>
      </p:sp>
    </p:spTree>
    <p:extLst>
      <p:ext uri="{BB962C8B-B14F-4D97-AF65-F5344CB8AC3E}">
        <p14:creationId xmlns:p14="http://schemas.microsoft.com/office/powerpoint/2010/main" val="13562573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5CE005AA-3559-4C86-88BA-5DB7FA0FF0A7}"/>
              </a:ext>
            </a:extLst>
          </p:cNvPr>
          <p:cNvPicPr>
            <a:picLocks xmlns:a="http://schemas.openxmlformats.org/drawingml/2006/main" noChangeAspect="1"/>
          </p:cNvPicPr>
          <p:nvPr/>
        </p:nvPicPr>
        <p:blipFill>
          <a:blip xmlns:r="http://schemas.openxmlformats.org/officeDocument/2006/relationships" xmlns:a="http://schemas.openxmlformats.org/drawingml/2006/main" r:embed="R054b67b0516d47ce"/>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8247E6-99BE-4E38-A335-D4AD5EE26FB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D199EB80-05EC-48B6-AC42-8C4B9D2C3788}"/>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Functional &amp; Non-Functional Requirements</a:t>
            </a:r>
          </a:p>
        </p:txBody>
      </p:sp>
      <p:sp>
        <p:nvSpPr>
          <p:cNvPr id="4" name="">
            <a:extLst xmlns:a="http://schemas.openxmlformats.org/drawingml/2006/main">
              <a:ext uri="{FF2B5EF4-FFF2-40B4-BE49-F238E27FC236}">
                <a16:creationId xmlns:a16="http://schemas.microsoft.com/office/drawing/2014/main" id="{B3A40A83-C9C7-4E54-A74C-D311C729AE7B}"/>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5B00F715-F49D-4573-9B29-BE071B570179}"/>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562F3101-7192-4394-B8E2-56269E3375E6}"/>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7" name="">
            <a:extLst xmlns:a="http://schemas.openxmlformats.org/drawingml/2006/main">
              <a:ext uri="{FF2B5EF4-FFF2-40B4-BE49-F238E27FC236}">
                <a16:creationId xmlns:a16="http://schemas.microsoft.com/office/drawing/2014/main" id="{93B2D457-EE51-41E9-AE45-5AA0D8AE1F66}"/>
              </a:ext>
            </a:extLst>
          </p:cNvPr>
          <p:cNvSpPr>
            <a:spLocks xmlns:a="http://schemas.openxmlformats.org/drawingml/2006/main" noGrp="1"/>
          </p:cNvSpPr>
          <p:nvPr/>
        </p:nvSpPr>
        <p:spPr>
          <a:xfrm xmlns:a="http://schemas.openxmlformats.org/drawingml/2006/main">
            <a:off x="571500" y="1571625"/>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Functional Requirements</a:t>
            </a:r>
          </a:p>
        </p:txBody>
      </p:sp>
      <p:sp>
        <p:nvSpPr>
          <p:cNvPr id="8" name="">
            <a:extLst xmlns:a="http://schemas.openxmlformats.org/drawingml/2006/main">
              <a:ext uri="{FF2B5EF4-FFF2-40B4-BE49-F238E27FC236}">
                <a16:creationId xmlns:a16="http://schemas.microsoft.com/office/drawing/2014/main" id="{8940DC16-EE58-488A-90E8-A9232FCFBC7B}"/>
              </a:ext>
            </a:extLst>
          </p:cNvPr>
          <p:cNvSpPr>
            <a:spLocks xmlns:a="http://schemas.openxmlformats.org/drawingml/2006/main" noGrp="1"/>
          </p:cNvSpPr>
          <p:nvPr/>
        </p:nvSpPr>
        <p:spPr>
          <a:xfrm xmlns:a="http://schemas.openxmlformats.org/drawingml/2006/main">
            <a:off x="571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1</a:t>
            </a:r>
          </a:p>
        </p:txBody>
      </p:sp>
      <p:sp>
        <p:nvSpPr>
          <p:cNvPr id="9" name="">
            <a:extLst xmlns:a="http://schemas.openxmlformats.org/drawingml/2006/main">
              <a:ext uri="{FF2B5EF4-FFF2-40B4-BE49-F238E27FC236}">
                <a16:creationId xmlns:a16="http://schemas.microsoft.com/office/drawing/2014/main" id="{F0C41968-33DC-4A13-84C0-0A8A392269E6}"/>
              </a:ext>
            </a:extLst>
          </p:cNvPr>
          <p:cNvSpPr>
            <a:spLocks xmlns:a="http://schemas.openxmlformats.org/drawingml/2006/main" noGrp="1"/>
          </p:cNvSpPr>
          <p:nvPr/>
        </p:nvSpPr>
        <p:spPr>
          <a:xfrm xmlns:a="http://schemas.openxmlformats.org/drawingml/2006/main">
            <a:off x="1028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Login for customer, provider and admin roles</a:t>
            </a:r>
          </a:p>
        </p:txBody>
      </p:sp>
      <p:sp>
        <p:nvSpPr>
          <p:cNvPr id="10" name="">
            <a:extLst xmlns:a="http://schemas.openxmlformats.org/drawingml/2006/main">
              <a:ext uri="{FF2B5EF4-FFF2-40B4-BE49-F238E27FC236}">
                <a16:creationId xmlns:a16="http://schemas.microsoft.com/office/drawing/2014/main" id="{E31F45A2-A3F8-42DA-8B89-34A84E6B5496}"/>
              </a:ext>
            </a:extLst>
          </p:cNvPr>
          <p:cNvSpPr>
            <a:spLocks xmlns:a="http://schemas.openxmlformats.org/drawingml/2006/main" noGrp="1"/>
          </p:cNvSpPr>
          <p:nvPr/>
        </p:nvSpPr>
        <p:spPr>
          <a:xfrm xmlns:a="http://schemas.openxmlformats.org/drawingml/2006/main">
            <a:off x="3429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2</a:t>
            </a:r>
          </a:p>
        </p:txBody>
      </p:sp>
      <p:sp>
        <p:nvSpPr>
          <p:cNvPr id="11" name="">
            <a:extLst xmlns:a="http://schemas.openxmlformats.org/drawingml/2006/main">
              <a:ext uri="{FF2B5EF4-FFF2-40B4-BE49-F238E27FC236}">
                <a16:creationId xmlns:a16="http://schemas.microsoft.com/office/drawing/2014/main" id="{7E805DEB-700B-498D-80CD-094B28969202}"/>
              </a:ext>
            </a:extLst>
          </p:cNvPr>
          <p:cNvSpPr>
            <a:spLocks xmlns:a="http://schemas.openxmlformats.org/drawingml/2006/main" noGrp="1"/>
          </p:cNvSpPr>
          <p:nvPr/>
        </p:nvSpPr>
        <p:spPr>
          <a:xfrm xmlns:a="http://schemas.openxmlformats.org/drawingml/2006/main">
            <a:off x="3886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Search services by six-digit pincode</a:t>
            </a:r>
          </a:p>
        </p:txBody>
      </p:sp>
      <p:sp>
        <p:nvSpPr>
          <p:cNvPr id="12" name="">
            <a:extLst xmlns:a="http://schemas.openxmlformats.org/drawingml/2006/main">
              <a:ext uri="{FF2B5EF4-FFF2-40B4-BE49-F238E27FC236}">
                <a16:creationId xmlns:a16="http://schemas.microsoft.com/office/drawing/2014/main" id="{7BE0F8F5-9B4C-4ABA-9D1D-60D5FA1B9F6E}"/>
              </a:ext>
            </a:extLst>
          </p:cNvPr>
          <p:cNvSpPr>
            <a:spLocks xmlns:a="http://schemas.openxmlformats.org/drawingml/2006/main" noGrp="1"/>
          </p:cNvSpPr>
          <p:nvPr/>
        </p:nvSpPr>
        <p:spPr>
          <a:xfrm xmlns:a="http://schemas.openxmlformats.org/drawingml/2006/main">
            <a:off x="6286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3</a:t>
            </a:r>
          </a:p>
        </p:txBody>
      </p:sp>
      <p:sp>
        <p:nvSpPr>
          <p:cNvPr id="13" name="">
            <a:extLst xmlns:a="http://schemas.openxmlformats.org/drawingml/2006/main">
              <a:ext uri="{FF2B5EF4-FFF2-40B4-BE49-F238E27FC236}">
                <a16:creationId xmlns:a16="http://schemas.microsoft.com/office/drawing/2014/main" id="{D068AB50-30D6-41D7-8FD6-FA31526BB321}"/>
              </a:ext>
            </a:extLst>
          </p:cNvPr>
          <p:cNvSpPr>
            <a:spLocks xmlns:a="http://schemas.openxmlformats.org/drawingml/2006/main" noGrp="1"/>
          </p:cNvSpPr>
          <p:nvPr/>
        </p:nvSpPr>
        <p:spPr>
          <a:xfrm xmlns:a="http://schemas.openxmlformats.org/drawingml/2006/main">
            <a:off x="6743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Manage provider profiles and service listings</a:t>
            </a:r>
          </a:p>
        </p:txBody>
      </p:sp>
      <p:sp>
        <p:nvSpPr>
          <p:cNvPr id="14" name="">
            <a:extLst xmlns:a="http://schemas.openxmlformats.org/drawingml/2006/main">
              <a:ext uri="{FF2B5EF4-FFF2-40B4-BE49-F238E27FC236}">
                <a16:creationId xmlns:a16="http://schemas.microsoft.com/office/drawing/2014/main" id="{6248EF02-7E02-4CC0-BEFB-EF293F07CC74}"/>
              </a:ext>
            </a:extLst>
          </p:cNvPr>
          <p:cNvSpPr>
            <a:spLocks xmlns:a="http://schemas.openxmlformats.org/drawingml/2006/main" noGrp="1"/>
          </p:cNvSpPr>
          <p:nvPr/>
        </p:nvSpPr>
        <p:spPr>
          <a:xfrm xmlns:a="http://schemas.openxmlformats.org/drawingml/2006/main">
            <a:off x="9144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4</a:t>
            </a:r>
          </a:p>
        </p:txBody>
      </p:sp>
      <p:sp>
        <p:nvSpPr>
          <p:cNvPr id="15" name="">
            <a:extLst xmlns:a="http://schemas.openxmlformats.org/drawingml/2006/main">
              <a:ext uri="{FF2B5EF4-FFF2-40B4-BE49-F238E27FC236}">
                <a16:creationId xmlns:a16="http://schemas.microsoft.com/office/drawing/2014/main" id="{7F0AEB8E-AF14-45E8-A2EA-A22028760AE1}"/>
              </a:ext>
            </a:extLst>
          </p:cNvPr>
          <p:cNvSpPr>
            <a:spLocks xmlns:a="http://schemas.openxmlformats.org/drawingml/2006/main" noGrp="1"/>
          </p:cNvSpPr>
          <p:nvPr/>
        </p:nvSpPr>
        <p:spPr>
          <a:xfrm xmlns:a="http://schemas.openxmlformats.org/drawingml/2006/main">
            <a:off x="9601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Publish availability and request bookings</a:t>
            </a:r>
          </a:p>
        </p:txBody>
      </p:sp>
      <p:sp>
        <p:nvSpPr>
          <p:cNvPr id="16" name="">
            <a:extLst xmlns:a="http://schemas.openxmlformats.org/drawingml/2006/main">
              <a:ext uri="{FF2B5EF4-FFF2-40B4-BE49-F238E27FC236}">
                <a16:creationId xmlns:a16="http://schemas.microsoft.com/office/drawing/2014/main" id="{E7D306A4-CC1B-45AA-8BD3-BFB3ADA77321}"/>
              </a:ext>
            </a:extLst>
          </p:cNvPr>
          <p:cNvSpPr>
            <a:spLocks xmlns:a="http://schemas.openxmlformats.org/drawingml/2006/main" noGrp="1"/>
          </p:cNvSpPr>
          <p:nvPr/>
        </p:nvSpPr>
        <p:spPr>
          <a:xfrm xmlns:a="http://schemas.openxmlformats.org/drawingml/2006/main">
            <a:off x="571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5</a:t>
            </a:r>
          </a:p>
        </p:txBody>
      </p:sp>
      <p:sp>
        <p:nvSpPr>
          <p:cNvPr id="17" name="">
            <a:extLst xmlns:a="http://schemas.openxmlformats.org/drawingml/2006/main">
              <a:ext uri="{FF2B5EF4-FFF2-40B4-BE49-F238E27FC236}">
                <a16:creationId xmlns:a16="http://schemas.microsoft.com/office/drawing/2014/main" id="{357BBB4F-8EDC-4AD4-8C08-1E7571A3A08D}"/>
              </a:ext>
            </a:extLst>
          </p:cNvPr>
          <p:cNvSpPr>
            <a:spLocks xmlns:a="http://schemas.openxmlformats.org/drawingml/2006/main" noGrp="1"/>
          </p:cNvSpPr>
          <p:nvPr/>
        </p:nvSpPr>
        <p:spPr>
          <a:xfrm xmlns:a="http://schemas.openxmlformats.org/drawingml/2006/main">
            <a:off x="1028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Accept requests before customer checkout</a:t>
            </a:r>
          </a:p>
        </p:txBody>
      </p:sp>
      <p:sp>
        <p:nvSpPr>
          <p:cNvPr id="18" name="">
            <a:extLst xmlns:a="http://schemas.openxmlformats.org/drawingml/2006/main">
              <a:ext uri="{FF2B5EF4-FFF2-40B4-BE49-F238E27FC236}">
                <a16:creationId xmlns:a16="http://schemas.microsoft.com/office/drawing/2014/main" id="{B2F564F6-BD72-427C-92D6-CAA584FA2C9C}"/>
              </a:ext>
            </a:extLst>
          </p:cNvPr>
          <p:cNvSpPr>
            <a:spLocks xmlns:a="http://schemas.openxmlformats.org/drawingml/2006/main" noGrp="1"/>
          </p:cNvSpPr>
          <p:nvPr/>
        </p:nvSpPr>
        <p:spPr>
          <a:xfrm xmlns:a="http://schemas.openxmlformats.org/drawingml/2006/main">
            <a:off x="34290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6</a:t>
            </a:r>
          </a:p>
        </p:txBody>
      </p:sp>
      <p:sp>
        <p:nvSpPr>
          <p:cNvPr id="19" name="">
            <a:extLst xmlns:a="http://schemas.openxmlformats.org/drawingml/2006/main">
              <a:ext uri="{FF2B5EF4-FFF2-40B4-BE49-F238E27FC236}">
                <a16:creationId xmlns:a16="http://schemas.microsoft.com/office/drawing/2014/main" id="{DD62AA30-2D79-4781-B96D-49EDB8E71BFA}"/>
              </a:ext>
            </a:extLst>
          </p:cNvPr>
          <p:cNvSpPr>
            <a:spLocks xmlns:a="http://schemas.openxmlformats.org/drawingml/2006/main" noGrp="1"/>
          </p:cNvSpPr>
          <p:nvPr/>
        </p:nvSpPr>
        <p:spPr>
          <a:xfrm xmlns:a="http://schemas.openxmlformats.org/drawingml/2006/main">
            <a:off x="38862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Exchange booking-linked messages</a:t>
            </a:r>
          </a:p>
        </p:txBody>
      </p:sp>
      <p:sp>
        <p:nvSpPr>
          <p:cNvPr id="20" name="">
            <a:extLst xmlns:a="http://schemas.openxmlformats.org/drawingml/2006/main">
              <a:ext uri="{FF2B5EF4-FFF2-40B4-BE49-F238E27FC236}">
                <a16:creationId xmlns:a16="http://schemas.microsoft.com/office/drawing/2014/main" id="{BB7C0D8A-A9F3-4249-9FC3-AD73CC587D4D}"/>
              </a:ext>
            </a:extLst>
          </p:cNvPr>
          <p:cNvSpPr>
            <a:spLocks xmlns:a="http://schemas.openxmlformats.org/drawingml/2006/main" noGrp="1"/>
          </p:cNvSpPr>
          <p:nvPr/>
        </p:nvSpPr>
        <p:spPr>
          <a:xfrm xmlns:a="http://schemas.openxmlformats.org/drawingml/2006/main">
            <a:off x="6286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7</a:t>
            </a:r>
          </a:p>
        </p:txBody>
      </p:sp>
      <p:sp>
        <p:nvSpPr>
          <p:cNvPr id="21" name="">
            <a:extLst xmlns:a="http://schemas.openxmlformats.org/drawingml/2006/main">
              <a:ext uri="{FF2B5EF4-FFF2-40B4-BE49-F238E27FC236}">
                <a16:creationId xmlns:a16="http://schemas.microsoft.com/office/drawing/2014/main" id="{FDC59B2D-90D2-414B-8959-94C206A6632E}"/>
              </a:ext>
            </a:extLst>
          </p:cNvPr>
          <p:cNvSpPr>
            <a:spLocks xmlns:a="http://schemas.openxmlformats.org/drawingml/2006/main" noGrp="1"/>
          </p:cNvSpPr>
          <p:nvPr/>
        </p:nvSpPr>
        <p:spPr>
          <a:xfrm xmlns:a="http://schemas.openxmlformats.org/drawingml/2006/main">
            <a:off x="6743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Submit reviews and raise disputes</a:t>
            </a:r>
          </a:p>
        </p:txBody>
      </p:sp>
      <p:sp>
        <p:nvSpPr>
          <p:cNvPr id="22" name="">
            <a:extLst xmlns:a="http://schemas.openxmlformats.org/drawingml/2006/main">
              <a:ext uri="{FF2B5EF4-FFF2-40B4-BE49-F238E27FC236}">
                <a16:creationId xmlns:a16="http://schemas.microsoft.com/office/drawing/2014/main" id="{9981287C-EC1E-4210-9F6A-09935D8DD3F9}"/>
              </a:ext>
            </a:extLst>
          </p:cNvPr>
          <p:cNvSpPr>
            <a:spLocks xmlns:a="http://schemas.openxmlformats.org/drawingml/2006/main" noGrp="1"/>
          </p:cNvSpPr>
          <p:nvPr/>
        </p:nvSpPr>
        <p:spPr>
          <a:xfrm xmlns:a="http://schemas.openxmlformats.org/drawingml/2006/main">
            <a:off x="571500" y="4095750"/>
            <a:ext cx="11049000" cy="0"/>
          </a:xfrm>
          <a:prstGeom xmlns:a="http://schemas.openxmlformats.org/drawingml/2006/main" prst="line">
            <a:avLst/>
          </a:prstGeom>
          <a:ln xmlns:a="http://schemas.openxmlformats.org/drawingml/2006/main" w="38100">
            <a:solidFill>
              <a:srgbClr val="FFDA35"/>
            </a:solidFill>
          </a:ln>
        </p:spPr>
      </p:sp>
      <p:sp>
        <p:nvSpPr>
          <p:cNvPr id="23" name="">
            <a:extLst xmlns:a="http://schemas.openxmlformats.org/drawingml/2006/main">
              <a:ext uri="{FF2B5EF4-FFF2-40B4-BE49-F238E27FC236}">
                <a16:creationId xmlns:a16="http://schemas.microsoft.com/office/drawing/2014/main" id="{9CF7C5DD-E498-477C-A150-4D42CF906C8C}"/>
              </a:ext>
            </a:extLst>
          </p:cNvPr>
          <p:cNvSpPr>
            <a:spLocks xmlns:a="http://schemas.openxmlformats.org/drawingml/2006/main" noGrp="1"/>
          </p:cNvSpPr>
          <p:nvPr/>
        </p:nvSpPr>
        <p:spPr>
          <a:xfrm xmlns:a="http://schemas.openxmlformats.org/drawingml/2006/main">
            <a:off x="571500" y="4286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Non-Functional Requirements</a:t>
            </a:r>
          </a:p>
        </p:txBody>
      </p:sp>
      <p:sp>
        <p:nvSpPr>
          <p:cNvPr id="24" name="">
            <a:extLst xmlns:a="http://schemas.openxmlformats.org/drawingml/2006/main">
              <a:ext uri="{FF2B5EF4-FFF2-40B4-BE49-F238E27FC236}">
                <a16:creationId xmlns:a16="http://schemas.microsoft.com/office/drawing/2014/main" id="{33CCBDCF-07CB-4673-91AD-BB239391A96A}"/>
              </a:ext>
            </a:extLst>
          </p:cNvPr>
          <p:cNvSpPr>
            <a:spLocks xmlns:a="http://schemas.openxmlformats.org/drawingml/2006/main" noGrp="1"/>
          </p:cNvSpPr>
          <p:nvPr/>
        </p:nvSpPr>
        <p:spPr>
          <a:xfrm xmlns:a="http://schemas.openxmlformats.org/drawingml/2006/main">
            <a:off x="57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Security</a:t>
            </a:r>
          </a:p>
        </p:txBody>
      </p:sp>
      <p:sp>
        <p:nvSpPr>
          <p:cNvPr id="25" name="">
            <a:extLst xmlns:a="http://schemas.openxmlformats.org/drawingml/2006/main">
              <a:ext uri="{FF2B5EF4-FFF2-40B4-BE49-F238E27FC236}">
                <a16:creationId xmlns:a16="http://schemas.microsoft.com/office/drawing/2014/main" id="{11175659-40F2-497F-B4E7-29C7BAF829CA}"/>
              </a:ext>
            </a:extLst>
          </p:cNvPr>
          <p:cNvSpPr>
            <a:spLocks xmlns:a="http://schemas.openxmlformats.org/drawingml/2006/main" noGrp="1"/>
          </p:cNvSpPr>
          <p:nvPr/>
        </p:nvSpPr>
        <p:spPr>
          <a:xfrm xmlns:a="http://schemas.openxmlformats.org/drawingml/2006/main">
            <a:off x="57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hashed passwords and role checks</a:t>
            </a:r>
          </a:p>
        </p:txBody>
      </p:sp>
      <p:sp>
        <p:nvSpPr>
          <p:cNvPr id="26" name="">
            <a:extLst xmlns:a="http://schemas.openxmlformats.org/drawingml/2006/main">
              <a:ext uri="{FF2B5EF4-FFF2-40B4-BE49-F238E27FC236}">
                <a16:creationId xmlns:a16="http://schemas.microsoft.com/office/drawing/2014/main" id="{6264EF89-C3D3-4CC4-90B1-67904516E748}"/>
              </a:ext>
            </a:extLst>
          </p:cNvPr>
          <p:cNvSpPr>
            <a:spLocks xmlns:a="http://schemas.openxmlformats.org/drawingml/2006/main" noGrp="1"/>
          </p:cNvSpPr>
          <p:nvPr/>
        </p:nvSpPr>
        <p:spPr>
          <a:xfrm xmlns:a="http://schemas.openxmlformats.org/drawingml/2006/main">
            <a:off x="438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Usability</a:t>
            </a:r>
          </a:p>
        </p:txBody>
      </p:sp>
      <p:sp>
        <p:nvSpPr>
          <p:cNvPr id="27" name="">
            <a:extLst xmlns:a="http://schemas.openxmlformats.org/drawingml/2006/main">
              <a:ext uri="{FF2B5EF4-FFF2-40B4-BE49-F238E27FC236}">
                <a16:creationId xmlns:a16="http://schemas.microsoft.com/office/drawing/2014/main" id="{C37B3BE6-B5E3-46F2-8338-13F187B8A9E4}"/>
              </a:ext>
            </a:extLst>
          </p:cNvPr>
          <p:cNvSpPr>
            <a:spLocks xmlns:a="http://schemas.openxmlformats.org/drawingml/2006/main" noGrp="1"/>
          </p:cNvSpPr>
          <p:nvPr/>
        </p:nvSpPr>
        <p:spPr>
          <a:xfrm xmlns:a="http://schemas.openxmlformats.org/drawingml/2006/main">
            <a:off x="438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pages and role-based navigation</a:t>
            </a:r>
          </a:p>
        </p:txBody>
      </p:sp>
      <p:sp>
        <p:nvSpPr>
          <p:cNvPr id="28" name="">
            <a:extLst xmlns:a="http://schemas.openxmlformats.org/drawingml/2006/main">
              <a:ext uri="{FF2B5EF4-FFF2-40B4-BE49-F238E27FC236}">
                <a16:creationId xmlns:a16="http://schemas.microsoft.com/office/drawing/2014/main" id="{4CEEF362-D2CE-49DD-92C9-9A278BC2C963}"/>
              </a:ext>
            </a:extLst>
          </p:cNvPr>
          <p:cNvSpPr>
            <a:spLocks xmlns:a="http://schemas.openxmlformats.org/drawingml/2006/main" noGrp="1"/>
          </p:cNvSpPr>
          <p:nvPr/>
        </p:nvSpPr>
        <p:spPr>
          <a:xfrm xmlns:a="http://schemas.openxmlformats.org/drawingml/2006/main">
            <a:off x="819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Integrity</a:t>
            </a:r>
          </a:p>
        </p:txBody>
      </p:sp>
      <p:sp>
        <p:nvSpPr>
          <p:cNvPr id="29" name="">
            <a:extLst xmlns:a="http://schemas.openxmlformats.org/drawingml/2006/main">
              <a:ext uri="{FF2B5EF4-FFF2-40B4-BE49-F238E27FC236}">
                <a16:creationId xmlns:a16="http://schemas.microsoft.com/office/drawing/2014/main" id="{656D6DBF-3335-44BA-A6BB-4985C817D640}"/>
              </a:ext>
            </a:extLst>
          </p:cNvPr>
          <p:cNvSpPr>
            <a:spLocks xmlns:a="http://schemas.openxmlformats.org/drawingml/2006/main" noGrp="1"/>
          </p:cNvSpPr>
          <p:nvPr/>
        </p:nvSpPr>
        <p:spPr>
          <a:xfrm xmlns:a="http://schemas.openxmlformats.org/drawingml/2006/main">
            <a:off x="819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Validated fields and unique booking records</a:t>
            </a:r>
          </a:p>
        </p:txBody>
      </p:sp>
      <p:sp>
        <p:nvSpPr>
          <p:cNvPr id="30" name="">
            <a:extLst xmlns:a="http://schemas.openxmlformats.org/drawingml/2006/main">
              <a:ext uri="{FF2B5EF4-FFF2-40B4-BE49-F238E27FC236}">
                <a16:creationId xmlns:a16="http://schemas.microsoft.com/office/drawing/2014/main" id="{16682DEB-4063-4894-875D-381D156EF9BB}"/>
              </a:ext>
            </a:extLst>
          </p:cNvPr>
          <p:cNvSpPr>
            <a:spLocks xmlns:a="http://schemas.openxmlformats.org/drawingml/2006/main" noGrp="1"/>
          </p:cNvSpPr>
          <p:nvPr/>
        </p:nvSpPr>
        <p:spPr>
          <a:xfrm xmlns:a="http://schemas.openxmlformats.org/drawingml/2006/main">
            <a:off x="57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Performance</a:t>
            </a:r>
          </a:p>
        </p:txBody>
      </p:sp>
      <p:sp>
        <p:nvSpPr>
          <p:cNvPr id="31" name="">
            <a:extLst xmlns:a="http://schemas.openxmlformats.org/drawingml/2006/main">
              <a:ext uri="{FF2B5EF4-FFF2-40B4-BE49-F238E27FC236}">
                <a16:creationId xmlns:a16="http://schemas.microsoft.com/office/drawing/2014/main" id="{4A1AE363-626F-455D-9FFB-2ADB997FE747}"/>
              </a:ext>
            </a:extLst>
          </p:cNvPr>
          <p:cNvSpPr>
            <a:spLocks xmlns:a="http://schemas.openxmlformats.org/drawingml/2006/main" noGrp="1"/>
          </p:cNvSpPr>
          <p:nvPr/>
        </p:nvSpPr>
        <p:spPr>
          <a:xfrm xmlns:a="http://schemas.openxmlformats.org/drawingml/2006/main">
            <a:off x="57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Indexed searches and paginated results</a:t>
            </a:r>
          </a:p>
        </p:txBody>
      </p:sp>
      <p:sp>
        <p:nvSpPr>
          <p:cNvPr id="32" name="">
            <a:extLst xmlns:a="http://schemas.openxmlformats.org/drawingml/2006/main">
              <a:ext uri="{FF2B5EF4-FFF2-40B4-BE49-F238E27FC236}">
                <a16:creationId xmlns:a16="http://schemas.microsoft.com/office/drawing/2014/main" id="{E389646E-9989-439B-ADD2-6C42D97F16AA}"/>
              </a:ext>
            </a:extLst>
          </p:cNvPr>
          <p:cNvSpPr>
            <a:spLocks xmlns:a="http://schemas.openxmlformats.org/drawingml/2006/main" noGrp="1"/>
          </p:cNvSpPr>
          <p:nvPr/>
        </p:nvSpPr>
        <p:spPr>
          <a:xfrm xmlns:a="http://schemas.openxmlformats.org/drawingml/2006/main">
            <a:off x="438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Maintainability</a:t>
            </a:r>
          </a:p>
        </p:txBody>
      </p:sp>
      <p:sp>
        <p:nvSpPr>
          <p:cNvPr id="33" name="">
            <a:extLst xmlns:a="http://schemas.openxmlformats.org/drawingml/2006/main">
              <a:ext uri="{FF2B5EF4-FFF2-40B4-BE49-F238E27FC236}">
                <a16:creationId xmlns:a16="http://schemas.microsoft.com/office/drawing/2014/main" id="{929FCFAF-ECE0-48A3-8984-2C27407F1E14}"/>
              </a:ext>
            </a:extLst>
          </p:cNvPr>
          <p:cNvSpPr>
            <a:spLocks xmlns:a="http://schemas.openxmlformats.org/drawingml/2006/main" noGrp="1"/>
          </p:cNvSpPr>
          <p:nvPr/>
        </p:nvSpPr>
        <p:spPr>
          <a:xfrm xmlns:a="http://schemas.openxmlformats.org/drawingml/2006/main">
            <a:off x="438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Modular API routes and Mongoose models</a:t>
            </a:r>
          </a:p>
        </p:txBody>
      </p:sp>
      <p:sp>
        <p:nvSpPr>
          <p:cNvPr id="34" name="">
            <a:extLst xmlns:a="http://schemas.openxmlformats.org/drawingml/2006/main">
              <a:ext uri="{FF2B5EF4-FFF2-40B4-BE49-F238E27FC236}">
                <a16:creationId xmlns:a16="http://schemas.microsoft.com/office/drawing/2014/main" id="{2B93034C-5CB7-489E-B0C9-9C22AC71ECBA}"/>
              </a:ext>
            </a:extLst>
          </p:cNvPr>
          <p:cNvSpPr>
            <a:spLocks xmlns:a="http://schemas.openxmlformats.org/drawingml/2006/main" noGrp="1"/>
          </p:cNvSpPr>
          <p:nvPr/>
        </p:nvSpPr>
        <p:spPr>
          <a:xfrm xmlns:a="http://schemas.openxmlformats.org/drawingml/2006/main">
            <a:off x="819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Reliability</a:t>
            </a:r>
          </a:p>
        </p:txBody>
      </p:sp>
      <p:sp>
        <p:nvSpPr>
          <p:cNvPr id="35" name="">
            <a:extLst xmlns:a="http://schemas.openxmlformats.org/drawingml/2006/main">
              <a:ext uri="{FF2B5EF4-FFF2-40B4-BE49-F238E27FC236}">
                <a16:creationId xmlns:a16="http://schemas.microsoft.com/office/drawing/2014/main" id="{BD716C17-E19A-4C12-AEEE-F311B358FD50}"/>
              </a:ext>
            </a:extLst>
          </p:cNvPr>
          <p:cNvSpPr>
            <a:spLocks xmlns:a="http://schemas.openxmlformats.org/drawingml/2006/main" noGrp="1"/>
          </p:cNvSpPr>
          <p:nvPr/>
        </p:nvSpPr>
        <p:spPr>
          <a:xfrm xmlns:a="http://schemas.openxmlformats.org/drawingml/2006/main">
            <a:off x="819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Database health checks and signed webhooks</a:t>
            </a:r>
          </a:p>
        </p:txBody>
      </p:sp>
    </p:spTree>
    <p:extLst>
      <p:ext uri="{BB962C8B-B14F-4D97-AF65-F5344CB8AC3E}">
        <p14:creationId xmlns:p14="http://schemas.microsoft.com/office/powerpoint/2010/main" val="20810194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FC1E7386-D041-4F46-BABC-A5F58968DD8F}"/>
              </a:ext>
            </a:extLst>
          </p:cNvPr>
          <p:cNvPicPr>
            <a:picLocks xmlns:a="http://schemas.openxmlformats.org/drawingml/2006/main" noChangeAspect="1"/>
          </p:cNvPicPr>
          <p:nvPr/>
        </p:nvPicPr>
        <p:blipFill>
          <a:blip xmlns:r="http://schemas.openxmlformats.org/officeDocument/2006/relationships" xmlns:a="http://schemas.openxmlformats.org/drawingml/2006/main" r:embed="Rf0221e795b7b4a5b"/>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20ACC5-AB26-4D82-B1C3-6A01DAFABA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4A9CF8E4-6647-45E9-A893-83E0AC39AB02}"/>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System Architecture &amp; Technology Stack</a:t>
            </a:r>
          </a:p>
        </p:txBody>
      </p:sp>
      <p:sp>
        <p:nvSpPr>
          <p:cNvPr id="4" name="">
            <a:extLst xmlns:a="http://schemas.openxmlformats.org/drawingml/2006/main">
              <a:ext uri="{FF2B5EF4-FFF2-40B4-BE49-F238E27FC236}">
                <a16:creationId xmlns:a16="http://schemas.microsoft.com/office/drawing/2014/main" id="{A9DBCADB-BD90-4B0E-8856-8C175AFB01BC}"/>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AA26C525-74BD-48F8-9A39-F3C471F4F18C}"/>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8D21415A-0222-446A-9F7F-796E4E80C827}"/>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7" name="">
            <a:extLst xmlns:a="http://schemas.openxmlformats.org/drawingml/2006/main">
              <a:ext uri="{FF2B5EF4-FFF2-40B4-BE49-F238E27FC236}">
                <a16:creationId xmlns:a16="http://schemas.microsoft.com/office/drawing/2014/main" id="{7403F602-3166-4DFF-AE44-70F62D5E3B47}"/>
              </a:ext>
            </a:extLst>
          </p:cNvPr>
          <p:cNvSpPr>
            <a:spLocks xmlns:a="http://schemas.openxmlformats.org/drawingml/2006/main" noGrp="1"/>
          </p:cNvSpPr>
          <p:nvPr/>
        </p:nvSpPr>
        <p:spPr>
          <a:xfrm xmlns:a="http://schemas.openxmlformats.org/drawingml/2006/main">
            <a:off x="571500"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Presentation Tier</a:t>
            </a:r>
          </a:p>
          <a:p xmlns:a="http://schemas.openxmlformats.org/drawingml/2006/main">
            <a:pPr algn="ctr">
              <a:defRPr sz="1725" b="1">
                <a:solidFill>
                  <a:srgbClr val="15191D"/>
                </a:solidFill>
              </a:defRPr>
            </a:pPr>
            <a:r>
              <a:rPr sz="1725" b="1">
                <a:solidFill>
                  <a:srgbClr val="15191D"/>
                </a:solidFill>
              </a:rPr>
              <a:t>React + Vite + Tailwind CSS</a:t>
            </a:r>
          </a:p>
        </p:txBody>
      </p:sp>
      <p:sp>
        <p:nvSpPr>
          <p:cNvPr id="8" name="">
            <a:extLst xmlns:a="http://schemas.openxmlformats.org/drawingml/2006/main">
              <a:ext uri="{FF2B5EF4-FFF2-40B4-BE49-F238E27FC236}">
                <a16:creationId xmlns:a16="http://schemas.microsoft.com/office/drawing/2014/main" id="{9BAB21EA-324D-4C4D-90A3-96063285011E}"/>
              </a:ext>
            </a:extLst>
          </p:cNvPr>
          <p:cNvSpPr>
            <a:spLocks xmlns:a="http://schemas.openxmlformats.org/drawingml/2006/main" noGrp="1"/>
          </p:cNvSpPr>
          <p:nvPr/>
        </p:nvSpPr>
        <p:spPr>
          <a:xfrm xmlns:a="http://schemas.openxmlformats.org/drawingml/2006/main">
            <a:off x="454342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Application Tier</a:t>
            </a:r>
          </a:p>
          <a:p xmlns:a="http://schemas.openxmlformats.org/drawingml/2006/main">
            <a:pPr algn="ctr">
              <a:defRPr sz="1725" b="1">
                <a:solidFill>
                  <a:srgbClr val="15191D"/>
                </a:solidFill>
              </a:defRPr>
            </a:pPr>
            <a:r>
              <a:rPr sz="1725" b="1">
                <a:solidFill>
                  <a:srgbClr val="15191D"/>
                </a:solidFill>
              </a:rPr>
              <a:t>Node.js + Express</a:t>
            </a:r>
          </a:p>
          <a:p xmlns:a="http://schemas.openxmlformats.org/drawingml/2006/main">
            <a:pPr algn="ctr">
              <a:defRPr sz="1725" b="1">
                <a:solidFill>
                  <a:srgbClr val="15191D"/>
                </a:solidFill>
              </a:defRPr>
            </a:pPr>
            <a:r>
              <a:rPr sz="1725" b="1">
                <a:solidFill>
                  <a:srgbClr val="15191D"/>
                </a:solidFill>
              </a:rPr>
              <a:t>JWT + REST APIs</a:t>
            </a:r>
          </a:p>
        </p:txBody>
      </p:sp>
      <p:sp>
        <p:nvSpPr>
          <p:cNvPr id="9" name="">
            <a:extLst xmlns:a="http://schemas.openxmlformats.org/drawingml/2006/main">
              <a:ext uri="{FF2B5EF4-FFF2-40B4-BE49-F238E27FC236}">
                <a16:creationId xmlns:a16="http://schemas.microsoft.com/office/drawing/2014/main" id="{F715F1EF-92EB-4702-95A4-B5F2CA1E47B2}"/>
              </a:ext>
            </a:extLst>
          </p:cNvPr>
          <p:cNvSpPr>
            <a:spLocks xmlns:a="http://schemas.openxmlformats.org/drawingml/2006/main" noGrp="1"/>
          </p:cNvSpPr>
          <p:nvPr/>
        </p:nvSpPr>
        <p:spPr>
          <a:xfrm xmlns:a="http://schemas.openxmlformats.org/drawingml/2006/main">
            <a:off x="852487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Data Tier</a:t>
            </a:r>
          </a:p>
          <a:p xmlns:a="http://schemas.openxmlformats.org/drawingml/2006/main">
            <a:pPr algn="ctr">
              <a:defRPr sz="1725" b="1">
                <a:solidFill>
                  <a:srgbClr val="15191D"/>
                </a:solidFill>
              </a:defRPr>
            </a:pPr>
            <a:r>
              <a:rPr sz="1725" b="1">
                <a:solidFill>
                  <a:srgbClr val="15191D"/>
                </a:solidFill>
              </a:rPr>
              <a:t>MongoDB + Mongoose</a:t>
            </a:r>
          </a:p>
          <a:p xmlns:a="http://schemas.openxmlformats.org/drawingml/2006/main">
            <a:pPr algn="ctr">
              <a:defRPr sz="1725" b="1">
                <a:solidFill>
                  <a:srgbClr val="15191D"/>
                </a:solidFill>
              </a:defRPr>
            </a:pPr>
            <a:r>
              <a:rPr sz="1725" b="1">
                <a:solidFill>
                  <a:srgbClr val="15191D"/>
                </a:solidFill>
              </a:rPr>
              <a:t>Referenced collections</a:t>
            </a:r>
          </a:p>
        </p:txBody>
      </p:sp>
      <p:sp>
        <p:nvSpPr>
          <p:cNvPr id="10" name="">
            <a:extLst xmlns:a="http://schemas.openxmlformats.org/drawingml/2006/main">
              <a:ext uri="{FF2B5EF4-FFF2-40B4-BE49-F238E27FC236}">
                <a16:creationId xmlns:a16="http://schemas.microsoft.com/office/drawing/2014/main" id="{9C5AE558-7604-4071-BB62-D799B8C7BC7C}"/>
              </a:ext>
            </a:extLst>
          </p:cNvPr>
          <p:cNvSpPr>
            <a:spLocks xmlns:a="http://schemas.openxmlformats.org/drawingml/2006/main" noGrp="1"/>
          </p:cNvSpPr>
          <p:nvPr/>
        </p:nvSpPr>
        <p:spPr>
          <a:xfrm xmlns:a="http://schemas.openxmlformats.org/drawingml/2006/main">
            <a:off x="3667125" y="2543175"/>
            <a:ext cx="876300" cy="0"/>
          </a:xfrm>
          <a:prstGeom xmlns:a="http://schemas.openxmlformats.org/drawingml/2006/main" prst="line">
            <a:avLst/>
          </a:prstGeom>
          <a:ln xmlns:a="http://schemas.openxmlformats.org/drawingml/2006/main" w="28575">
            <a:solidFill>
              <a:srgbClr val="1557FF"/>
            </a:solidFill>
          </a:ln>
        </p:spPr>
      </p:sp>
      <p:sp>
        <p:nvSpPr>
          <p:cNvPr id="11" name="">
            <a:extLst xmlns:a="http://schemas.openxmlformats.org/drawingml/2006/main">
              <a:ext uri="{FF2B5EF4-FFF2-40B4-BE49-F238E27FC236}">
                <a16:creationId xmlns:a16="http://schemas.microsoft.com/office/drawing/2014/main" id="{9606A554-F9BE-42C1-8279-F4442C40C6B0}"/>
              </a:ext>
            </a:extLst>
          </p:cNvPr>
          <p:cNvSpPr>
            <a:spLocks xmlns:a="http://schemas.openxmlformats.org/drawingml/2006/main" noGrp="1"/>
          </p:cNvSpPr>
          <p:nvPr/>
        </p:nvSpPr>
        <p:spPr>
          <a:xfrm xmlns:a="http://schemas.openxmlformats.org/drawingml/2006/main">
            <a:off x="7639050" y="2543175"/>
            <a:ext cx="885825" cy="0"/>
          </a:xfrm>
          <a:prstGeom xmlns:a="http://schemas.openxmlformats.org/drawingml/2006/main" prst="line">
            <a:avLst/>
          </a:prstGeom>
          <a:ln xmlns:a="http://schemas.openxmlformats.org/drawingml/2006/main" w="28575">
            <a:solidFill>
              <a:srgbClr val="1557FF"/>
            </a:solidFill>
          </a:ln>
        </p:spPr>
      </p:sp>
      <p:sp>
        <p:nvSpPr>
          <p:cNvPr id="12" name="">
            <a:extLst xmlns:a="http://schemas.openxmlformats.org/drawingml/2006/main">
              <a:ext uri="{FF2B5EF4-FFF2-40B4-BE49-F238E27FC236}">
                <a16:creationId xmlns:a16="http://schemas.microsoft.com/office/drawing/2014/main" id="{620AE4E3-994F-46B3-B63A-3046598933E7}"/>
              </a:ext>
            </a:extLst>
          </p:cNvPr>
          <p:cNvSpPr>
            <a:spLocks xmlns:a="http://schemas.openxmlformats.org/drawingml/2006/main" noGrp="1"/>
          </p:cNvSpPr>
          <p:nvPr/>
        </p:nvSpPr>
        <p:spPr>
          <a:xfrm xmlns:a="http://schemas.openxmlformats.org/drawingml/2006/main">
            <a:off x="3724275" y="212407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557FF"/>
                </a:solidFill>
              </a:defRPr>
            </a:defPPr>
          </a:lstStyle>
          <a:p xmlns:a="http://schemas.openxmlformats.org/drawingml/2006/main">
            <a:pPr>
              <a:defRPr sz="1200" b="0">
                <a:solidFill>
                  <a:srgbClr val="1557FF"/>
                </a:solidFill>
              </a:defRPr>
            </a:pPr>
            <a:r>
              <a:rPr sz="1200" b="0">
                <a:solidFill>
                  <a:srgbClr val="1557FF"/>
                </a:solidFill>
              </a:rPr>
              <a:t>HTTPS / JSON</a:t>
            </a:r>
          </a:p>
        </p:txBody>
      </p:sp>
      <p:sp>
        <p:nvSpPr>
          <p:cNvPr id="13" name="">
            <a:extLst xmlns:a="http://schemas.openxmlformats.org/drawingml/2006/main">
              <a:ext uri="{FF2B5EF4-FFF2-40B4-BE49-F238E27FC236}">
                <a16:creationId xmlns:a16="http://schemas.microsoft.com/office/drawing/2014/main" id="{440280CE-814F-4848-A5BE-AE8C1425BF0A}"/>
              </a:ext>
            </a:extLst>
          </p:cNvPr>
          <p:cNvSpPr>
            <a:spLocks xmlns:a="http://schemas.openxmlformats.org/drawingml/2006/main" noGrp="1"/>
          </p:cNvSpPr>
          <p:nvPr/>
        </p:nvSpPr>
        <p:spPr>
          <a:xfrm xmlns:a="http://schemas.openxmlformats.org/drawingml/2006/main">
            <a:off x="7762875" y="2124075"/>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1557FF"/>
                </a:solidFill>
              </a:defRPr>
            </a:defPPr>
          </a:lstStyle>
          <a:p xmlns:a="http://schemas.openxmlformats.org/drawingml/2006/main">
            <a:pPr>
              <a:defRPr sz="1275" b="0">
                <a:solidFill>
                  <a:srgbClr val="1557FF"/>
                </a:solidFill>
              </a:defRPr>
            </a:pPr>
            <a:r>
              <a:rPr sz="1275" b="0">
                <a:solidFill>
                  <a:srgbClr val="1557FF"/>
                </a:solidFill>
              </a:rPr>
              <a:t>Queries</a:t>
            </a:r>
          </a:p>
        </p:txBody>
      </p:sp>
      <p:sp>
        <p:nvSpPr>
          <p:cNvPr id="14" name="">
            <a:extLst xmlns:a="http://schemas.openxmlformats.org/drawingml/2006/main">
              <a:ext uri="{FF2B5EF4-FFF2-40B4-BE49-F238E27FC236}">
                <a16:creationId xmlns:a16="http://schemas.microsoft.com/office/drawing/2014/main" id="{29862107-C17D-4C2B-B764-AE24D9132950}"/>
              </a:ext>
            </a:extLst>
          </p:cNvPr>
          <p:cNvSpPr>
            <a:spLocks xmlns:a="http://schemas.openxmlformats.org/drawingml/2006/main" noGrp="1"/>
          </p:cNvSpPr>
          <p:nvPr/>
        </p:nvSpPr>
        <p:spPr>
          <a:xfrm xmlns:a="http://schemas.openxmlformats.org/drawingml/2006/main">
            <a:off x="6096000" y="3143250"/>
            <a:ext cx="0" cy="714375"/>
          </a:xfrm>
          <a:prstGeom xmlns:a="http://schemas.openxmlformats.org/drawingml/2006/main" prst="line">
            <a:avLst/>
          </a:prstGeom>
          <a:ln xmlns:a="http://schemas.openxmlformats.org/drawingml/2006/main" w="19050">
            <a:solidFill>
              <a:srgbClr val="1557FF"/>
            </a:solidFill>
          </a:ln>
        </p:spPr>
      </p:sp>
      <p:sp>
        <p:nvSpPr>
          <p:cNvPr id="15" name="">
            <a:extLst xmlns:a="http://schemas.openxmlformats.org/drawingml/2006/main">
              <a:ext uri="{FF2B5EF4-FFF2-40B4-BE49-F238E27FC236}">
                <a16:creationId xmlns:a16="http://schemas.microsoft.com/office/drawing/2014/main" id="{B8075A49-DD39-426F-BCF2-ECBAA3A28C92}"/>
              </a:ext>
            </a:extLst>
          </p:cNvPr>
          <p:cNvSpPr>
            <a:spLocks xmlns:a="http://schemas.openxmlformats.org/drawingml/2006/main" noGrp="1"/>
          </p:cNvSpPr>
          <p:nvPr/>
        </p:nvSpPr>
        <p:spPr>
          <a:xfrm xmlns:a="http://schemas.openxmlformats.org/drawingml/2006/main">
            <a:off x="2114550" y="3857625"/>
            <a:ext cx="7953375" cy="0"/>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9D40FF36-190D-46B2-A5D6-CB0BC399B2F1}"/>
              </a:ext>
            </a:extLst>
          </p:cNvPr>
          <p:cNvSpPr>
            <a:spLocks xmlns:a="http://schemas.openxmlformats.org/drawingml/2006/main" noGrp="1"/>
          </p:cNvSpPr>
          <p:nvPr/>
        </p:nvSpPr>
        <p:spPr>
          <a:xfrm xmlns:a="http://schemas.openxmlformats.org/drawingml/2006/main">
            <a:off x="2114550" y="3857625"/>
            <a:ext cx="0" cy="30480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7B22308E-8E02-4A8C-9418-CCCEB14E1F2C}"/>
              </a:ext>
            </a:extLst>
          </p:cNvPr>
          <p:cNvSpPr>
            <a:spLocks xmlns:a="http://schemas.openxmlformats.org/drawingml/2006/main" noGrp="1"/>
          </p:cNvSpPr>
          <p:nvPr/>
        </p:nvSpPr>
        <p:spPr>
          <a:xfrm xmlns:a="http://schemas.openxmlformats.org/drawingml/2006/main">
            <a:off x="57150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Socket.IO</a:t>
            </a:r>
          </a:p>
          <a:p xmlns:a="http://schemas.openxmlformats.org/drawingml/2006/main">
            <a:pPr algn="ctr">
              <a:defRPr sz="1725" b="1">
                <a:solidFill>
                  <a:srgbClr val="15191D"/>
                </a:solidFill>
              </a:defRPr>
            </a:pPr>
            <a:r>
              <a:rPr sz="1725" b="1">
                <a:solidFill>
                  <a:srgbClr val="15191D"/>
                </a:solidFill>
              </a:rPr>
              <a:t>Booking-linked live chat</a:t>
            </a:r>
          </a:p>
        </p:txBody>
      </p:sp>
      <p:sp>
        <p:nvSpPr>
          <p:cNvPr id="18" name="">
            <a:extLst xmlns:a="http://schemas.openxmlformats.org/drawingml/2006/main">
              <a:ext uri="{FF2B5EF4-FFF2-40B4-BE49-F238E27FC236}">
                <a16:creationId xmlns:a16="http://schemas.microsoft.com/office/drawing/2014/main" id="{8F1A16B0-F8A7-4781-A864-7E62568DD92E}"/>
              </a:ext>
            </a:extLst>
          </p:cNvPr>
          <p:cNvSpPr>
            <a:spLocks xmlns:a="http://schemas.openxmlformats.org/drawingml/2006/main" noGrp="1"/>
          </p:cNvSpPr>
          <p:nvPr/>
        </p:nvSpPr>
        <p:spPr>
          <a:xfrm xmlns:a="http://schemas.openxmlformats.org/drawingml/2006/main">
            <a:off x="6086475" y="3857625"/>
            <a:ext cx="0" cy="30480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D1E7A597-A792-48E9-BB29-E757EED304A0}"/>
              </a:ext>
            </a:extLst>
          </p:cNvPr>
          <p:cNvSpPr>
            <a:spLocks xmlns:a="http://schemas.openxmlformats.org/drawingml/2006/main" noGrp="1"/>
          </p:cNvSpPr>
          <p:nvPr/>
        </p:nvSpPr>
        <p:spPr>
          <a:xfrm xmlns:a="http://schemas.openxmlformats.org/drawingml/2006/main">
            <a:off x="4543425"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Razorpay Checkout + Route</a:t>
            </a:r>
          </a:p>
          <a:p xmlns:a="http://schemas.openxmlformats.org/drawingml/2006/main">
            <a:pPr algn="ctr">
              <a:defRPr sz="1725" b="1">
                <a:solidFill>
                  <a:srgbClr val="15191D"/>
                </a:solidFill>
              </a:defRPr>
            </a:pPr>
            <a:r>
              <a:rPr sz="1725" b="1">
                <a:solidFill>
                  <a:srgbClr val="15191D"/>
                </a:solidFill>
              </a:rPr>
              <a:t>Payments and provider transfers</a:t>
            </a:r>
          </a:p>
        </p:txBody>
      </p:sp>
      <p:sp>
        <p:nvSpPr>
          <p:cNvPr id="20" name="">
            <a:extLst xmlns:a="http://schemas.openxmlformats.org/drawingml/2006/main">
              <a:ext uri="{FF2B5EF4-FFF2-40B4-BE49-F238E27FC236}">
                <a16:creationId xmlns:a16="http://schemas.microsoft.com/office/drawing/2014/main" id="{D594CFF3-A22E-45C2-8B78-CAD5AEF9077F}"/>
              </a:ext>
            </a:extLst>
          </p:cNvPr>
          <p:cNvSpPr>
            <a:spLocks xmlns:a="http://schemas.openxmlformats.org/drawingml/2006/main" noGrp="1"/>
          </p:cNvSpPr>
          <p:nvPr/>
        </p:nvSpPr>
        <p:spPr>
          <a:xfrm xmlns:a="http://schemas.openxmlformats.org/drawingml/2006/main">
            <a:off x="10058400" y="3857625"/>
            <a:ext cx="0" cy="30480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F32734D2-FCF7-4482-9DDB-8D89B28A1EFF}"/>
              </a:ext>
            </a:extLst>
          </p:cNvPr>
          <p:cNvSpPr>
            <a:spLocks xmlns:a="http://schemas.openxmlformats.org/drawingml/2006/main" noGrp="1"/>
          </p:cNvSpPr>
          <p:nvPr/>
        </p:nvSpPr>
        <p:spPr>
          <a:xfrm xmlns:a="http://schemas.openxmlformats.org/drawingml/2006/main">
            <a:off x="851535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KYC vendor + Email</a:t>
            </a:r>
          </a:p>
          <a:p xmlns:a="http://schemas.openxmlformats.org/drawingml/2006/main">
            <a:pPr algn="ctr">
              <a:defRPr sz="1725" b="1">
                <a:solidFill>
                  <a:srgbClr val="15191D"/>
                </a:solidFill>
              </a:defRPr>
            </a:pPr>
            <a:r>
              <a:rPr sz="1725" b="1">
                <a:solidFill>
                  <a:srgbClr val="15191D"/>
                </a:solidFill>
              </a:rPr>
              <a:t>External service adapters</a:t>
            </a:r>
          </a:p>
        </p:txBody>
      </p:sp>
      <p:sp>
        <p:nvSpPr>
          <p:cNvPr id="22" name="">
            <a:extLst xmlns:a="http://schemas.openxmlformats.org/drawingml/2006/main">
              <a:ext uri="{FF2B5EF4-FFF2-40B4-BE49-F238E27FC236}">
                <a16:creationId xmlns:a16="http://schemas.microsoft.com/office/drawing/2014/main" id="{EC6B3FCA-2156-4CA4-9061-F92376BCA849}"/>
              </a:ext>
            </a:extLst>
          </p:cNvPr>
          <p:cNvSpPr>
            <a:spLocks xmlns:a="http://schemas.openxmlformats.org/drawingml/2006/main" noGrp="1"/>
          </p:cNvSpPr>
          <p:nvPr/>
        </p:nvSpPr>
        <p:spPr>
          <a:xfrm xmlns:a="http://schemas.openxmlformats.org/drawingml/2006/main">
            <a:off x="571500" y="56197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565E"/>
                </a:solidFill>
              </a:defRPr>
            </a:defPPr>
          </a:lstStyle>
          <a:p xmlns:a="http://schemas.openxmlformats.org/drawingml/2006/main">
            <a:pPr>
              <a:defRPr sz="1800" b="0">
                <a:solidFill>
                  <a:srgbClr val="53565E"/>
                </a:solidFill>
              </a:defRPr>
            </a:pPr>
            <a:r>
              <a:rPr sz="1800" b="0">
                <a:solidFill>
                  <a:srgbClr val="53565E"/>
                </a:solidFill>
              </a:rPr>
              <a:t>Production payments and KYC require configured external accounts and vendor approval.</a:t>
            </a:r>
          </a:p>
        </p:txBody>
      </p:sp>
    </p:spTree>
    <p:extLst>
      <p:ext uri="{BB962C8B-B14F-4D97-AF65-F5344CB8AC3E}">
        <p14:creationId xmlns:p14="http://schemas.microsoft.com/office/powerpoint/2010/main" val="2133294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D1C45F9A-AC96-4AB6-97F5-CD807F2FEBB4}"/>
              </a:ext>
            </a:extLst>
          </p:cNvPr>
          <p:cNvPicPr>
            <a:picLocks xmlns:a="http://schemas.openxmlformats.org/drawingml/2006/main" noChangeAspect="1"/>
          </p:cNvPicPr>
          <p:nvPr/>
        </p:nvPicPr>
        <p:blipFill>
          <a:blip xmlns:r="http://schemas.openxmlformats.org/officeDocument/2006/relationships" xmlns:a="http://schemas.openxmlformats.org/drawingml/2006/main" r:embed="R0eaddd298a1046d9"/>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96B989-7CD1-4DE6-93AC-47F0AB2277A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22FFFA6B-82DC-4432-AB2C-180CDAA379A8}"/>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Use Cases: Customer, Provider &amp; Admin</a:t>
            </a:r>
          </a:p>
        </p:txBody>
      </p:sp>
      <p:sp>
        <p:nvSpPr>
          <p:cNvPr id="4" name="">
            <a:extLst xmlns:a="http://schemas.openxmlformats.org/drawingml/2006/main">
              <a:ext uri="{FF2B5EF4-FFF2-40B4-BE49-F238E27FC236}">
                <a16:creationId xmlns:a16="http://schemas.microsoft.com/office/drawing/2014/main" id="{C36698ED-2C13-468D-B549-2E2229B9F766}"/>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91D04B0E-0BE0-49B0-9945-AF09251F62DB}"/>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354F582B-D2F3-459C-B9D1-BF80B878FE8B}"/>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7" name="">
            <a:extLst xmlns:a="http://schemas.openxmlformats.org/drawingml/2006/main">
              <a:ext uri="{FF2B5EF4-FFF2-40B4-BE49-F238E27FC236}">
                <a16:creationId xmlns:a16="http://schemas.microsoft.com/office/drawing/2014/main" id="{C9BB91F8-5065-4612-B9EF-B21AB1E6C5B8}"/>
              </a:ext>
            </a:extLst>
          </p:cNvPr>
          <p:cNvSpPr>
            <a:spLocks xmlns:a="http://schemas.openxmlformats.org/drawingml/2006/main" noGrp="1"/>
          </p:cNvSpPr>
          <p:nvPr/>
        </p:nvSpPr>
        <p:spPr>
          <a:xfrm xmlns:a="http://schemas.openxmlformats.org/drawingml/2006/main">
            <a:off x="571500" y="173355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Customer</a:t>
            </a:r>
          </a:p>
        </p:txBody>
      </p:sp>
      <p:sp>
        <p:nvSpPr>
          <p:cNvPr id="8" name="">
            <a:extLst xmlns:a="http://schemas.openxmlformats.org/drawingml/2006/main">
              <a:ext uri="{FF2B5EF4-FFF2-40B4-BE49-F238E27FC236}">
                <a16:creationId xmlns:a16="http://schemas.microsoft.com/office/drawing/2014/main" id="{7B4F0FDD-5191-4EDE-8B8F-C13C58F5904A}"/>
              </a:ext>
            </a:extLst>
          </p:cNvPr>
          <p:cNvSpPr>
            <a:spLocks xmlns:a="http://schemas.openxmlformats.org/drawingml/2006/main" noGrp="1"/>
          </p:cNvSpPr>
          <p:nvPr/>
        </p:nvSpPr>
        <p:spPr>
          <a:xfrm xmlns:a="http://schemas.openxmlformats.org/drawingml/2006/main">
            <a:off x="30480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Discover services</a:t>
            </a:r>
          </a:p>
        </p:txBody>
      </p:sp>
      <p:sp>
        <p:nvSpPr>
          <p:cNvPr id="9" name="">
            <a:extLst xmlns:a="http://schemas.openxmlformats.org/drawingml/2006/main">
              <a:ext uri="{FF2B5EF4-FFF2-40B4-BE49-F238E27FC236}">
                <a16:creationId xmlns:a16="http://schemas.microsoft.com/office/drawing/2014/main" id="{CFA32CD1-A8CE-4F5E-96AA-AA695F944F21}"/>
              </a:ext>
            </a:extLst>
          </p:cNvPr>
          <p:cNvSpPr>
            <a:spLocks xmlns:a="http://schemas.openxmlformats.org/drawingml/2006/main" noGrp="1"/>
          </p:cNvSpPr>
          <p:nvPr/>
        </p:nvSpPr>
        <p:spPr>
          <a:xfrm xmlns:a="http://schemas.openxmlformats.org/drawingml/2006/main">
            <a:off x="5667375" y="2228850"/>
            <a:ext cx="333375" cy="0"/>
          </a:xfrm>
          <a:prstGeom xmlns:a="http://schemas.openxmlformats.org/drawingml/2006/main" prst="line">
            <a:avLst/>
          </a:prstGeom>
          <a:ln xmlns:a="http://schemas.openxmlformats.org/drawingml/2006/main" w="19050">
            <a:solidFill>
              <a:srgbClr val="1557FF"/>
            </a:solidFill>
          </a:ln>
        </p:spPr>
      </p:sp>
      <p:sp>
        <p:nvSpPr>
          <p:cNvPr id="10" name="">
            <a:extLst xmlns:a="http://schemas.openxmlformats.org/drawingml/2006/main">
              <a:ext uri="{FF2B5EF4-FFF2-40B4-BE49-F238E27FC236}">
                <a16:creationId xmlns:a16="http://schemas.microsoft.com/office/drawing/2014/main" id="{25066949-44AC-41F9-83D2-3E51F6493BDE}"/>
              </a:ext>
            </a:extLst>
          </p:cNvPr>
          <p:cNvSpPr>
            <a:spLocks xmlns:a="http://schemas.openxmlformats.org/drawingml/2006/main" noGrp="1"/>
          </p:cNvSpPr>
          <p:nvPr/>
        </p:nvSpPr>
        <p:spPr>
          <a:xfrm xmlns:a="http://schemas.openxmlformats.org/drawingml/2006/main">
            <a:off x="590550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1" name="">
            <a:extLst xmlns:a="http://schemas.openxmlformats.org/drawingml/2006/main">
              <a:ext uri="{FF2B5EF4-FFF2-40B4-BE49-F238E27FC236}">
                <a16:creationId xmlns:a16="http://schemas.microsoft.com/office/drawing/2014/main" id="{798772A0-6BE1-4E12-A798-D6B1C8F8B4B3}"/>
              </a:ext>
            </a:extLst>
          </p:cNvPr>
          <p:cNvSpPr>
            <a:spLocks xmlns:a="http://schemas.openxmlformats.org/drawingml/2006/main" noGrp="1"/>
          </p:cNvSpPr>
          <p:nvPr/>
        </p:nvSpPr>
        <p:spPr>
          <a:xfrm xmlns:a="http://schemas.openxmlformats.org/drawingml/2006/main">
            <a:off x="600075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Request and pay for bookings</a:t>
            </a:r>
          </a:p>
        </p:txBody>
      </p:sp>
      <p:sp>
        <p:nvSpPr>
          <p:cNvPr id="12" name="">
            <a:extLst xmlns:a="http://schemas.openxmlformats.org/drawingml/2006/main">
              <a:ext uri="{FF2B5EF4-FFF2-40B4-BE49-F238E27FC236}">
                <a16:creationId xmlns:a16="http://schemas.microsoft.com/office/drawing/2014/main" id="{B627F15F-50CE-429D-9E11-BF55C37999CE}"/>
              </a:ext>
            </a:extLst>
          </p:cNvPr>
          <p:cNvSpPr>
            <a:spLocks xmlns:a="http://schemas.openxmlformats.org/drawingml/2006/main" noGrp="1"/>
          </p:cNvSpPr>
          <p:nvPr/>
        </p:nvSpPr>
        <p:spPr>
          <a:xfrm xmlns:a="http://schemas.openxmlformats.org/drawingml/2006/main">
            <a:off x="8620125" y="2228850"/>
            <a:ext cx="333375" cy="0"/>
          </a:xfrm>
          <a:prstGeom xmlns:a="http://schemas.openxmlformats.org/drawingml/2006/main" prst="line">
            <a:avLst/>
          </a:prstGeom>
          <a:ln xmlns:a="http://schemas.openxmlformats.org/drawingml/2006/main" w="19050">
            <a:solidFill>
              <a:srgbClr val="1557FF"/>
            </a:solidFill>
          </a:ln>
        </p:spPr>
      </p:sp>
      <p:sp>
        <p:nvSpPr>
          <p:cNvPr id="13" name="">
            <a:extLst xmlns:a="http://schemas.openxmlformats.org/drawingml/2006/main">
              <a:ext uri="{FF2B5EF4-FFF2-40B4-BE49-F238E27FC236}">
                <a16:creationId xmlns:a16="http://schemas.microsoft.com/office/drawing/2014/main" id="{0B42F34C-B534-4369-91BD-D23C6DA564F6}"/>
              </a:ext>
            </a:extLst>
          </p:cNvPr>
          <p:cNvSpPr>
            <a:spLocks xmlns:a="http://schemas.openxmlformats.org/drawingml/2006/main" noGrp="1"/>
          </p:cNvSpPr>
          <p:nvPr/>
        </p:nvSpPr>
        <p:spPr>
          <a:xfrm xmlns:a="http://schemas.openxmlformats.org/drawingml/2006/main">
            <a:off x="885825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4" name="">
            <a:extLst xmlns:a="http://schemas.openxmlformats.org/drawingml/2006/main">
              <a:ext uri="{FF2B5EF4-FFF2-40B4-BE49-F238E27FC236}">
                <a16:creationId xmlns:a16="http://schemas.microsoft.com/office/drawing/2014/main" id="{D6FD34CB-5486-448B-986E-0007B1EB8BCE}"/>
              </a:ext>
            </a:extLst>
          </p:cNvPr>
          <p:cNvSpPr>
            <a:spLocks xmlns:a="http://schemas.openxmlformats.org/drawingml/2006/main" noGrp="1"/>
          </p:cNvSpPr>
          <p:nvPr/>
        </p:nvSpPr>
        <p:spPr>
          <a:xfrm xmlns:a="http://schemas.openxmlformats.org/drawingml/2006/main">
            <a:off x="89535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Chat, review and raise disputes</a:t>
            </a:r>
          </a:p>
        </p:txBody>
      </p:sp>
      <p:sp>
        <p:nvSpPr>
          <p:cNvPr id="15" name="">
            <a:extLst xmlns:a="http://schemas.openxmlformats.org/drawingml/2006/main">
              <a:ext uri="{FF2B5EF4-FFF2-40B4-BE49-F238E27FC236}">
                <a16:creationId xmlns:a16="http://schemas.microsoft.com/office/drawing/2014/main" id="{8E6D887A-137C-4C6F-9870-E13F412E6423}"/>
              </a:ext>
            </a:extLst>
          </p:cNvPr>
          <p:cNvSpPr>
            <a:spLocks xmlns:a="http://schemas.openxmlformats.org/drawingml/2006/main" noGrp="1"/>
          </p:cNvSpPr>
          <p:nvPr/>
        </p:nvSpPr>
        <p:spPr>
          <a:xfrm xmlns:a="http://schemas.openxmlformats.org/drawingml/2006/main">
            <a:off x="571500" y="3190875"/>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Provider</a:t>
            </a:r>
          </a:p>
        </p:txBody>
      </p:sp>
      <p:sp>
        <p:nvSpPr>
          <p:cNvPr id="16" name="">
            <a:extLst xmlns:a="http://schemas.openxmlformats.org/drawingml/2006/main">
              <a:ext uri="{FF2B5EF4-FFF2-40B4-BE49-F238E27FC236}">
                <a16:creationId xmlns:a16="http://schemas.microsoft.com/office/drawing/2014/main" id="{645EA7FA-E44C-464E-8F92-72332425836A}"/>
              </a:ext>
            </a:extLst>
          </p:cNvPr>
          <p:cNvSpPr>
            <a:spLocks xmlns:a="http://schemas.openxmlformats.org/drawingml/2006/main" noGrp="1"/>
          </p:cNvSpPr>
          <p:nvPr/>
        </p:nvSpPr>
        <p:spPr>
          <a:xfrm xmlns:a="http://schemas.openxmlformats.org/drawingml/2006/main">
            <a:off x="30480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Maintain profile and listings</a:t>
            </a:r>
          </a:p>
        </p:txBody>
      </p:sp>
      <p:sp>
        <p:nvSpPr>
          <p:cNvPr id="17" name="">
            <a:extLst xmlns:a="http://schemas.openxmlformats.org/drawingml/2006/main">
              <a:ext uri="{FF2B5EF4-FFF2-40B4-BE49-F238E27FC236}">
                <a16:creationId xmlns:a16="http://schemas.microsoft.com/office/drawing/2014/main" id="{6AF1F24A-373D-45A3-846B-786248396DDE}"/>
              </a:ext>
            </a:extLst>
          </p:cNvPr>
          <p:cNvSpPr>
            <a:spLocks xmlns:a="http://schemas.openxmlformats.org/drawingml/2006/main" noGrp="1"/>
          </p:cNvSpPr>
          <p:nvPr/>
        </p:nvSpPr>
        <p:spPr>
          <a:xfrm xmlns:a="http://schemas.openxmlformats.org/drawingml/2006/main">
            <a:off x="5667375" y="3686175"/>
            <a:ext cx="3333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12EF211B-175B-4594-A884-E76830C7B1B0}"/>
              </a:ext>
            </a:extLst>
          </p:cNvPr>
          <p:cNvSpPr>
            <a:spLocks xmlns:a="http://schemas.openxmlformats.org/drawingml/2006/main" noGrp="1"/>
          </p:cNvSpPr>
          <p:nvPr/>
        </p:nvSpPr>
        <p:spPr>
          <a:xfrm xmlns:a="http://schemas.openxmlformats.org/drawingml/2006/main">
            <a:off x="590550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9" name="">
            <a:extLst xmlns:a="http://schemas.openxmlformats.org/drawingml/2006/main">
              <a:ext uri="{FF2B5EF4-FFF2-40B4-BE49-F238E27FC236}">
                <a16:creationId xmlns:a16="http://schemas.microsoft.com/office/drawing/2014/main" id="{622B12B7-7976-4EF3-AD54-298E28F196A8}"/>
              </a:ext>
            </a:extLst>
          </p:cNvPr>
          <p:cNvSpPr>
            <a:spLocks xmlns:a="http://schemas.openxmlformats.org/drawingml/2006/main" noGrp="1"/>
          </p:cNvSpPr>
          <p:nvPr/>
        </p:nvSpPr>
        <p:spPr>
          <a:xfrm xmlns:a="http://schemas.openxmlformats.org/drawingml/2006/main">
            <a:off x="600075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Publish availability</a:t>
            </a:r>
          </a:p>
        </p:txBody>
      </p:sp>
      <p:sp>
        <p:nvSpPr>
          <p:cNvPr id="20" name="">
            <a:extLst xmlns:a="http://schemas.openxmlformats.org/drawingml/2006/main">
              <a:ext uri="{FF2B5EF4-FFF2-40B4-BE49-F238E27FC236}">
                <a16:creationId xmlns:a16="http://schemas.microsoft.com/office/drawing/2014/main" id="{3359671B-AADC-4A0E-8DFA-4D53F1F42AAC}"/>
              </a:ext>
            </a:extLst>
          </p:cNvPr>
          <p:cNvSpPr>
            <a:spLocks xmlns:a="http://schemas.openxmlformats.org/drawingml/2006/main" noGrp="1"/>
          </p:cNvSpPr>
          <p:nvPr/>
        </p:nvSpPr>
        <p:spPr>
          <a:xfrm xmlns:a="http://schemas.openxmlformats.org/drawingml/2006/main">
            <a:off x="8620125" y="3686175"/>
            <a:ext cx="333375" cy="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C4B1A891-FEDE-414C-AF11-1D422D0A4F17}"/>
              </a:ext>
            </a:extLst>
          </p:cNvPr>
          <p:cNvSpPr>
            <a:spLocks xmlns:a="http://schemas.openxmlformats.org/drawingml/2006/main" noGrp="1"/>
          </p:cNvSpPr>
          <p:nvPr/>
        </p:nvSpPr>
        <p:spPr>
          <a:xfrm xmlns:a="http://schemas.openxmlformats.org/drawingml/2006/main">
            <a:off x="885825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2" name="">
            <a:extLst xmlns:a="http://schemas.openxmlformats.org/drawingml/2006/main">
              <a:ext uri="{FF2B5EF4-FFF2-40B4-BE49-F238E27FC236}">
                <a16:creationId xmlns:a16="http://schemas.microsoft.com/office/drawing/2014/main" id="{1D7B3990-970B-4030-873C-566E21B72328}"/>
              </a:ext>
            </a:extLst>
          </p:cNvPr>
          <p:cNvSpPr>
            <a:spLocks xmlns:a="http://schemas.openxmlformats.org/drawingml/2006/main" noGrp="1"/>
          </p:cNvSpPr>
          <p:nvPr/>
        </p:nvSpPr>
        <p:spPr>
          <a:xfrm xmlns:a="http://schemas.openxmlformats.org/drawingml/2006/main">
            <a:off x="89535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Accept and complete bookings</a:t>
            </a:r>
          </a:p>
        </p:txBody>
      </p:sp>
      <p:sp>
        <p:nvSpPr>
          <p:cNvPr id="23" name="">
            <a:extLst xmlns:a="http://schemas.openxmlformats.org/drawingml/2006/main">
              <a:ext uri="{FF2B5EF4-FFF2-40B4-BE49-F238E27FC236}">
                <a16:creationId xmlns:a16="http://schemas.microsoft.com/office/drawing/2014/main" id="{8288D65F-F5D7-4DD6-A9D8-3BAEDC9A816A}"/>
              </a:ext>
            </a:extLst>
          </p:cNvPr>
          <p:cNvSpPr>
            <a:spLocks xmlns:a="http://schemas.openxmlformats.org/drawingml/2006/main" noGrp="1"/>
          </p:cNvSpPr>
          <p:nvPr/>
        </p:nvSpPr>
        <p:spPr>
          <a:xfrm xmlns:a="http://schemas.openxmlformats.org/drawingml/2006/main">
            <a:off x="571500" y="464820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Admin</a:t>
            </a:r>
          </a:p>
        </p:txBody>
      </p:sp>
      <p:sp>
        <p:nvSpPr>
          <p:cNvPr id="24" name="">
            <a:extLst xmlns:a="http://schemas.openxmlformats.org/drawingml/2006/main">
              <a:ext uri="{FF2B5EF4-FFF2-40B4-BE49-F238E27FC236}">
                <a16:creationId xmlns:a16="http://schemas.microsoft.com/office/drawing/2014/main" id="{F22F0852-F55D-458F-A81E-7815AD563C21}"/>
              </a:ext>
            </a:extLst>
          </p:cNvPr>
          <p:cNvSpPr>
            <a:spLocks xmlns:a="http://schemas.openxmlformats.org/drawingml/2006/main" noGrp="1"/>
          </p:cNvSpPr>
          <p:nvPr/>
        </p:nvSpPr>
        <p:spPr>
          <a:xfrm xmlns:a="http://schemas.openxmlformats.org/drawingml/2006/main">
            <a:off x="30480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Review provider status</a:t>
            </a:r>
          </a:p>
        </p:txBody>
      </p:sp>
      <p:sp>
        <p:nvSpPr>
          <p:cNvPr id="25" name="">
            <a:extLst xmlns:a="http://schemas.openxmlformats.org/drawingml/2006/main">
              <a:ext uri="{FF2B5EF4-FFF2-40B4-BE49-F238E27FC236}">
                <a16:creationId xmlns:a16="http://schemas.microsoft.com/office/drawing/2014/main" id="{D661FF49-1C7E-4FD0-9F7F-01ECA0D58213}"/>
              </a:ext>
            </a:extLst>
          </p:cNvPr>
          <p:cNvSpPr>
            <a:spLocks xmlns:a="http://schemas.openxmlformats.org/drawingml/2006/main" noGrp="1"/>
          </p:cNvSpPr>
          <p:nvPr/>
        </p:nvSpPr>
        <p:spPr>
          <a:xfrm xmlns:a="http://schemas.openxmlformats.org/drawingml/2006/main">
            <a:off x="5667375" y="5143500"/>
            <a:ext cx="33337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4573F85B-680B-4F51-BA0B-303F4B8849C0}"/>
              </a:ext>
            </a:extLst>
          </p:cNvPr>
          <p:cNvSpPr>
            <a:spLocks xmlns:a="http://schemas.openxmlformats.org/drawingml/2006/main" noGrp="1"/>
          </p:cNvSpPr>
          <p:nvPr/>
        </p:nvSpPr>
        <p:spPr>
          <a:xfrm xmlns:a="http://schemas.openxmlformats.org/drawingml/2006/main">
            <a:off x="590550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DB8739AE-AF18-40FF-91B5-894D63AFBBB0}"/>
              </a:ext>
            </a:extLst>
          </p:cNvPr>
          <p:cNvSpPr>
            <a:spLocks xmlns:a="http://schemas.openxmlformats.org/drawingml/2006/main" noGrp="1"/>
          </p:cNvSpPr>
          <p:nvPr/>
        </p:nvSpPr>
        <p:spPr>
          <a:xfrm xmlns:a="http://schemas.openxmlformats.org/drawingml/2006/main">
            <a:off x="600075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Configure marketplace policies</a:t>
            </a:r>
          </a:p>
        </p:txBody>
      </p:sp>
      <p:sp>
        <p:nvSpPr>
          <p:cNvPr id="28" name="">
            <a:extLst xmlns:a="http://schemas.openxmlformats.org/drawingml/2006/main">
              <a:ext uri="{FF2B5EF4-FFF2-40B4-BE49-F238E27FC236}">
                <a16:creationId xmlns:a16="http://schemas.microsoft.com/office/drawing/2014/main" id="{3D7C0CC6-7447-4055-B3EE-6130C25D8AAB}"/>
              </a:ext>
            </a:extLst>
          </p:cNvPr>
          <p:cNvSpPr>
            <a:spLocks xmlns:a="http://schemas.openxmlformats.org/drawingml/2006/main" noGrp="1"/>
          </p:cNvSpPr>
          <p:nvPr/>
        </p:nvSpPr>
        <p:spPr>
          <a:xfrm xmlns:a="http://schemas.openxmlformats.org/drawingml/2006/main">
            <a:off x="8620125" y="5143500"/>
            <a:ext cx="33337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B4FE9D42-D1A6-443E-90F0-839CD5EFEFFC}"/>
              </a:ext>
            </a:extLst>
          </p:cNvPr>
          <p:cNvSpPr>
            <a:spLocks xmlns:a="http://schemas.openxmlformats.org/drawingml/2006/main" noGrp="1"/>
          </p:cNvSpPr>
          <p:nvPr/>
        </p:nvSpPr>
        <p:spPr>
          <a:xfrm xmlns:a="http://schemas.openxmlformats.org/drawingml/2006/main">
            <a:off x="885825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48398C60-61E7-4F62-B0D8-0E73080534B0}"/>
              </a:ext>
            </a:extLst>
          </p:cNvPr>
          <p:cNvSpPr>
            <a:spLocks xmlns:a="http://schemas.openxmlformats.org/drawingml/2006/main" noGrp="1"/>
          </p:cNvSpPr>
          <p:nvPr/>
        </p:nvSpPr>
        <p:spPr>
          <a:xfrm xmlns:a="http://schemas.openxmlformats.org/drawingml/2006/main">
            <a:off x="89535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Resolve disputes and refunds</a:t>
            </a:r>
          </a:p>
        </p:txBody>
      </p:sp>
      <p:sp>
        <p:nvSpPr>
          <p:cNvPr id="31" name="">
            <a:extLst xmlns:a="http://schemas.openxmlformats.org/drawingml/2006/main">
              <a:ext uri="{FF2B5EF4-FFF2-40B4-BE49-F238E27FC236}">
                <a16:creationId xmlns:a16="http://schemas.microsoft.com/office/drawing/2014/main" id="{129CF65B-86E8-4588-963D-CEEAA62842B8}"/>
              </a:ext>
            </a:extLst>
          </p:cNvPr>
          <p:cNvSpPr>
            <a:spLocks xmlns:a="http://schemas.openxmlformats.org/drawingml/2006/main" noGrp="1"/>
          </p:cNvSpPr>
          <p:nvPr/>
        </p:nvSpPr>
        <p:spPr>
          <a:xfrm xmlns:a="http://schemas.openxmlformats.org/drawingml/2006/main">
            <a:off x="571500" y="61722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Each role has a distinct set of permitted actions.</a:t>
            </a:r>
          </a:p>
        </p:txBody>
      </p:sp>
    </p:spTree>
    <p:extLst>
      <p:ext uri="{BB962C8B-B14F-4D97-AF65-F5344CB8AC3E}">
        <p14:creationId xmlns:p14="http://schemas.microsoft.com/office/powerpoint/2010/main" val="13883789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4C0D6EB7-D753-48C0-8719-80AF0D7EF6C7}"/>
              </a:ext>
            </a:extLst>
          </p:cNvPr>
          <p:cNvPicPr>
            <a:picLocks xmlns:a="http://schemas.openxmlformats.org/drawingml/2006/main" noChangeAspect="1"/>
          </p:cNvPicPr>
          <p:nvPr/>
        </p:nvPicPr>
        <p:blipFill>
          <a:blip xmlns:r="http://schemas.openxmlformats.org/officeDocument/2006/relationships" xmlns:a="http://schemas.openxmlformats.org/drawingml/2006/main" r:embed="Rd2c0df5ff18b4b94"/>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0A0A1D-3781-4DDB-90D1-D3A0BF81F4F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B9E11175-8F6C-4FF5-B039-26CB04079B07}"/>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Database Design &amp; Key Relationships</a:t>
            </a:r>
          </a:p>
        </p:txBody>
      </p:sp>
      <p:sp>
        <p:nvSpPr>
          <p:cNvPr id="4" name="">
            <a:extLst xmlns:a="http://schemas.openxmlformats.org/drawingml/2006/main">
              <a:ext uri="{FF2B5EF4-FFF2-40B4-BE49-F238E27FC236}">
                <a16:creationId xmlns:a16="http://schemas.microsoft.com/office/drawing/2014/main" id="{819D7626-4FB2-48C4-A1CC-6A94DC8ACCD6}"/>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3462B441-D704-44DA-AED7-2F588110FC1C}"/>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F54F57FA-3A23-4D33-BEE3-30A41C4208F2}"/>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7" name="">
            <a:extLst xmlns:a="http://schemas.openxmlformats.org/drawingml/2006/main">
              <a:ext uri="{FF2B5EF4-FFF2-40B4-BE49-F238E27FC236}">
                <a16:creationId xmlns:a16="http://schemas.microsoft.com/office/drawing/2014/main" id="{D11C180A-E41D-4046-9B5F-85A35EC10AFA}"/>
              </a:ext>
            </a:extLst>
          </p:cNvPr>
          <p:cNvSpPr>
            <a:spLocks xmlns:a="http://schemas.openxmlformats.org/drawingml/2006/main" noGrp="1"/>
          </p:cNvSpPr>
          <p:nvPr/>
        </p:nvSpPr>
        <p:spPr>
          <a:xfrm xmlns:a="http://schemas.openxmlformats.org/drawingml/2006/main">
            <a:off x="571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User</a:t>
            </a:r>
          </a:p>
          <a:p xmlns:a="http://schemas.openxmlformats.org/drawingml/2006/main">
            <a:pPr algn="ctr">
              <a:defRPr sz="1725" b="1">
                <a:solidFill>
                  <a:srgbClr val="15191D"/>
                </a:solidFill>
              </a:defRPr>
            </a:pPr>
            <a:r>
              <a:rPr sz="1725" b="1">
                <a:solidFill>
                  <a:srgbClr val="15191D"/>
                </a:solidFill>
              </a:rPr>
              <a:t>name, email, role</a:t>
            </a:r>
          </a:p>
        </p:txBody>
      </p:sp>
      <p:sp>
        <p:nvSpPr>
          <p:cNvPr id="8" name="">
            <a:extLst xmlns:a="http://schemas.openxmlformats.org/drawingml/2006/main">
              <a:ext uri="{FF2B5EF4-FFF2-40B4-BE49-F238E27FC236}">
                <a16:creationId xmlns:a16="http://schemas.microsoft.com/office/drawing/2014/main" id="{B317776A-9239-492E-A0A6-52C9FC76606B}"/>
              </a:ext>
            </a:extLst>
          </p:cNvPr>
          <p:cNvSpPr>
            <a:spLocks xmlns:a="http://schemas.openxmlformats.org/drawingml/2006/main" noGrp="1"/>
          </p:cNvSpPr>
          <p:nvPr/>
        </p:nvSpPr>
        <p:spPr>
          <a:xfrm xmlns:a="http://schemas.openxmlformats.org/drawingml/2006/main">
            <a:off x="4619625" y="1600200"/>
            <a:ext cx="295275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ProviderProfile</a:t>
            </a:r>
          </a:p>
          <a:p xmlns:a="http://schemas.openxmlformats.org/drawingml/2006/main">
            <a:pPr algn="ctr">
              <a:defRPr sz="1725" b="1">
                <a:solidFill>
                  <a:srgbClr val="15191D"/>
                </a:solidFill>
              </a:defRPr>
            </a:pPr>
            <a:r>
              <a:rPr sz="1725" b="1">
                <a:solidFill>
                  <a:srgbClr val="15191D"/>
                </a:solidFill>
              </a:rPr>
              <a:t>user, servicePincodes</a:t>
            </a:r>
          </a:p>
        </p:txBody>
      </p:sp>
      <p:sp>
        <p:nvSpPr>
          <p:cNvPr id="9" name="">
            <a:extLst xmlns:a="http://schemas.openxmlformats.org/drawingml/2006/main">
              <a:ext uri="{FF2B5EF4-FFF2-40B4-BE49-F238E27FC236}">
                <a16:creationId xmlns:a16="http://schemas.microsoft.com/office/drawing/2014/main" id="{4112B016-018A-43FB-A5BC-2394C21BF6F1}"/>
              </a:ext>
            </a:extLst>
          </p:cNvPr>
          <p:cNvSpPr>
            <a:spLocks xmlns:a="http://schemas.openxmlformats.org/drawingml/2006/main" noGrp="1"/>
          </p:cNvSpPr>
          <p:nvPr/>
        </p:nvSpPr>
        <p:spPr>
          <a:xfrm xmlns:a="http://schemas.openxmlformats.org/drawingml/2006/main">
            <a:off x="8953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Service</a:t>
            </a:r>
          </a:p>
          <a:p xmlns:a="http://schemas.openxmlformats.org/drawingml/2006/main">
            <a:pPr algn="ctr">
              <a:defRPr sz="1725" b="1">
                <a:solidFill>
                  <a:srgbClr val="15191D"/>
                </a:solidFill>
              </a:defRPr>
            </a:pPr>
            <a:r>
              <a:rPr sz="1725" b="1">
                <a:solidFill>
                  <a:srgbClr val="15191D"/>
                </a:solidFill>
              </a:rPr>
              <a:t>provider, pricePaise</a:t>
            </a:r>
          </a:p>
        </p:txBody>
      </p:sp>
      <p:sp>
        <p:nvSpPr>
          <p:cNvPr id="10" name="">
            <a:extLst xmlns:a="http://schemas.openxmlformats.org/drawingml/2006/main">
              <a:ext uri="{FF2B5EF4-FFF2-40B4-BE49-F238E27FC236}">
                <a16:creationId xmlns:a16="http://schemas.microsoft.com/office/drawing/2014/main" id="{2A98EC97-5357-4DF9-8560-068307CAAF24}"/>
              </a:ext>
            </a:extLst>
          </p:cNvPr>
          <p:cNvSpPr>
            <a:spLocks xmlns:a="http://schemas.openxmlformats.org/drawingml/2006/main" noGrp="1"/>
          </p:cNvSpPr>
          <p:nvPr/>
        </p:nvSpPr>
        <p:spPr>
          <a:xfrm xmlns:a="http://schemas.openxmlformats.org/drawingml/2006/main">
            <a:off x="3238500" y="2009775"/>
            <a:ext cx="138112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DF6E862F-52F0-432D-907C-42A542FC81AB}"/>
              </a:ext>
            </a:extLst>
          </p:cNvPr>
          <p:cNvSpPr>
            <a:spLocks xmlns:a="http://schemas.openxmlformats.org/drawingml/2006/main" noGrp="1"/>
          </p:cNvSpPr>
          <p:nvPr/>
        </p:nvSpPr>
        <p:spPr>
          <a:xfrm xmlns:a="http://schemas.openxmlformats.org/drawingml/2006/main">
            <a:off x="7572375" y="2009775"/>
            <a:ext cx="1381125" cy="0"/>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4EAB3837-FA2A-42C3-984E-7630641F35AF}"/>
              </a:ext>
            </a:extLst>
          </p:cNvPr>
          <p:cNvSpPr>
            <a:spLocks xmlns:a="http://schemas.openxmlformats.org/drawingml/2006/main" noGrp="1"/>
          </p:cNvSpPr>
          <p:nvPr/>
        </p:nvSpPr>
        <p:spPr>
          <a:xfrm xmlns:a="http://schemas.openxmlformats.org/drawingml/2006/main">
            <a:off x="3429000" y="16573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0..1</a:t>
            </a:r>
          </a:p>
        </p:txBody>
      </p:sp>
      <p:sp>
        <p:nvSpPr>
          <p:cNvPr id="13" name="">
            <a:extLst xmlns:a="http://schemas.openxmlformats.org/drawingml/2006/main">
              <a:ext uri="{FF2B5EF4-FFF2-40B4-BE49-F238E27FC236}">
                <a16:creationId xmlns:a16="http://schemas.microsoft.com/office/drawing/2014/main" id="{565B62B7-9AFB-426E-AB62-4197A8FE3010}"/>
              </a:ext>
            </a:extLst>
          </p:cNvPr>
          <p:cNvSpPr>
            <a:spLocks xmlns:a="http://schemas.openxmlformats.org/drawingml/2006/main" noGrp="1"/>
          </p:cNvSpPr>
          <p:nvPr/>
        </p:nvSpPr>
        <p:spPr>
          <a:xfrm xmlns:a="http://schemas.openxmlformats.org/drawingml/2006/main">
            <a:off x="7762875" y="1657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many</a:t>
            </a:r>
          </a:p>
        </p:txBody>
      </p:sp>
      <p:sp>
        <p:nvSpPr>
          <p:cNvPr id="14" name="">
            <a:extLst xmlns:a="http://schemas.openxmlformats.org/drawingml/2006/main">
              <a:ext uri="{FF2B5EF4-FFF2-40B4-BE49-F238E27FC236}">
                <a16:creationId xmlns:a16="http://schemas.microsoft.com/office/drawing/2014/main" id="{7EFCE836-054A-4513-8547-04C96B5AA257}"/>
              </a:ext>
            </a:extLst>
          </p:cNvPr>
          <p:cNvSpPr>
            <a:spLocks xmlns:a="http://schemas.openxmlformats.org/drawingml/2006/main" noGrp="1"/>
          </p:cNvSpPr>
          <p:nvPr/>
        </p:nvSpPr>
        <p:spPr>
          <a:xfrm xmlns:a="http://schemas.openxmlformats.org/drawingml/2006/main">
            <a:off x="4333875" y="3190875"/>
            <a:ext cx="3524250" cy="10477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Booking</a:t>
            </a:r>
          </a:p>
          <a:p xmlns:a="http://schemas.openxmlformats.org/drawingml/2006/main">
            <a:pPr algn="ctr">
              <a:defRPr sz="1800" b="1">
                <a:solidFill>
                  <a:srgbClr val="15191D"/>
                </a:solidFill>
              </a:defRPr>
            </a:pPr>
            <a:r>
              <a:rPr sz="1800" b="1">
                <a:solidFill>
                  <a:srgbClr val="15191D"/>
                </a:solidFill>
              </a:rPr>
              <a:t>customer, provider, service</a:t>
            </a:r>
          </a:p>
          <a:p xmlns:a="http://schemas.openxmlformats.org/drawingml/2006/main">
            <a:pPr algn="ctr">
              <a:defRPr sz="1800" b="1">
                <a:solidFill>
                  <a:srgbClr val="15191D"/>
                </a:solidFill>
              </a:defRPr>
            </a:pPr>
            <a:r>
              <a:rPr sz="1800" b="1">
                <a:solidFill>
                  <a:srgbClr val="15191D"/>
                </a:solidFill>
              </a:rPr>
              <a:t>scheduledAt, status</a:t>
            </a:r>
          </a:p>
        </p:txBody>
      </p:sp>
      <p:sp>
        <p:nvSpPr>
          <p:cNvPr id="15" name="">
            <a:extLst xmlns:a="http://schemas.openxmlformats.org/drawingml/2006/main">
              <a:ext uri="{FF2B5EF4-FFF2-40B4-BE49-F238E27FC236}">
                <a16:creationId xmlns:a16="http://schemas.microsoft.com/office/drawing/2014/main" id="{19420E6A-6E07-4CE1-AF5A-5C3EFD45BC2B}"/>
              </a:ext>
            </a:extLst>
          </p:cNvPr>
          <p:cNvSpPr>
            <a:spLocks xmlns:a="http://schemas.openxmlformats.org/drawingml/2006/main" noGrp="1"/>
          </p:cNvSpPr>
          <p:nvPr/>
        </p:nvSpPr>
        <p:spPr>
          <a:xfrm xmlns:a="http://schemas.openxmlformats.org/drawingml/2006/main">
            <a:off x="6096000" y="2438400"/>
            <a:ext cx="0" cy="752475"/>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1E78BD1C-ED5A-4CBB-BFEA-4FA3B93F3BA2}"/>
              </a:ext>
            </a:extLst>
          </p:cNvPr>
          <p:cNvSpPr>
            <a:spLocks xmlns:a="http://schemas.openxmlformats.org/drawingml/2006/main" noGrp="1"/>
          </p:cNvSpPr>
          <p:nvPr/>
        </p:nvSpPr>
        <p:spPr>
          <a:xfrm xmlns:a="http://schemas.openxmlformats.org/drawingml/2006/main">
            <a:off x="1905000" y="2438400"/>
            <a:ext cx="0" cy="127635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A5DE6A06-56E6-48C1-886D-B661A70A1771}"/>
              </a:ext>
            </a:extLst>
          </p:cNvPr>
          <p:cNvSpPr>
            <a:spLocks xmlns:a="http://schemas.openxmlformats.org/drawingml/2006/main" noGrp="1"/>
          </p:cNvSpPr>
          <p:nvPr/>
        </p:nvSpPr>
        <p:spPr>
          <a:xfrm xmlns:a="http://schemas.openxmlformats.org/drawingml/2006/main">
            <a:off x="1905000" y="3714750"/>
            <a:ext cx="24288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34705D40-90C1-4BBE-9305-D0D23DE90CA6}"/>
              </a:ext>
            </a:extLst>
          </p:cNvPr>
          <p:cNvSpPr>
            <a:spLocks xmlns:a="http://schemas.openxmlformats.org/drawingml/2006/main" noGrp="1"/>
          </p:cNvSpPr>
          <p:nvPr/>
        </p:nvSpPr>
        <p:spPr>
          <a:xfrm xmlns:a="http://schemas.openxmlformats.org/drawingml/2006/main">
            <a:off x="10287000" y="2438400"/>
            <a:ext cx="0" cy="127635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DB14C423-F278-4982-8AD4-0E66070AA52D}"/>
              </a:ext>
            </a:extLst>
          </p:cNvPr>
          <p:cNvSpPr>
            <a:spLocks xmlns:a="http://schemas.openxmlformats.org/drawingml/2006/main" noGrp="1"/>
          </p:cNvSpPr>
          <p:nvPr/>
        </p:nvSpPr>
        <p:spPr>
          <a:xfrm xmlns:a="http://schemas.openxmlformats.org/drawingml/2006/main">
            <a:off x="7858125" y="3714750"/>
            <a:ext cx="2428875" cy="0"/>
          </a:xfrm>
          <a:prstGeom xmlns:a="http://schemas.openxmlformats.org/drawingml/2006/main" prst="line">
            <a:avLst/>
          </a:prstGeom>
          <a:ln xmlns:a="http://schemas.openxmlformats.org/drawingml/2006/main" w="19050">
            <a:solidFill>
              <a:srgbClr val="1557FF"/>
            </a:solidFill>
          </a:ln>
        </p:spPr>
      </p:sp>
      <p:sp>
        <p:nvSpPr>
          <p:cNvPr id="20" name="">
            <a:extLst xmlns:a="http://schemas.openxmlformats.org/drawingml/2006/main">
              <a:ext uri="{FF2B5EF4-FFF2-40B4-BE49-F238E27FC236}">
                <a16:creationId xmlns:a16="http://schemas.microsoft.com/office/drawing/2014/main" id="{1DE01591-0263-4AEB-8760-6AEDE4C74423}"/>
              </a:ext>
            </a:extLst>
          </p:cNvPr>
          <p:cNvSpPr>
            <a:spLocks xmlns:a="http://schemas.openxmlformats.org/drawingml/2006/main" noGrp="1"/>
          </p:cNvSpPr>
          <p:nvPr/>
        </p:nvSpPr>
        <p:spPr>
          <a:xfrm xmlns:a="http://schemas.openxmlformats.org/drawingml/2006/main">
            <a:off x="6096000" y="4238625"/>
            <a:ext cx="0" cy="55245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4B99080F-08D2-43E7-920F-26DCC265FF29}"/>
              </a:ext>
            </a:extLst>
          </p:cNvPr>
          <p:cNvSpPr>
            <a:spLocks xmlns:a="http://schemas.openxmlformats.org/drawingml/2006/main" noGrp="1"/>
          </p:cNvSpPr>
          <p:nvPr/>
        </p:nvSpPr>
        <p:spPr>
          <a:xfrm xmlns:a="http://schemas.openxmlformats.org/drawingml/2006/main">
            <a:off x="1809750" y="4791075"/>
            <a:ext cx="8572500" cy="0"/>
          </a:xfrm>
          <a:prstGeom xmlns:a="http://schemas.openxmlformats.org/drawingml/2006/main" prst="line">
            <a:avLst/>
          </a:prstGeom>
          <a:ln xmlns:a="http://schemas.openxmlformats.org/drawingml/2006/main" w="19050">
            <a:solidFill>
              <a:srgbClr val="1557FF"/>
            </a:solidFill>
          </a:ln>
        </p:spPr>
      </p:sp>
      <p:sp>
        <p:nvSpPr>
          <p:cNvPr id="22" name="">
            <a:extLst xmlns:a="http://schemas.openxmlformats.org/drawingml/2006/main">
              <a:ext uri="{FF2B5EF4-FFF2-40B4-BE49-F238E27FC236}">
                <a16:creationId xmlns:a16="http://schemas.microsoft.com/office/drawing/2014/main" id="{B0DCE56F-71DC-494C-9FE7-910354B35043}"/>
              </a:ext>
            </a:extLst>
          </p:cNvPr>
          <p:cNvSpPr>
            <a:spLocks xmlns:a="http://schemas.openxmlformats.org/drawingml/2006/main" noGrp="1"/>
          </p:cNvSpPr>
          <p:nvPr/>
        </p:nvSpPr>
        <p:spPr>
          <a:xfrm xmlns:a="http://schemas.openxmlformats.org/drawingml/2006/main">
            <a:off x="1809750" y="4791075"/>
            <a:ext cx="0" cy="304800"/>
          </a:xfrm>
          <a:prstGeom xmlns:a="http://schemas.openxmlformats.org/drawingml/2006/main" prst="line">
            <a:avLst/>
          </a:prstGeom>
          <a:ln xmlns:a="http://schemas.openxmlformats.org/drawingml/2006/main" w="19050">
            <a:solidFill>
              <a:srgbClr val="1557FF"/>
            </a:solidFill>
          </a:ln>
        </p:spPr>
      </p:sp>
      <p:sp>
        <p:nvSpPr>
          <p:cNvPr id="23" name="">
            <a:extLst xmlns:a="http://schemas.openxmlformats.org/drawingml/2006/main">
              <a:ext uri="{FF2B5EF4-FFF2-40B4-BE49-F238E27FC236}">
                <a16:creationId xmlns:a16="http://schemas.microsoft.com/office/drawing/2014/main" id="{39F543D4-AE92-4695-B286-7A23C35DA6D2}"/>
              </a:ext>
            </a:extLst>
          </p:cNvPr>
          <p:cNvSpPr>
            <a:spLocks xmlns:a="http://schemas.openxmlformats.org/drawingml/2006/main" noGrp="1"/>
          </p:cNvSpPr>
          <p:nvPr/>
        </p:nvSpPr>
        <p:spPr>
          <a:xfrm xmlns:a="http://schemas.openxmlformats.org/drawingml/2006/main">
            <a:off x="571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Payment</a:t>
            </a:r>
          </a:p>
          <a:p xmlns:a="http://schemas.openxmlformats.org/drawingml/2006/main">
            <a:pPr algn="ctr">
              <a:defRPr sz="1650" b="1">
                <a:solidFill>
                  <a:srgbClr val="15191D"/>
                </a:solidFill>
              </a:defRPr>
            </a:pPr>
            <a:r>
              <a:rPr sz="1650" b="1">
                <a:solidFill>
                  <a:srgbClr val="15191D"/>
                </a:solidFill>
              </a:rPr>
              <a:t>booking, amountPaise</a:t>
            </a:r>
          </a:p>
        </p:txBody>
      </p:sp>
      <p:sp>
        <p:nvSpPr>
          <p:cNvPr id="24" name="">
            <a:extLst xmlns:a="http://schemas.openxmlformats.org/drawingml/2006/main">
              <a:ext uri="{FF2B5EF4-FFF2-40B4-BE49-F238E27FC236}">
                <a16:creationId xmlns:a16="http://schemas.microsoft.com/office/drawing/2014/main" id="{5AB58290-C481-4EAD-9958-A53E77800041}"/>
              </a:ext>
            </a:extLst>
          </p:cNvPr>
          <p:cNvSpPr>
            <a:spLocks xmlns:a="http://schemas.openxmlformats.org/drawingml/2006/main" noGrp="1"/>
          </p:cNvSpPr>
          <p:nvPr/>
        </p:nvSpPr>
        <p:spPr>
          <a:xfrm xmlns:a="http://schemas.openxmlformats.org/drawingml/2006/main">
            <a:off x="571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5" name="">
            <a:extLst xmlns:a="http://schemas.openxmlformats.org/drawingml/2006/main">
              <a:ext uri="{FF2B5EF4-FFF2-40B4-BE49-F238E27FC236}">
                <a16:creationId xmlns:a16="http://schemas.microsoft.com/office/drawing/2014/main" id="{09CD6DB0-B6D5-4650-8C78-10AE381AA1E1}"/>
              </a:ext>
            </a:extLst>
          </p:cNvPr>
          <p:cNvSpPr>
            <a:spLocks xmlns:a="http://schemas.openxmlformats.org/drawingml/2006/main" noGrp="1"/>
          </p:cNvSpPr>
          <p:nvPr/>
        </p:nvSpPr>
        <p:spPr>
          <a:xfrm xmlns:a="http://schemas.openxmlformats.org/drawingml/2006/main">
            <a:off x="4667250" y="4791075"/>
            <a:ext cx="0" cy="30480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7B7B33B4-5B9F-4233-9043-A3AC497B1ECE}"/>
              </a:ext>
            </a:extLst>
          </p:cNvPr>
          <p:cNvSpPr>
            <a:spLocks xmlns:a="http://schemas.openxmlformats.org/drawingml/2006/main" noGrp="1"/>
          </p:cNvSpPr>
          <p:nvPr/>
        </p:nvSpPr>
        <p:spPr>
          <a:xfrm xmlns:a="http://schemas.openxmlformats.org/drawingml/2006/main">
            <a:off x="3429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Review</a:t>
            </a:r>
          </a:p>
          <a:p xmlns:a="http://schemas.openxmlformats.org/drawingml/2006/main">
            <a:pPr algn="ctr">
              <a:defRPr sz="1650" b="1">
                <a:solidFill>
                  <a:srgbClr val="15191D"/>
                </a:solidFill>
              </a:defRPr>
            </a:pPr>
            <a:r>
              <a:rPr sz="1650" b="1">
                <a:solidFill>
                  <a:srgbClr val="15191D"/>
                </a:solidFill>
              </a:rPr>
              <a:t>booking, rating</a:t>
            </a:r>
          </a:p>
        </p:txBody>
      </p:sp>
      <p:sp>
        <p:nvSpPr>
          <p:cNvPr id="27" name="">
            <a:extLst xmlns:a="http://schemas.openxmlformats.org/drawingml/2006/main">
              <a:ext uri="{FF2B5EF4-FFF2-40B4-BE49-F238E27FC236}">
                <a16:creationId xmlns:a16="http://schemas.microsoft.com/office/drawing/2014/main" id="{BE98196D-6E95-46BF-85DB-847C5EA3FAB8}"/>
              </a:ext>
            </a:extLst>
          </p:cNvPr>
          <p:cNvSpPr>
            <a:spLocks xmlns:a="http://schemas.openxmlformats.org/drawingml/2006/main" noGrp="1"/>
          </p:cNvSpPr>
          <p:nvPr/>
        </p:nvSpPr>
        <p:spPr>
          <a:xfrm xmlns:a="http://schemas.openxmlformats.org/drawingml/2006/main">
            <a:off x="3429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8" name="">
            <a:extLst xmlns:a="http://schemas.openxmlformats.org/drawingml/2006/main">
              <a:ext uri="{FF2B5EF4-FFF2-40B4-BE49-F238E27FC236}">
                <a16:creationId xmlns:a16="http://schemas.microsoft.com/office/drawing/2014/main" id="{CD473823-1F51-4FCD-AADC-8C3F7B6EA098}"/>
              </a:ext>
            </a:extLst>
          </p:cNvPr>
          <p:cNvSpPr>
            <a:spLocks xmlns:a="http://schemas.openxmlformats.org/drawingml/2006/main" noGrp="1"/>
          </p:cNvSpPr>
          <p:nvPr/>
        </p:nvSpPr>
        <p:spPr>
          <a:xfrm xmlns:a="http://schemas.openxmlformats.org/drawingml/2006/main">
            <a:off x="7524750" y="4791075"/>
            <a:ext cx="0" cy="30480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9EB6C89F-E1F6-473F-AB43-513D4A88F20F}"/>
              </a:ext>
            </a:extLst>
          </p:cNvPr>
          <p:cNvSpPr>
            <a:spLocks xmlns:a="http://schemas.openxmlformats.org/drawingml/2006/main" noGrp="1"/>
          </p:cNvSpPr>
          <p:nvPr/>
        </p:nvSpPr>
        <p:spPr>
          <a:xfrm xmlns:a="http://schemas.openxmlformats.org/drawingml/2006/main">
            <a:off x="6286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Message</a:t>
            </a:r>
          </a:p>
          <a:p xmlns:a="http://schemas.openxmlformats.org/drawingml/2006/main">
            <a:pPr algn="ctr">
              <a:defRPr sz="1650" b="1">
                <a:solidFill>
                  <a:srgbClr val="15191D"/>
                </a:solidFill>
              </a:defRPr>
            </a:pPr>
            <a:r>
              <a:rPr sz="1650" b="1">
                <a:solidFill>
                  <a:srgbClr val="15191D"/>
                </a:solidFill>
              </a:rPr>
              <a:t>booking, sender</a:t>
            </a:r>
          </a:p>
        </p:txBody>
      </p:sp>
      <p:sp>
        <p:nvSpPr>
          <p:cNvPr id="30" name="">
            <a:extLst xmlns:a="http://schemas.openxmlformats.org/drawingml/2006/main">
              <a:ext uri="{FF2B5EF4-FFF2-40B4-BE49-F238E27FC236}">
                <a16:creationId xmlns:a16="http://schemas.microsoft.com/office/drawing/2014/main" id="{66A24B47-70FC-47C6-BBAA-3414B7DA60EF}"/>
              </a:ext>
            </a:extLst>
          </p:cNvPr>
          <p:cNvSpPr>
            <a:spLocks xmlns:a="http://schemas.openxmlformats.org/drawingml/2006/main" noGrp="1"/>
          </p:cNvSpPr>
          <p:nvPr/>
        </p:nvSpPr>
        <p:spPr>
          <a:xfrm xmlns:a="http://schemas.openxmlformats.org/drawingml/2006/main">
            <a:off x="6286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Many per booking</a:t>
            </a:r>
          </a:p>
        </p:txBody>
      </p:sp>
      <p:sp>
        <p:nvSpPr>
          <p:cNvPr id="31" name="">
            <a:extLst xmlns:a="http://schemas.openxmlformats.org/drawingml/2006/main">
              <a:ext uri="{FF2B5EF4-FFF2-40B4-BE49-F238E27FC236}">
                <a16:creationId xmlns:a16="http://schemas.microsoft.com/office/drawing/2014/main" id="{8C827547-3A63-425C-8150-CADFA5130D20}"/>
              </a:ext>
            </a:extLst>
          </p:cNvPr>
          <p:cNvSpPr>
            <a:spLocks xmlns:a="http://schemas.openxmlformats.org/drawingml/2006/main" noGrp="1"/>
          </p:cNvSpPr>
          <p:nvPr/>
        </p:nvSpPr>
        <p:spPr>
          <a:xfrm xmlns:a="http://schemas.openxmlformats.org/drawingml/2006/main">
            <a:off x="10382250" y="4791075"/>
            <a:ext cx="0" cy="30480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51EE2C60-6E41-436F-B0ED-0C114EBB0C69}"/>
              </a:ext>
            </a:extLst>
          </p:cNvPr>
          <p:cNvSpPr>
            <a:spLocks xmlns:a="http://schemas.openxmlformats.org/drawingml/2006/main" noGrp="1"/>
          </p:cNvSpPr>
          <p:nvPr/>
        </p:nvSpPr>
        <p:spPr>
          <a:xfrm xmlns:a="http://schemas.openxmlformats.org/drawingml/2006/main">
            <a:off x="9144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Dispute</a:t>
            </a:r>
          </a:p>
          <a:p xmlns:a="http://schemas.openxmlformats.org/drawingml/2006/main">
            <a:pPr algn="ctr">
              <a:defRPr sz="1650" b="1">
                <a:solidFill>
                  <a:srgbClr val="15191D"/>
                </a:solidFill>
              </a:defRPr>
            </a:pPr>
            <a:r>
              <a:rPr sz="1650" b="1">
                <a:solidFill>
                  <a:srgbClr val="15191D"/>
                </a:solidFill>
              </a:rPr>
              <a:t>booking, status</a:t>
            </a:r>
          </a:p>
        </p:txBody>
      </p:sp>
      <p:sp>
        <p:nvSpPr>
          <p:cNvPr id="33" name="">
            <a:extLst xmlns:a="http://schemas.openxmlformats.org/drawingml/2006/main">
              <a:ext uri="{FF2B5EF4-FFF2-40B4-BE49-F238E27FC236}">
                <a16:creationId xmlns:a16="http://schemas.microsoft.com/office/drawing/2014/main" id="{C0C4316D-9F9F-4F63-B13F-459670784537}"/>
              </a:ext>
            </a:extLst>
          </p:cNvPr>
          <p:cNvSpPr>
            <a:spLocks xmlns:a="http://schemas.openxmlformats.org/drawingml/2006/main" noGrp="1"/>
          </p:cNvSpPr>
          <p:nvPr/>
        </p:nvSpPr>
        <p:spPr>
          <a:xfrm xmlns:a="http://schemas.openxmlformats.org/drawingml/2006/main">
            <a:off x="9144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Tree>
    <p:extLst>
      <p:ext uri="{BB962C8B-B14F-4D97-AF65-F5344CB8AC3E}">
        <p14:creationId xmlns:p14="http://schemas.microsoft.com/office/powerpoint/2010/main" val="3361532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a:extLst xmlns:a="http://schemas.openxmlformats.org/drawingml/2006/main">
              <a:ext uri="{FF2B5EF4-FFF2-40B4-BE49-F238E27FC236}">
                <a16:creationId xmlns:a16="http://schemas.microsoft.com/office/drawing/2014/main" id="{864F6ED5-8980-4F04-A33C-A0A783B40EFD}"/>
              </a:ext>
            </a:extLst>
          </p:cNvPr>
          <p:cNvPicPr>
            <a:picLocks xmlns:a="http://schemas.openxmlformats.org/drawingml/2006/main" noChangeAspect="1"/>
          </p:cNvPicPr>
          <p:nvPr/>
        </p:nvPicPr>
        <p:blipFill>
          <a:blip xmlns:r="http://schemas.openxmlformats.org/officeDocument/2006/relationships" xmlns:a="http://schemas.openxmlformats.org/drawingml/2006/main" r:embed="R564133141853449d"/>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4DF946-CB9F-4862-B4C3-9BF1D21D51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1C35C66F-DD01-411D-AD74-649E8F0F183A}"/>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Modules &amp; Role-Based Workspaces</a:t>
            </a:r>
          </a:p>
        </p:txBody>
      </p:sp>
      <p:sp>
        <p:nvSpPr>
          <p:cNvPr id="4" name="">
            <a:extLst xmlns:a="http://schemas.openxmlformats.org/drawingml/2006/main">
              <a:ext uri="{FF2B5EF4-FFF2-40B4-BE49-F238E27FC236}">
                <a16:creationId xmlns:a16="http://schemas.microsoft.com/office/drawing/2014/main" id="{36360D7D-8CDA-44B6-B140-1D7EB73DF341}"/>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302FCFB0-A9F7-4117-9CED-5A213FD1ACB2}"/>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FFC9FA0B-5DAD-464C-9E28-A085246A436E}"/>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7" name="">
            <a:extLst xmlns:a="http://schemas.openxmlformats.org/drawingml/2006/main">
              <a:ext uri="{FF2B5EF4-FFF2-40B4-BE49-F238E27FC236}">
                <a16:creationId xmlns:a16="http://schemas.microsoft.com/office/drawing/2014/main" id="{769C716E-2889-450A-8D0A-14571D49FC12}"/>
              </a:ext>
            </a:extLst>
          </p:cNvPr>
          <p:cNvSpPr>
            <a:spLocks xmlns:a="http://schemas.openxmlformats.org/drawingml/2006/main" noGrp="1"/>
          </p:cNvSpPr>
          <p:nvPr/>
        </p:nvSpPr>
        <p:spPr>
          <a:xfrm xmlns:a="http://schemas.openxmlformats.org/drawingml/2006/main">
            <a:off x="571500" y="14763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UI based on the project modules</a:t>
            </a:r>
          </a:p>
        </p:txBody>
      </p:sp>
      <p:sp>
        <p:nvSpPr>
          <p:cNvPr id="8" name="">
            <a:extLst xmlns:a="http://schemas.openxmlformats.org/drawingml/2006/main">
              <a:ext uri="{FF2B5EF4-FFF2-40B4-BE49-F238E27FC236}">
                <a16:creationId xmlns:a16="http://schemas.microsoft.com/office/drawing/2014/main" id="{EADF3C6B-14CB-4BE8-B061-A66B21413209}"/>
              </a:ext>
            </a:extLst>
          </p:cNvPr>
          <p:cNvSpPr>
            <a:spLocks xmlns:a="http://schemas.openxmlformats.org/drawingml/2006/main" noGrp="1"/>
          </p:cNvSpPr>
          <p:nvPr/>
        </p:nvSpPr>
        <p:spPr>
          <a:xfrm xmlns:a="http://schemas.openxmlformats.org/drawingml/2006/main">
            <a:off x="57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D2138834-0716-45B3-AE48-E1CCEB45D4A2}"/>
              </a:ext>
            </a:extLst>
          </p:cNvPr>
          <p:cNvSpPr>
            <a:spLocks xmlns:a="http://schemas.openxmlformats.org/drawingml/2006/main" noGrp="1"/>
          </p:cNvSpPr>
          <p:nvPr/>
        </p:nvSpPr>
        <p:spPr>
          <a:xfrm xmlns:a="http://schemas.openxmlformats.org/drawingml/2006/main">
            <a:off x="57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4C92378-1219-4448-95D9-79E74AF46C15}"/>
              </a:ext>
            </a:extLst>
          </p:cNvPr>
          <p:cNvSpPr>
            <a:spLocks xmlns:a="http://schemas.openxmlformats.org/drawingml/2006/main" noGrp="1"/>
          </p:cNvSpPr>
          <p:nvPr/>
        </p:nvSpPr>
        <p:spPr>
          <a:xfrm xmlns:a="http://schemas.openxmlformats.org/drawingml/2006/main">
            <a:off x="72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1" name="">
            <a:extLst xmlns:a="http://schemas.openxmlformats.org/drawingml/2006/main">
              <a:ext uri="{FF2B5EF4-FFF2-40B4-BE49-F238E27FC236}">
                <a16:creationId xmlns:a16="http://schemas.microsoft.com/office/drawing/2014/main" id="{53166271-9BC1-474D-86D3-60ADE53BDCF6}"/>
              </a:ext>
            </a:extLst>
          </p:cNvPr>
          <p:cNvSpPr>
            <a:spLocks xmlns:a="http://schemas.openxmlformats.org/drawingml/2006/main" noGrp="1"/>
          </p:cNvSpPr>
          <p:nvPr/>
        </p:nvSpPr>
        <p:spPr>
          <a:xfrm xmlns:a="http://schemas.openxmlformats.org/drawingml/2006/main">
            <a:off x="74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Customer Workspace</a:t>
            </a:r>
          </a:p>
        </p:txBody>
      </p:sp>
      <p:pic>
        <p:nvPicPr>
          <p:cNvPr id="12" name="">
            <a:extLst xmlns:a="http://schemas.openxmlformats.org/drawingml/2006/main">
              <a:ext uri="{FF2B5EF4-FFF2-40B4-BE49-F238E27FC236}">
                <a16:creationId xmlns:a16="http://schemas.microsoft.com/office/drawing/2014/main" id="{B2B5406B-4E9D-41E3-B35E-584EFD58D158}"/>
              </a:ext>
            </a:extLst>
          </p:cNvPr>
          <p:cNvPicPr>
            <a:picLocks xmlns:a="http://schemas.openxmlformats.org/drawingml/2006/main" noChangeAspect="1"/>
          </p:cNvPicPr>
          <p:nvPr/>
        </p:nvPicPr>
        <p:blipFill>
          <a:blip xmlns:r="http://schemas.openxmlformats.org/officeDocument/2006/relationships" xmlns:a="http://schemas.openxmlformats.org/drawingml/2006/main" r:embed="Rf05a4743a1444a3b">
            <a:extLst>
              <a:ext uri="{96DAC541-7B7A-43D3-8B79-37D633B846F1}">
                <asvg:svgBlip xmlns:asvg="http://schemas.microsoft.com/office/drawing/2016/SVG/main" r:embed="R855af2346eaa4716"/>
              </a:ext>
            </a:extLst>
          </a:blip>
          <a:stretch xmlns:a="http://schemas.openxmlformats.org/drawingml/2006/main"/>
        </p:blipFill>
        <p:spPr>
          <a:xfrm xmlns:a="http://schemas.openxmlformats.org/drawingml/2006/main">
            <a:off x="3524250" y="1971675"/>
            <a:ext cx="247650" cy="2476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8677A57-D1A8-4DAD-B14D-D097471C1B61}"/>
              </a:ext>
            </a:extLst>
          </p:cNvPr>
          <p:cNvSpPr>
            <a:spLocks xmlns:a="http://schemas.openxmlformats.org/drawingml/2006/main" noGrp="1"/>
          </p:cNvSpPr>
          <p:nvPr/>
        </p:nvSpPr>
        <p:spPr>
          <a:xfrm xmlns:a="http://schemas.openxmlformats.org/drawingml/2006/main">
            <a:off x="74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Find and manage local services</a:t>
            </a:r>
          </a:p>
        </p:txBody>
      </p:sp>
      <p:sp>
        <p:nvSpPr>
          <p:cNvPr id="14" name="">
            <a:extLst xmlns:a="http://schemas.openxmlformats.org/drawingml/2006/main">
              <a:ext uri="{FF2B5EF4-FFF2-40B4-BE49-F238E27FC236}">
                <a16:creationId xmlns:a16="http://schemas.microsoft.com/office/drawing/2014/main" id="{D3277B32-5C58-488D-B13A-7C72E70A2FD7}"/>
              </a:ext>
            </a:extLst>
          </p:cNvPr>
          <p:cNvSpPr>
            <a:spLocks xmlns:a="http://schemas.openxmlformats.org/drawingml/2006/main" noGrp="1"/>
          </p:cNvSpPr>
          <p:nvPr/>
        </p:nvSpPr>
        <p:spPr>
          <a:xfrm xmlns:a="http://schemas.openxmlformats.org/drawingml/2006/main">
            <a:off x="74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B6BBEE4C-CBC8-4247-A594-416A37355A46}"/>
              </a:ext>
            </a:extLst>
          </p:cNvPr>
          <p:cNvSpPr>
            <a:spLocks xmlns:a="http://schemas.openxmlformats.org/drawingml/2006/main" noGrp="1"/>
          </p:cNvSpPr>
          <p:nvPr/>
        </p:nvSpPr>
        <p:spPr>
          <a:xfrm xmlns:a="http://schemas.openxmlformats.org/drawingml/2006/main">
            <a:off x="85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Exact-pincode search</a:t>
            </a:r>
          </a:p>
        </p:txBody>
      </p:sp>
      <p:sp>
        <p:nvSpPr>
          <p:cNvPr id="16" name="">
            <a:extLst xmlns:a="http://schemas.openxmlformats.org/drawingml/2006/main">
              <a:ext uri="{FF2B5EF4-FFF2-40B4-BE49-F238E27FC236}">
                <a16:creationId xmlns:a16="http://schemas.microsoft.com/office/drawing/2014/main" id="{AF361396-D64B-45F5-987E-EFDDB5C16234}"/>
              </a:ext>
            </a:extLst>
          </p:cNvPr>
          <p:cNvSpPr>
            <a:spLocks xmlns:a="http://schemas.openxmlformats.org/drawingml/2006/main" noGrp="1"/>
          </p:cNvSpPr>
          <p:nvPr/>
        </p:nvSpPr>
        <p:spPr>
          <a:xfrm xmlns:a="http://schemas.openxmlformats.org/drawingml/2006/main">
            <a:off x="74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13220D2D-5966-426E-93E8-B7D3866F430F}"/>
              </a:ext>
            </a:extLst>
          </p:cNvPr>
          <p:cNvSpPr>
            <a:spLocks xmlns:a="http://schemas.openxmlformats.org/drawingml/2006/main" noGrp="1"/>
          </p:cNvSpPr>
          <p:nvPr/>
        </p:nvSpPr>
        <p:spPr>
          <a:xfrm xmlns:a="http://schemas.openxmlformats.org/drawingml/2006/main">
            <a:off x="85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Service detail and time selection</a:t>
            </a:r>
          </a:p>
        </p:txBody>
      </p:sp>
      <p:sp>
        <p:nvSpPr>
          <p:cNvPr id="18" name="">
            <a:extLst xmlns:a="http://schemas.openxmlformats.org/drawingml/2006/main">
              <a:ext uri="{FF2B5EF4-FFF2-40B4-BE49-F238E27FC236}">
                <a16:creationId xmlns:a16="http://schemas.microsoft.com/office/drawing/2014/main" id="{A712DAA2-6D71-48ED-AF97-F7C53D4D7AF9}"/>
              </a:ext>
            </a:extLst>
          </p:cNvPr>
          <p:cNvSpPr>
            <a:spLocks xmlns:a="http://schemas.openxmlformats.org/drawingml/2006/main" noGrp="1"/>
          </p:cNvSpPr>
          <p:nvPr/>
        </p:nvSpPr>
        <p:spPr>
          <a:xfrm xmlns:a="http://schemas.openxmlformats.org/drawingml/2006/main">
            <a:off x="74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9" name="">
            <a:extLst xmlns:a="http://schemas.openxmlformats.org/drawingml/2006/main">
              <a:ext uri="{FF2B5EF4-FFF2-40B4-BE49-F238E27FC236}">
                <a16:creationId xmlns:a16="http://schemas.microsoft.com/office/drawing/2014/main" id="{040FFCCD-C7C7-4DBE-984E-F305B86E4E64}"/>
              </a:ext>
            </a:extLst>
          </p:cNvPr>
          <p:cNvSpPr>
            <a:spLocks xmlns:a="http://schemas.openxmlformats.org/drawingml/2006/main" noGrp="1"/>
          </p:cNvSpPr>
          <p:nvPr/>
        </p:nvSpPr>
        <p:spPr>
          <a:xfrm xmlns:a="http://schemas.openxmlformats.org/drawingml/2006/main">
            <a:off x="85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Bookings and checkout</a:t>
            </a:r>
          </a:p>
        </p:txBody>
      </p:sp>
      <p:sp>
        <p:nvSpPr>
          <p:cNvPr id="20" name="">
            <a:extLst xmlns:a="http://schemas.openxmlformats.org/drawingml/2006/main">
              <a:ext uri="{FF2B5EF4-FFF2-40B4-BE49-F238E27FC236}">
                <a16:creationId xmlns:a16="http://schemas.microsoft.com/office/drawing/2014/main" id="{1AE05228-20CD-4ACD-868F-8433555C27B2}"/>
              </a:ext>
            </a:extLst>
          </p:cNvPr>
          <p:cNvSpPr>
            <a:spLocks xmlns:a="http://schemas.openxmlformats.org/drawingml/2006/main" noGrp="1"/>
          </p:cNvSpPr>
          <p:nvPr/>
        </p:nvSpPr>
        <p:spPr>
          <a:xfrm xmlns:a="http://schemas.openxmlformats.org/drawingml/2006/main">
            <a:off x="74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E65025E2-6518-410A-AC29-CBBF2C176ECD}"/>
              </a:ext>
            </a:extLst>
          </p:cNvPr>
          <p:cNvSpPr>
            <a:spLocks xmlns:a="http://schemas.openxmlformats.org/drawingml/2006/main" noGrp="1"/>
          </p:cNvSpPr>
          <p:nvPr/>
        </p:nvSpPr>
        <p:spPr>
          <a:xfrm xmlns:a="http://schemas.openxmlformats.org/drawingml/2006/main">
            <a:off x="85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Messages, reviews and disputes</a:t>
            </a:r>
          </a:p>
        </p:txBody>
      </p:sp>
      <p:sp>
        <p:nvSpPr>
          <p:cNvPr id="22" name="">
            <a:extLst xmlns:a="http://schemas.openxmlformats.org/drawingml/2006/main">
              <a:ext uri="{FF2B5EF4-FFF2-40B4-BE49-F238E27FC236}">
                <a16:creationId xmlns:a16="http://schemas.microsoft.com/office/drawing/2014/main" id="{3C4BC07C-B17C-487A-B4DA-BDB149910343}"/>
              </a:ext>
            </a:extLst>
          </p:cNvPr>
          <p:cNvSpPr>
            <a:spLocks xmlns:a="http://schemas.openxmlformats.org/drawingml/2006/main" noGrp="1"/>
          </p:cNvSpPr>
          <p:nvPr/>
        </p:nvSpPr>
        <p:spPr>
          <a:xfrm xmlns:a="http://schemas.openxmlformats.org/drawingml/2006/main">
            <a:off x="74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1AB419B2-176B-45BA-B764-3EBCB8D3C646}"/>
              </a:ext>
            </a:extLst>
          </p:cNvPr>
          <p:cNvSpPr>
            <a:spLocks xmlns:a="http://schemas.openxmlformats.org/drawingml/2006/main" noGrp="1"/>
          </p:cNvSpPr>
          <p:nvPr/>
        </p:nvSpPr>
        <p:spPr>
          <a:xfrm xmlns:a="http://schemas.openxmlformats.org/drawingml/2006/main">
            <a:off x="81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Find services</a:t>
            </a:r>
          </a:p>
        </p:txBody>
      </p:sp>
      <p:sp>
        <p:nvSpPr>
          <p:cNvPr id="24" name="">
            <a:extLst xmlns:a="http://schemas.openxmlformats.org/drawingml/2006/main">
              <a:ext uri="{FF2B5EF4-FFF2-40B4-BE49-F238E27FC236}">
                <a16:creationId xmlns:a16="http://schemas.microsoft.com/office/drawing/2014/main" id="{30CC9A18-794C-4713-9C31-161F101F6AB0}"/>
              </a:ext>
            </a:extLst>
          </p:cNvPr>
          <p:cNvSpPr>
            <a:spLocks xmlns:a="http://schemas.openxmlformats.org/drawingml/2006/main" noGrp="1"/>
          </p:cNvSpPr>
          <p:nvPr/>
        </p:nvSpPr>
        <p:spPr>
          <a:xfrm xmlns:a="http://schemas.openxmlformats.org/drawingml/2006/main">
            <a:off x="438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5" name="">
            <a:extLst xmlns:a="http://schemas.openxmlformats.org/drawingml/2006/main">
              <a:ext uri="{FF2B5EF4-FFF2-40B4-BE49-F238E27FC236}">
                <a16:creationId xmlns:a16="http://schemas.microsoft.com/office/drawing/2014/main" id="{B2D0C204-A545-4BA0-A371-C0D0A1BBF1A2}"/>
              </a:ext>
            </a:extLst>
          </p:cNvPr>
          <p:cNvSpPr>
            <a:spLocks xmlns:a="http://schemas.openxmlformats.org/drawingml/2006/main" noGrp="1"/>
          </p:cNvSpPr>
          <p:nvPr/>
        </p:nvSpPr>
        <p:spPr>
          <a:xfrm xmlns:a="http://schemas.openxmlformats.org/drawingml/2006/main">
            <a:off x="438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DAD4E965-3B75-4F6C-A1C1-255AE33113FA}"/>
              </a:ext>
            </a:extLst>
          </p:cNvPr>
          <p:cNvSpPr>
            <a:spLocks xmlns:a="http://schemas.openxmlformats.org/drawingml/2006/main" noGrp="1"/>
          </p:cNvSpPr>
          <p:nvPr/>
        </p:nvSpPr>
        <p:spPr>
          <a:xfrm xmlns:a="http://schemas.openxmlformats.org/drawingml/2006/main">
            <a:off x="453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27" name="">
            <a:extLst xmlns:a="http://schemas.openxmlformats.org/drawingml/2006/main">
              <a:ext uri="{FF2B5EF4-FFF2-40B4-BE49-F238E27FC236}">
                <a16:creationId xmlns:a16="http://schemas.microsoft.com/office/drawing/2014/main" id="{674E87B0-CD1C-45D3-B340-6A3471E5B3DB}"/>
              </a:ext>
            </a:extLst>
          </p:cNvPr>
          <p:cNvSpPr>
            <a:spLocks xmlns:a="http://schemas.openxmlformats.org/drawingml/2006/main" noGrp="1"/>
          </p:cNvSpPr>
          <p:nvPr/>
        </p:nvSpPr>
        <p:spPr>
          <a:xfrm xmlns:a="http://schemas.openxmlformats.org/drawingml/2006/main">
            <a:off x="455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Provider Workspace</a:t>
            </a:r>
          </a:p>
        </p:txBody>
      </p:sp>
      <p:pic>
        <p:nvPicPr>
          <p:cNvPr id="28" name="">
            <a:extLst xmlns:a="http://schemas.openxmlformats.org/drawingml/2006/main">
              <a:ext uri="{FF2B5EF4-FFF2-40B4-BE49-F238E27FC236}">
                <a16:creationId xmlns:a16="http://schemas.microsoft.com/office/drawing/2014/main" id="{ECD61E48-B33F-4FAD-8230-1DD562874886}"/>
              </a:ext>
            </a:extLst>
          </p:cNvPr>
          <p:cNvPicPr>
            <a:picLocks xmlns:a="http://schemas.openxmlformats.org/drawingml/2006/main" noChangeAspect="1"/>
          </p:cNvPicPr>
          <p:nvPr/>
        </p:nvPicPr>
        <p:blipFill>
          <a:blip xmlns:r="http://schemas.openxmlformats.org/officeDocument/2006/relationships" xmlns:a="http://schemas.openxmlformats.org/drawingml/2006/main" r:embed="R92fda6284c50470f">
            <a:extLst>
              <a:ext uri="{96DAC541-7B7A-43D3-8B79-37D633B846F1}">
                <asvg:svgBlip xmlns:asvg="http://schemas.microsoft.com/office/drawing/2016/SVG/main" r:embed="Rac8e4e421eac4da4"/>
              </a:ext>
            </a:extLst>
          </a:blip>
          <a:stretch xmlns:a="http://schemas.openxmlformats.org/drawingml/2006/main"/>
        </p:blipFill>
        <p:spPr>
          <a:xfrm xmlns:a="http://schemas.openxmlformats.org/drawingml/2006/main">
            <a:off x="7334250" y="1971675"/>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EF6C512C-6C58-43C4-AEFF-A103CCCB1856}"/>
              </a:ext>
            </a:extLst>
          </p:cNvPr>
          <p:cNvSpPr>
            <a:spLocks xmlns:a="http://schemas.openxmlformats.org/drawingml/2006/main" noGrp="1"/>
          </p:cNvSpPr>
          <p:nvPr/>
        </p:nvSpPr>
        <p:spPr>
          <a:xfrm xmlns:a="http://schemas.openxmlformats.org/drawingml/2006/main">
            <a:off x="455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Manage service delivery</a:t>
            </a:r>
          </a:p>
        </p:txBody>
      </p:sp>
      <p:sp>
        <p:nvSpPr>
          <p:cNvPr id="30" name="">
            <a:extLst xmlns:a="http://schemas.openxmlformats.org/drawingml/2006/main">
              <a:ext uri="{FF2B5EF4-FFF2-40B4-BE49-F238E27FC236}">
                <a16:creationId xmlns:a16="http://schemas.microsoft.com/office/drawing/2014/main" id="{319C9409-7BE2-4CDD-870C-087747B72AFB}"/>
              </a:ext>
            </a:extLst>
          </p:cNvPr>
          <p:cNvSpPr>
            <a:spLocks xmlns:a="http://schemas.openxmlformats.org/drawingml/2006/main" noGrp="1"/>
          </p:cNvSpPr>
          <p:nvPr/>
        </p:nvSpPr>
        <p:spPr>
          <a:xfrm xmlns:a="http://schemas.openxmlformats.org/drawingml/2006/main">
            <a:off x="455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349F4590-FF46-45BA-8731-BA7317210ACF}"/>
              </a:ext>
            </a:extLst>
          </p:cNvPr>
          <p:cNvSpPr>
            <a:spLocks xmlns:a="http://schemas.openxmlformats.org/drawingml/2006/main" noGrp="1"/>
          </p:cNvSpPr>
          <p:nvPr/>
        </p:nvSpPr>
        <p:spPr>
          <a:xfrm xmlns:a="http://schemas.openxmlformats.org/drawingml/2006/main">
            <a:off x="466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Profile and service areas</a:t>
            </a:r>
          </a:p>
        </p:txBody>
      </p:sp>
      <p:sp>
        <p:nvSpPr>
          <p:cNvPr id="32" name="">
            <a:extLst xmlns:a="http://schemas.openxmlformats.org/drawingml/2006/main">
              <a:ext uri="{FF2B5EF4-FFF2-40B4-BE49-F238E27FC236}">
                <a16:creationId xmlns:a16="http://schemas.microsoft.com/office/drawing/2014/main" id="{47490485-1EFC-4206-B000-243BE1AABC93}"/>
              </a:ext>
            </a:extLst>
          </p:cNvPr>
          <p:cNvSpPr>
            <a:spLocks xmlns:a="http://schemas.openxmlformats.org/drawingml/2006/main" noGrp="1"/>
          </p:cNvSpPr>
          <p:nvPr/>
        </p:nvSpPr>
        <p:spPr>
          <a:xfrm xmlns:a="http://schemas.openxmlformats.org/drawingml/2006/main">
            <a:off x="455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3" name="">
            <a:extLst xmlns:a="http://schemas.openxmlformats.org/drawingml/2006/main">
              <a:ext uri="{FF2B5EF4-FFF2-40B4-BE49-F238E27FC236}">
                <a16:creationId xmlns:a16="http://schemas.microsoft.com/office/drawing/2014/main" id="{4068D25E-58E6-4836-B89F-10B15DE70932}"/>
              </a:ext>
            </a:extLst>
          </p:cNvPr>
          <p:cNvSpPr>
            <a:spLocks xmlns:a="http://schemas.openxmlformats.org/drawingml/2006/main" noGrp="1"/>
          </p:cNvSpPr>
          <p:nvPr/>
        </p:nvSpPr>
        <p:spPr>
          <a:xfrm xmlns:a="http://schemas.openxmlformats.org/drawingml/2006/main">
            <a:off x="466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Listings and availability</a:t>
            </a:r>
          </a:p>
        </p:txBody>
      </p:sp>
      <p:sp>
        <p:nvSpPr>
          <p:cNvPr id="34" name="">
            <a:extLst xmlns:a="http://schemas.openxmlformats.org/drawingml/2006/main">
              <a:ext uri="{FF2B5EF4-FFF2-40B4-BE49-F238E27FC236}">
                <a16:creationId xmlns:a16="http://schemas.microsoft.com/office/drawing/2014/main" id="{2BDCB06E-D5F7-41A7-8639-5A3D60F3961E}"/>
              </a:ext>
            </a:extLst>
          </p:cNvPr>
          <p:cNvSpPr>
            <a:spLocks xmlns:a="http://schemas.openxmlformats.org/drawingml/2006/main" noGrp="1"/>
          </p:cNvSpPr>
          <p:nvPr/>
        </p:nvSpPr>
        <p:spPr>
          <a:xfrm xmlns:a="http://schemas.openxmlformats.org/drawingml/2006/main">
            <a:off x="455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5" name="">
            <a:extLst xmlns:a="http://schemas.openxmlformats.org/drawingml/2006/main">
              <a:ext uri="{FF2B5EF4-FFF2-40B4-BE49-F238E27FC236}">
                <a16:creationId xmlns:a16="http://schemas.microsoft.com/office/drawing/2014/main" id="{008CF4C8-C6B9-4409-9253-3DC0C3AF72B6}"/>
              </a:ext>
            </a:extLst>
          </p:cNvPr>
          <p:cNvSpPr>
            <a:spLocks xmlns:a="http://schemas.openxmlformats.org/drawingml/2006/main" noGrp="1"/>
          </p:cNvSpPr>
          <p:nvPr/>
        </p:nvSpPr>
        <p:spPr>
          <a:xfrm xmlns:a="http://schemas.openxmlformats.org/drawingml/2006/main">
            <a:off x="466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Accept or reject requests</a:t>
            </a:r>
          </a:p>
        </p:txBody>
      </p:sp>
      <p:sp>
        <p:nvSpPr>
          <p:cNvPr id="36" name="">
            <a:extLst xmlns:a="http://schemas.openxmlformats.org/drawingml/2006/main">
              <a:ext uri="{FF2B5EF4-FFF2-40B4-BE49-F238E27FC236}">
                <a16:creationId xmlns:a16="http://schemas.microsoft.com/office/drawing/2014/main" id="{5D17D4EB-D26C-4399-825E-0C3ADFACAE7A}"/>
              </a:ext>
            </a:extLst>
          </p:cNvPr>
          <p:cNvSpPr>
            <a:spLocks xmlns:a="http://schemas.openxmlformats.org/drawingml/2006/main" noGrp="1"/>
          </p:cNvSpPr>
          <p:nvPr/>
        </p:nvSpPr>
        <p:spPr>
          <a:xfrm xmlns:a="http://schemas.openxmlformats.org/drawingml/2006/main">
            <a:off x="455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7" name="">
            <a:extLst xmlns:a="http://schemas.openxmlformats.org/drawingml/2006/main">
              <a:ext uri="{FF2B5EF4-FFF2-40B4-BE49-F238E27FC236}">
                <a16:creationId xmlns:a16="http://schemas.microsoft.com/office/drawing/2014/main" id="{A41DF555-511F-4241-9643-E82CE6BA6BD3}"/>
              </a:ext>
            </a:extLst>
          </p:cNvPr>
          <p:cNvSpPr>
            <a:spLocks xmlns:a="http://schemas.openxmlformats.org/drawingml/2006/main" noGrp="1"/>
          </p:cNvSpPr>
          <p:nvPr/>
        </p:nvSpPr>
        <p:spPr>
          <a:xfrm xmlns:a="http://schemas.openxmlformats.org/drawingml/2006/main">
            <a:off x="466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 chat and completion</a:t>
            </a:r>
          </a:p>
        </p:txBody>
      </p:sp>
      <p:sp>
        <p:nvSpPr>
          <p:cNvPr id="38" name="">
            <a:extLst xmlns:a="http://schemas.openxmlformats.org/drawingml/2006/main">
              <a:ext uri="{FF2B5EF4-FFF2-40B4-BE49-F238E27FC236}">
                <a16:creationId xmlns:a16="http://schemas.microsoft.com/office/drawing/2014/main" id="{3E0E4F02-C3EF-4BD4-A996-E0E353225E78}"/>
              </a:ext>
            </a:extLst>
          </p:cNvPr>
          <p:cNvSpPr>
            <a:spLocks xmlns:a="http://schemas.openxmlformats.org/drawingml/2006/main" noGrp="1"/>
          </p:cNvSpPr>
          <p:nvPr/>
        </p:nvSpPr>
        <p:spPr>
          <a:xfrm xmlns:a="http://schemas.openxmlformats.org/drawingml/2006/main">
            <a:off x="455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9" name="">
            <a:extLst xmlns:a="http://schemas.openxmlformats.org/drawingml/2006/main">
              <a:ext uri="{FF2B5EF4-FFF2-40B4-BE49-F238E27FC236}">
                <a16:creationId xmlns:a16="http://schemas.microsoft.com/office/drawing/2014/main" id="{F80662AB-5F40-4986-B4B0-91AE1DB676BE}"/>
              </a:ext>
            </a:extLst>
          </p:cNvPr>
          <p:cNvSpPr>
            <a:spLocks xmlns:a="http://schemas.openxmlformats.org/drawingml/2006/main" noGrp="1"/>
          </p:cNvSpPr>
          <p:nvPr/>
        </p:nvSpPr>
        <p:spPr>
          <a:xfrm xmlns:a="http://schemas.openxmlformats.org/drawingml/2006/main">
            <a:off x="462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Manage listings</a:t>
            </a:r>
          </a:p>
        </p:txBody>
      </p:sp>
      <p:sp>
        <p:nvSpPr>
          <p:cNvPr id="40" name="">
            <a:extLst xmlns:a="http://schemas.openxmlformats.org/drawingml/2006/main">
              <a:ext uri="{FF2B5EF4-FFF2-40B4-BE49-F238E27FC236}">
                <a16:creationId xmlns:a16="http://schemas.microsoft.com/office/drawing/2014/main" id="{0ACFE70C-2631-4929-B355-29D66EFFF279}"/>
              </a:ext>
            </a:extLst>
          </p:cNvPr>
          <p:cNvSpPr>
            <a:spLocks xmlns:a="http://schemas.openxmlformats.org/drawingml/2006/main" noGrp="1"/>
          </p:cNvSpPr>
          <p:nvPr/>
        </p:nvSpPr>
        <p:spPr>
          <a:xfrm xmlns:a="http://schemas.openxmlformats.org/drawingml/2006/main">
            <a:off x="819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1" name="">
            <a:extLst xmlns:a="http://schemas.openxmlformats.org/drawingml/2006/main">
              <a:ext uri="{FF2B5EF4-FFF2-40B4-BE49-F238E27FC236}">
                <a16:creationId xmlns:a16="http://schemas.microsoft.com/office/drawing/2014/main" id="{19BC00DF-288D-4964-84AA-A8BF4CD1D128}"/>
              </a:ext>
            </a:extLst>
          </p:cNvPr>
          <p:cNvSpPr>
            <a:spLocks xmlns:a="http://schemas.openxmlformats.org/drawingml/2006/main" noGrp="1"/>
          </p:cNvSpPr>
          <p:nvPr/>
        </p:nvSpPr>
        <p:spPr>
          <a:xfrm xmlns:a="http://schemas.openxmlformats.org/drawingml/2006/main">
            <a:off x="819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2" name="">
            <a:extLst xmlns:a="http://schemas.openxmlformats.org/drawingml/2006/main">
              <a:ext uri="{FF2B5EF4-FFF2-40B4-BE49-F238E27FC236}">
                <a16:creationId xmlns:a16="http://schemas.microsoft.com/office/drawing/2014/main" id="{4A1E58AA-F5BA-441D-9423-9CAFC8AC6F29}"/>
              </a:ext>
            </a:extLst>
          </p:cNvPr>
          <p:cNvSpPr>
            <a:spLocks xmlns:a="http://schemas.openxmlformats.org/drawingml/2006/main" noGrp="1"/>
          </p:cNvSpPr>
          <p:nvPr/>
        </p:nvSpPr>
        <p:spPr>
          <a:xfrm xmlns:a="http://schemas.openxmlformats.org/drawingml/2006/main">
            <a:off x="834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43" name="">
            <a:extLst xmlns:a="http://schemas.openxmlformats.org/drawingml/2006/main">
              <a:ext uri="{FF2B5EF4-FFF2-40B4-BE49-F238E27FC236}">
                <a16:creationId xmlns:a16="http://schemas.microsoft.com/office/drawing/2014/main" id="{DD9D3744-1027-476A-BB47-5A192B3760D1}"/>
              </a:ext>
            </a:extLst>
          </p:cNvPr>
          <p:cNvSpPr>
            <a:spLocks xmlns:a="http://schemas.openxmlformats.org/drawingml/2006/main" noGrp="1"/>
          </p:cNvSpPr>
          <p:nvPr/>
        </p:nvSpPr>
        <p:spPr>
          <a:xfrm xmlns:a="http://schemas.openxmlformats.org/drawingml/2006/main">
            <a:off x="836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Admin Workspace</a:t>
            </a:r>
          </a:p>
        </p:txBody>
      </p:sp>
      <p:pic>
        <p:nvPicPr>
          <p:cNvPr id="44" name="">
            <a:extLst xmlns:a="http://schemas.openxmlformats.org/drawingml/2006/main">
              <a:ext uri="{FF2B5EF4-FFF2-40B4-BE49-F238E27FC236}">
                <a16:creationId xmlns:a16="http://schemas.microsoft.com/office/drawing/2014/main" id="{708FF8CE-632B-4E74-8B12-56DF418FF0AC}"/>
              </a:ext>
            </a:extLst>
          </p:cNvPr>
          <p:cNvPicPr>
            <a:picLocks xmlns:a="http://schemas.openxmlformats.org/drawingml/2006/main" noChangeAspect="1"/>
          </p:cNvPicPr>
          <p:nvPr/>
        </p:nvPicPr>
        <p:blipFill>
          <a:blip xmlns:r="http://schemas.openxmlformats.org/officeDocument/2006/relationships" xmlns:a="http://schemas.openxmlformats.org/drawingml/2006/main" r:embed="R4523b30c4ff2481c">
            <a:extLst>
              <a:ext uri="{96DAC541-7B7A-43D3-8B79-37D633B846F1}">
                <asvg:svgBlip xmlns:asvg="http://schemas.microsoft.com/office/drawing/2016/SVG/main" r:embed="R829edb0e76f64d9e"/>
              </a:ext>
            </a:extLst>
          </a:blip>
          <a:stretch xmlns:a="http://schemas.openxmlformats.org/drawingml/2006/main"/>
        </p:blipFill>
        <p:spPr>
          <a:xfrm xmlns:a="http://schemas.openxmlformats.org/drawingml/2006/main">
            <a:off x="11144250" y="1971675"/>
            <a:ext cx="247650" cy="247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F45EF80E-32DE-446A-B227-D757FB253546}"/>
              </a:ext>
            </a:extLst>
          </p:cNvPr>
          <p:cNvSpPr>
            <a:spLocks xmlns:a="http://schemas.openxmlformats.org/drawingml/2006/main" noGrp="1"/>
          </p:cNvSpPr>
          <p:nvPr/>
        </p:nvSpPr>
        <p:spPr>
          <a:xfrm xmlns:a="http://schemas.openxmlformats.org/drawingml/2006/main">
            <a:off x="836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Oversee marketplace operations</a:t>
            </a:r>
          </a:p>
        </p:txBody>
      </p:sp>
      <p:sp>
        <p:nvSpPr>
          <p:cNvPr id="46" name="">
            <a:extLst xmlns:a="http://schemas.openxmlformats.org/drawingml/2006/main">
              <a:ext uri="{FF2B5EF4-FFF2-40B4-BE49-F238E27FC236}">
                <a16:creationId xmlns:a16="http://schemas.microsoft.com/office/drawing/2014/main" id="{20355C64-26D0-48C0-9395-D92A137EEE3D}"/>
              </a:ext>
            </a:extLst>
          </p:cNvPr>
          <p:cNvSpPr>
            <a:spLocks xmlns:a="http://schemas.openxmlformats.org/drawingml/2006/main" noGrp="1"/>
          </p:cNvSpPr>
          <p:nvPr/>
        </p:nvSpPr>
        <p:spPr>
          <a:xfrm xmlns:a="http://schemas.openxmlformats.org/drawingml/2006/main">
            <a:off x="836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7" name="">
            <a:extLst xmlns:a="http://schemas.openxmlformats.org/drawingml/2006/main">
              <a:ext uri="{FF2B5EF4-FFF2-40B4-BE49-F238E27FC236}">
                <a16:creationId xmlns:a16="http://schemas.microsoft.com/office/drawing/2014/main" id="{29301973-3497-460C-8237-9BA68D85DB3C}"/>
              </a:ext>
            </a:extLst>
          </p:cNvPr>
          <p:cNvSpPr>
            <a:spLocks xmlns:a="http://schemas.openxmlformats.org/drawingml/2006/main" noGrp="1"/>
          </p:cNvSpPr>
          <p:nvPr/>
        </p:nvSpPr>
        <p:spPr>
          <a:xfrm xmlns:a="http://schemas.openxmlformats.org/drawingml/2006/main">
            <a:off x="847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Provider review and verification status</a:t>
            </a:r>
          </a:p>
        </p:txBody>
      </p:sp>
      <p:sp>
        <p:nvSpPr>
          <p:cNvPr id="48" name="">
            <a:extLst xmlns:a="http://schemas.openxmlformats.org/drawingml/2006/main">
              <a:ext uri="{FF2B5EF4-FFF2-40B4-BE49-F238E27FC236}">
                <a16:creationId xmlns:a16="http://schemas.microsoft.com/office/drawing/2014/main" id="{16ED9FCF-19AB-46ED-9AEC-4960E5806621}"/>
              </a:ext>
            </a:extLst>
          </p:cNvPr>
          <p:cNvSpPr>
            <a:spLocks xmlns:a="http://schemas.openxmlformats.org/drawingml/2006/main" noGrp="1"/>
          </p:cNvSpPr>
          <p:nvPr/>
        </p:nvSpPr>
        <p:spPr>
          <a:xfrm xmlns:a="http://schemas.openxmlformats.org/drawingml/2006/main">
            <a:off x="836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9" name="">
            <a:extLst xmlns:a="http://schemas.openxmlformats.org/drawingml/2006/main">
              <a:ext uri="{FF2B5EF4-FFF2-40B4-BE49-F238E27FC236}">
                <a16:creationId xmlns:a16="http://schemas.microsoft.com/office/drawing/2014/main" id="{F13A3E3B-87DC-4721-87E7-9CCF8DC41219}"/>
              </a:ext>
            </a:extLst>
          </p:cNvPr>
          <p:cNvSpPr>
            <a:spLocks xmlns:a="http://schemas.openxmlformats.org/drawingml/2006/main" noGrp="1"/>
          </p:cNvSpPr>
          <p:nvPr/>
        </p:nvSpPr>
        <p:spPr>
          <a:xfrm xmlns:a="http://schemas.openxmlformats.org/drawingml/2006/main">
            <a:off x="847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Marketplace policy settings</a:t>
            </a:r>
          </a:p>
        </p:txBody>
      </p:sp>
      <p:sp>
        <p:nvSpPr>
          <p:cNvPr id="50" name="">
            <a:extLst xmlns:a="http://schemas.openxmlformats.org/drawingml/2006/main">
              <a:ext uri="{FF2B5EF4-FFF2-40B4-BE49-F238E27FC236}">
                <a16:creationId xmlns:a16="http://schemas.microsoft.com/office/drawing/2014/main" id="{3449053F-ABC0-4861-A9D1-45AAD2BBCA16}"/>
              </a:ext>
            </a:extLst>
          </p:cNvPr>
          <p:cNvSpPr>
            <a:spLocks xmlns:a="http://schemas.openxmlformats.org/drawingml/2006/main" noGrp="1"/>
          </p:cNvSpPr>
          <p:nvPr/>
        </p:nvSpPr>
        <p:spPr>
          <a:xfrm xmlns:a="http://schemas.openxmlformats.org/drawingml/2006/main">
            <a:off x="836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1" name="">
            <a:extLst xmlns:a="http://schemas.openxmlformats.org/drawingml/2006/main">
              <a:ext uri="{FF2B5EF4-FFF2-40B4-BE49-F238E27FC236}">
                <a16:creationId xmlns:a16="http://schemas.microsoft.com/office/drawing/2014/main" id="{05A5F610-34DD-445D-AD53-B527C9086CB7}"/>
              </a:ext>
            </a:extLst>
          </p:cNvPr>
          <p:cNvSpPr>
            <a:spLocks xmlns:a="http://schemas.openxmlformats.org/drawingml/2006/main" noGrp="1"/>
          </p:cNvSpPr>
          <p:nvPr/>
        </p:nvSpPr>
        <p:spPr>
          <a:xfrm xmlns:a="http://schemas.openxmlformats.org/drawingml/2006/main">
            <a:off x="847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Linked payout account management</a:t>
            </a:r>
          </a:p>
        </p:txBody>
      </p:sp>
      <p:sp>
        <p:nvSpPr>
          <p:cNvPr id="52" name="">
            <a:extLst xmlns:a="http://schemas.openxmlformats.org/drawingml/2006/main">
              <a:ext uri="{FF2B5EF4-FFF2-40B4-BE49-F238E27FC236}">
                <a16:creationId xmlns:a16="http://schemas.microsoft.com/office/drawing/2014/main" id="{73D08391-0E85-4121-A3C6-598D94826E9E}"/>
              </a:ext>
            </a:extLst>
          </p:cNvPr>
          <p:cNvSpPr>
            <a:spLocks xmlns:a="http://schemas.openxmlformats.org/drawingml/2006/main" noGrp="1"/>
          </p:cNvSpPr>
          <p:nvPr/>
        </p:nvSpPr>
        <p:spPr>
          <a:xfrm xmlns:a="http://schemas.openxmlformats.org/drawingml/2006/main">
            <a:off x="836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3" name="">
            <a:extLst xmlns:a="http://schemas.openxmlformats.org/drawingml/2006/main">
              <a:ext uri="{FF2B5EF4-FFF2-40B4-BE49-F238E27FC236}">
                <a16:creationId xmlns:a16="http://schemas.microsoft.com/office/drawing/2014/main" id="{088135FB-061B-4B33-80ED-C109BED6BD9F}"/>
              </a:ext>
            </a:extLst>
          </p:cNvPr>
          <p:cNvSpPr>
            <a:spLocks xmlns:a="http://schemas.openxmlformats.org/drawingml/2006/main" noGrp="1"/>
          </p:cNvSpPr>
          <p:nvPr/>
        </p:nvSpPr>
        <p:spPr>
          <a:xfrm xmlns:a="http://schemas.openxmlformats.org/drawingml/2006/main">
            <a:off x="847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Dispute resolution and audit records</a:t>
            </a:r>
          </a:p>
        </p:txBody>
      </p:sp>
      <p:sp>
        <p:nvSpPr>
          <p:cNvPr id="54" name="">
            <a:extLst xmlns:a="http://schemas.openxmlformats.org/drawingml/2006/main">
              <a:ext uri="{FF2B5EF4-FFF2-40B4-BE49-F238E27FC236}">
                <a16:creationId xmlns:a16="http://schemas.microsoft.com/office/drawing/2014/main" id="{4A1E84B1-D81C-437A-9B89-9078E1297091}"/>
              </a:ext>
            </a:extLst>
          </p:cNvPr>
          <p:cNvSpPr>
            <a:spLocks xmlns:a="http://schemas.openxmlformats.org/drawingml/2006/main" noGrp="1"/>
          </p:cNvSpPr>
          <p:nvPr/>
        </p:nvSpPr>
        <p:spPr>
          <a:xfrm xmlns:a="http://schemas.openxmlformats.org/drawingml/2006/main">
            <a:off x="836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5" name="">
            <a:extLst xmlns:a="http://schemas.openxmlformats.org/drawingml/2006/main">
              <a:ext uri="{FF2B5EF4-FFF2-40B4-BE49-F238E27FC236}">
                <a16:creationId xmlns:a16="http://schemas.microsoft.com/office/drawing/2014/main" id="{87A81C0E-BD8D-4521-873C-6E441A2D6096}"/>
              </a:ext>
            </a:extLst>
          </p:cNvPr>
          <p:cNvSpPr>
            <a:spLocks xmlns:a="http://schemas.openxmlformats.org/drawingml/2006/main" noGrp="1"/>
          </p:cNvSpPr>
          <p:nvPr/>
        </p:nvSpPr>
        <p:spPr>
          <a:xfrm xmlns:a="http://schemas.openxmlformats.org/drawingml/2006/main">
            <a:off x="843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Review providers</a:t>
            </a:r>
          </a:p>
        </p:txBody>
      </p:sp>
    </p:spTree>
    <p:extLst>
      <p:ext uri="{BB962C8B-B14F-4D97-AF65-F5344CB8AC3E}">
        <p14:creationId xmlns:p14="http://schemas.microsoft.com/office/powerpoint/2010/main" val="19625319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820702E1-1322-4FCB-9036-7CCE9F7DF755}"/>
              </a:ext>
            </a:extLst>
          </p:cNvPr>
          <p:cNvPicPr>
            <a:picLocks xmlns:a="http://schemas.openxmlformats.org/drawingml/2006/main" noChangeAspect="1"/>
          </p:cNvPicPr>
          <p:nvPr/>
        </p:nvPicPr>
        <p:blipFill>
          <a:blip xmlns:r="http://schemas.openxmlformats.org/officeDocument/2006/relationships" xmlns:a="http://schemas.openxmlformats.org/drawingml/2006/main" r:embed="R96082b830374439f"/>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B0C86E8-1DA7-4A06-9D7E-49239153897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FFC688A-AC1F-4DB5-BC9F-5698617D7D05}"/>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Frontend &amp; Backend Development</a:t>
            </a:r>
          </a:p>
        </p:txBody>
      </p:sp>
      <p:sp>
        <p:nvSpPr>
          <p:cNvPr id="4" name="">
            <a:extLst xmlns:a="http://schemas.openxmlformats.org/drawingml/2006/main">
              <a:ext uri="{FF2B5EF4-FFF2-40B4-BE49-F238E27FC236}">
                <a16:creationId xmlns:a16="http://schemas.microsoft.com/office/drawing/2014/main" id="{825A9209-EE73-4D3E-8282-A719B4189149}"/>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453241D7-5159-4925-AE1D-1A353EFC07F0}"/>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FC2BFDBD-6464-4886-B05A-BE6C8D26FC86}"/>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7" name="">
            <a:extLst xmlns:a="http://schemas.openxmlformats.org/drawingml/2006/main">
              <a:ext uri="{FF2B5EF4-FFF2-40B4-BE49-F238E27FC236}">
                <a16:creationId xmlns:a16="http://schemas.microsoft.com/office/drawing/2014/main" id="{8910E39B-CBD8-45A6-AC1C-B6404012839B}"/>
              </a:ext>
            </a:extLst>
          </p:cNvPr>
          <p:cNvSpPr>
            <a:spLocks xmlns:a="http://schemas.openxmlformats.org/drawingml/2006/main" noGrp="1"/>
          </p:cNvSpPr>
          <p:nvPr/>
        </p:nvSpPr>
        <p:spPr>
          <a:xfrm xmlns:a="http://schemas.openxmlformats.org/drawingml/2006/main">
            <a:off x="5715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80B3A978-E055-4574-A0DA-BD01C45E3301}"/>
              </a:ext>
            </a:extLst>
          </p:cNvPr>
          <p:cNvSpPr>
            <a:spLocks xmlns:a="http://schemas.openxmlformats.org/drawingml/2006/main" noGrp="1"/>
          </p:cNvSpPr>
          <p:nvPr/>
        </p:nvSpPr>
        <p:spPr>
          <a:xfrm xmlns:a="http://schemas.openxmlformats.org/drawingml/2006/main">
            <a:off x="5715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71BCD045-619F-440D-982A-163EFBD43F56}"/>
              </a:ext>
            </a:extLst>
          </p:cNvPr>
          <p:cNvSpPr>
            <a:spLocks xmlns:a="http://schemas.openxmlformats.org/drawingml/2006/main" noGrp="1"/>
          </p:cNvSpPr>
          <p:nvPr/>
        </p:nvSpPr>
        <p:spPr>
          <a:xfrm xmlns:a="http://schemas.openxmlformats.org/drawingml/2006/main">
            <a:off x="7239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0" name="">
            <a:extLst xmlns:a="http://schemas.openxmlformats.org/drawingml/2006/main">
              <a:ext uri="{FF2B5EF4-FFF2-40B4-BE49-F238E27FC236}">
                <a16:creationId xmlns:a16="http://schemas.microsoft.com/office/drawing/2014/main" id="{D4BD5663-6F2F-482C-A3A5-2881C1280988}"/>
              </a:ext>
            </a:extLst>
          </p:cNvPr>
          <p:cNvSpPr>
            <a:spLocks xmlns:a="http://schemas.openxmlformats.org/drawingml/2006/main" noGrp="1"/>
          </p:cNvSpPr>
          <p:nvPr/>
        </p:nvSpPr>
        <p:spPr>
          <a:xfrm xmlns:a="http://schemas.openxmlformats.org/drawingml/2006/main">
            <a:off x="7429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Frontend</a:t>
            </a:r>
          </a:p>
        </p:txBody>
      </p:sp>
      <p:sp>
        <p:nvSpPr>
          <p:cNvPr id="11" name="">
            <a:extLst xmlns:a="http://schemas.openxmlformats.org/drawingml/2006/main">
              <a:ext uri="{FF2B5EF4-FFF2-40B4-BE49-F238E27FC236}">
                <a16:creationId xmlns:a16="http://schemas.microsoft.com/office/drawing/2014/main" id="{7DF99BC5-D6E6-4FD6-A16F-27359BEAEE30}"/>
              </a:ext>
            </a:extLst>
          </p:cNvPr>
          <p:cNvSpPr>
            <a:spLocks xmlns:a="http://schemas.openxmlformats.org/drawingml/2006/main" noGrp="1"/>
          </p:cNvSpPr>
          <p:nvPr/>
        </p:nvSpPr>
        <p:spPr>
          <a:xfrm xmlns:a="http://schemas.openxmlformats.org/drawingml/2006/main">
            <a:off x="64770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0B383B9F-C0D0-4EF6-B50E-26E8547E8EA1}"/>
              </a:ext>
            </a:extLst>
          </p:cNvPr>
          <p:cNvSpPr>
            <a:spLocks xmlns:a="http://schemas.openxmlformats.org/drawingml/2006/main" noGrp="1"/>
          </p:cNvSpPr>
          <p:nvPr/>
        </p:nvSpPr>
        <p:spPr>
          <a:xfrm xmlns:a="http://schemas.openxmlformats.org/drawingml/2006/main">
            <a:off x="64770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AAC6A239-3C05-4B69-8C95-C530294B6B21}"/>
              </a:ext>
            </a:extLst>
          </p:cNvPr>
          <p:cNvSpPr>
            <a:spLocks xmlns:a="http://schemas.openxmlformats.org/drawingml/2006/main" noGrp="1"/>
          </p:cNvSpPr>
          <p:nvPr/>
        </p:nvSpPr>
        <p:spPr>
          <a:xfrm xmlns:a="http://schemas.openxmlformats.org/drawingml/2006/main">
            <a:off x="66294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4" name="">
            <a:extLst xmlns:a="http://schemas.openxmlformats.org/drawingml/2006/main">
              <a:ext uri="{FF2B5EF4-FFF2-40B4-BE49-F238E27FC236}">
                <a16:creationId xmlns:a16="http://schemas.microsoft.com/office/drawing/2014/main" id="{AF6ECAA2-4EAA-41D5-8A3E-7EC137914456}"/>
              </a:ext>
            </a:extLst>
          </p:cNvPr>
          <p:cNvSpPr>
            <a:spLocks xmlns:a="http://schemas.openxmlformats.org/drawingml/2006/main" noGrp="1"/>
          </p:cNvSpPr>
          <p:nvPr/>
        </p:nvSpPr>
        <p:spPr>
          <a:xfrm xmlns:a="http://schemas.openxmlformats.org/drawingml/2006/main">
            <a:off x="66484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Backend</a:t>
            </a:r>
          </a:p>
        </p:txBody>
      </p:sp>
      <p:sp>
        <p:nvSpPr>
          <p:cNvPr id="15" name="">
            <a:extLst xmlns:a="http://schemas.openxmlformats.org/drawingml/2006/main">
              <a:ext uri="{FF2B5EF4-FFF2-40B4-BE49-F238E27FC236}">
                <a16:creationId xmlns:a16="http://schemas.microsoft.com/office/drawing/2014/main" id="{00F2C41D-38D6-4364-B0D2-47CD386D8671}"/>
              </a:ext>
            </a:extLst>
          </p:cNvPr>
          <p:cNvSpPr>
            <a:spLocks xmlns:a="http://schemas.openxmlformats.org/drawingml/2006/main" noGrp="1"/>
          </p:cNvSpPr>
          <p:nvPr/>
        </p:nvSpPr>
        <p:spPr>
          <a:xfrm xmlns:a="http://schemas.openxmlformats.org/drawingml/2006/main">
            <a:off x="7429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6" name="">
            <a:extLst xmlns:a="http://schemas.openxmlformats.org/drawingml/2006/main">
              <a:ext uri="{FF2B5EF4-FFF2-40B4-BE49-F238E27FC236}">
                <a16:creationId xmlns:a16="http://schemas.microsoft.com/office/drawing/2014/main" id="{49EA6D2E-0B7B-4D55-B3B1-4BBE94A9307F}"/>
              </a:ext>
            </a:extLst>
          </p:cNvPr>
          <p:cNvSpPr>
            <a:spLocks xmlns:a="http://schemas.openxmlformats.org/drawingml/2006/main" noGrp="1"/>
          </p:cNvSpPr>
          <p:nvPr/>
        </p:nvSpPr>
        <p:spPr>
          <a:xfrm xmlns:a="http://schemas.openxmlformats.org/drawingml/2006/main">
            <a:off x="12001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components and reusable forms</a:t>
            </a:r>
          </a:p>
        </p:txBody>
      </p:sp>
      <p:sp>
        <p:nvSpPr>
          <p:cNvPr id="17" name="">
            <a:extLst xmlns:a="http://schemas.openxmlformats.org/drawingml/2006/main">
              <a:ext uri="{FF2B5EF4-FFF2-40B4-BE49-F238E27FC236}">
                <a16:creationId xmlns:a16="http://schemas.microsoft.com/office/drawing/2014/main" id="{1F4DF572-A021-460F-860D-CE4063F572FE}"/>
              </a:ext>
            </a:extLst>
          </p:cNvPr>
          <p:cNvSpPr>
            <a:spLocks xmlns:a="http://schemas.openxmlformats.org/drawingml/2006/main" noGrp="1"/>
          </p:cNvSpPr>
          <p:nvPr/>
        </p:nvSpPr>
        <p:spPr>
          <a:xfrm xmlns:a="http://schemas.openxmlformats.org/drawingml/2006/main">
            <a:off x="7429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8" name="">
            <a:extLst xmlns:a="http://schemas.openxmlformats.org/drawingml/2006/main">
              <a:ext uri="{FF2B5EF4-FFF2-40B4-BE49-F238E27FC236}">
                <a16:creationId xmlns:a16="http://schemas.microsoft.com/office/drawing/2014/main" id="{C69EEB5E-2F5E-47E4-AFBA-211A76225EA0}"/>
              </a:ext>
            </a:extLst>
          </p:cNvPr>
          <p:cNvSpPr>
            <a:spLocks xmlns:a="http://schemas.openxmlformats.org/drawingml/2006/main" noGrp="1"/>
          </p:cNvSpPr>
          <p:nvPr/>
        </p:nvSpPr>
        <p:spPr>
          <a:xfrm xmlns:a="http://schemas.openxmlformats.org/drawingml/2006/main">
            <a:off x="12001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Router for public and protected pages</a:t>
            </a:r>
          </a:p>
        </p:txBody>
      </p:sp>
      <p:sp>
        <p:nvSpPr>
          <p:cNvPr id="19" name="">
            <a:extLst xmlns:a="http://schemas.openxmlformats.org/drawingml/2006/main">
              <a:ext uri="{FF2B5EF4-FFF2-40B4-BE49-F238E27FC236}">
                <a16:creationId xmlns:a16="http://schemas.microsoft.com/office/drawing/2014/main" id="{226EB8EF-C718-4D38-B7FC-DC93A9A4901B}"/>
              </a:ext>
            </a:extLst>
          </p:cNvPr>
          <p:cNvSpPr>
            <a:spLocks xmlns:a="http://schemas.openxmlformats.org/drawingml/2006/main" noGrp="1"/>
          </p:cNvSpPr>
          <p:nvPr/>
        </p:nvSpPr>
        <p:spPr>
          <a:xfrm xmlns:a="http://schemas.openxmlformats.org/drawingml/2006/main">
            <a:off x="7429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0" name="">
            <a:extLst xmlns:a="http://schemas.openxmlformats.org/drawingml/2006/main">
              <a:ext uri="{FF2B5EF4-FFF2-40B4-BE49-F238E27FC236}">
                <a16:creationId xmlns:a16="http://schemas.microsoft.com/office/drawing/2014/main" id="{DA0C16AA-9F2E-467D-9519-3007CE73147E}"/>
              </a:ext>
            </a:extLst>
          </p:cNvPr>
          <p:cNvSpPr>
            <a:spLocks xmlns:a="http://schemas.openxmlformats.org/drawingml/2006/main" noGrp="1"/>
          </p:cNvSpPr>
          <p:nvPr/>
        </p:nvSpPr>
        <p:spPr>
          <a:xfrm xmlns:a="http://schemas.openxmlformats.org/drawingml/2006/main">
            <a:off x="12001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Role-based customer, provider and admin views</a:t>
            </a:r>
          </a:p>
        </p:txBody>
      </p:sp>
      <p:sp>
        <p:nvSpPr>
          <p:cNvPr id="21" name="">
            <a:extLst xmlns:a="http://schemas.openxmlformats.org/drawingml/2006/main">
              <a:ext uri="{FF2B5EF4-FFF2-40B4-BE49-F238E27FC236}">
                <a16:creationId xmlns:a16="http://schemas.microsoft.com/office/drawing/2014/main" id="{79E64892-A7BA-466C-A2A6-FD4B9D7AC035}"/>
              </a:ext>
            </a:extLst>
          </p:cNvPr>
          <p:cNvSpPr>
            <a:spLocks xmlns:a="http://schemas.openxmlformats.org/drawingml/2006/main" noGrp="1"/>
          </p:cNvSpPr>
          <p:nvPr/>
        </p:nvSpPr>
        <p:spPr>
          <a:xfrm xmlns:a="http://schemas.openxmlformats.org/drawingml/2006/main">
            <a:off x="7429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2" name="">
            <a:extLst xmlns:a="http://schemas.openxmlformats.org/drawingml/2006/main">
              <a:ext uri="{FF2B5EF4-FFF2-40B4-BE49-F238E27FC236}">
                <a16:creationId xmlns:a16="http://schemas.microsoft.com/office/drawing/2014/main" id="{4FD05B3C-A3D4-4E10-B40E-7E0EB2F2F65C}"/>
              </a:ext>
            </a:extLst>
          </p:cNvPr>
          <p:cNvSpPr>
            <a:spLocks xmlns:a="http://schemas.openxmlformats.org/drawingml/2006/main" noGrp="1"/>
          </p:cNvSpPr>
          <p:nvPr/>
        </p:nvSpPr>
        <p:spPr>
          <a:xfrm xmlns:a="http://schemas.openxmlformats.org/drawingml/2006/main">
            <a:off x="12001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Session state and API client integration</a:t>
            </a:r>
          </a:p>
        </p:txBody>
      </p:sp>
      <p:sp>
        <p:nvSpPr>
          <p:cNvPr id="23" name="">
            <a:extLst xmlns:a="http://schemas.openxmlformats.org/drawingml/2006/main">
              <a:ext uri="{FF2B5EF4-FFF2-40B4-BE49-F238E27FC236}">
                <a16:creationId xmlns:a16="http://schemas.microsoft.com/office/drawing/2014/main" id="{A08774E9-B507-4BA7-B382-B69A828641B3}"/>
              </a:ext>
            </a:extLst>
          </p:cNvPr>
          <p:cNvSpPr>
            <a:spLocks xmlns:a="http://schemas.openxmlformats.org/drawingml/2006/main" noGrp="1"/>
          </p:cNvSpPr>
          <p:nvPr/>
        </p:nvSpPr>
        <p:spPr>
          <a:xfrm xmlns:a="http://schemas.openxmlformats.org/drawingml/2006/main">
            <a:off x="7429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4" name="">
            <a:extLst xmlns:a="http://schemas.openxmlformats.org/drawingml/2006/main">
              <a:ext uri="{FF2B5EF4-FFF2-40B4-BE49-F238E27FC236}">
                <a16:creationId xmlns:a16="http://schemas.microsoft.com/office/drawing/2014/main" id="{ADB81BC3-0552-4CE7-8308-4BB986049A94}"/>
              </a:ext>
            </a:extLst>
          </p:cNvPr>
          <p:cNvSpPr>
            <a:spLocks xmlns:a="http://schemas.openxmlformats.org/drawingml/2006/main" noGrp="1"/>
          </p:cNvSpPr>
          <p:nvPr/>
        </p:nvSpPr>
        <p:spPr>
          <a:xfrm xmlns:a="http://schemas.openxmlformats.org/drawingml/2006/main">
            <a:off x="12001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Tailwind CSS layouts</a:t>
            </a:r>
          </a:p>
        </p:txBody>
      </p:sp>
      <p:sp>
        <p:nvSpPr>
          <p:cNvPr id="25" name="">
            <a:extLst xmlns:a="http://schemas.openxmlformats.org/drawingml/2006/main">
              <a:ext uri="{FF2B5EF4-FFF2-40B4-BE49-F238E27FC236}">
                <a16:creationId xmlns:a16="http://schemas.microsoft.com/office/drawing/2014/main" id="{083B6752-1758-49C6-9C8F-5FDC21329879}"/>
              </a:ext>
            </a:extLst>
          </p:cNvPr>
          <p:cNvSpPr>
            <a:spLocks xmlns:a="http://schemas.openxmlformats.org/drawingml/2006/main" noGrp="1"/>
          </p:cNvSpPr>
          <p:nvPr/>
        </p:nvSpPr>
        <p:spPr>
          <a:xfrm xmlns:a="http://schemas.openxmlformats.org/drawingml/2006/main">
            <a:off x="7429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26" name="">
            <a:extLst xmlns:a="http://schemas.openxmlformats.org/drawingml/2006/main">
              <a:ext uri="{FF2B5EF4-FFF2-40B4-BE49-F238E27FC236}">
                <a16:creationId xmlns:a16="http://schemas.microsoft.com/office/drawing/2014/main" id="{258D1222-2C50-485B-A2D0-B6FEEC1A48F8}"/>
              </a:ext>
            </a:extLst>
          </p:cNvPr>
          <p:cNvSpPr>
            <a:spLocks xmlns:a="http://schemas.openxmlformats.org/drawingml/2006/main" noGrp="1"/>
          </p:cNvSpPr>
          <p:nvPr/>
        </p:nvSpPr>
        <p:spPr>
          <a:xfrm xmlns:a="http://schemas.openxmlformats.org/drawingml/2006/main">
            <a:off x="12001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client for booking chat</a:t>
            </a:r>
          </a:p>
        </p:txBody>
      </p:sp>
      <p:sp>
        <p:nvSpPr>
          <p:cNvPr id="27" name="">
            <a:extLst xmlns:a="http://schemas.openxmlformats.org/drawingml/2006/main">
              <a:ext uri="{FF2B5EF4-FFF2-40B4-BE49-F238E27FC236}">
                <a16:creationId xmlns:a16="http://schemas.microsoft.com/office/drawing/2014/main" id="{4D529D6E-A986-4C12-AD9B-5A73C727E5CE}"/>
              </a:ext>
            </a:extLst>
          </p:cNvPr>
          <p:cNvSpPr>
            <a:spLocks xmlns:a="http://schemas.openxmlformats.org/drawingml/2006/main" noGrp="1"/>
          </p:cNvSpPr>
          <p:nvPr/>
        </p:nvSpPr>
        <p:spPr>
          <a:xfrm xmlns:a="http://schemas.openxmlformats.org/drawingml/2006/main">
            <a:off x="66484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28" name="">
            <a:extLst xmlns:a="http://schemas.openxmlformats.org/drawingml/2006/main">
              <a:ext uri="{FF2B5EF4-FFF2-40B4-BE49-F238E27FC236}">
                <a16:creationId xmlns:a16="http://schemas.microsoft.com/office/drawing/2014/main" id="{B53EF2D9-41E6-484F-A670-9EC68E849B07}"/>
              </a:ext>
            </a:extLst>
          </p:cNvPr>
          <p:cNvSpPr>
            <a:spLocks xmlns:a="http://schemas.openxmlformats.org/drawingml/2006/main" noGrp="1"/>
          </p:cNvSpPr>
          <p:nvPr/>
        </p:nvSpPr>
        <p:spPr>
          <a:xfrm xmlns:a="http://schemas.openxmlformats.org/drawingml/2006/main">
            <a:off x="71056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Express routes under /api/v1</a:t>
            </a:r>
          </a:p>
        </p:txBody>
      </p:sp>
      <p:sp>
        <p:nvSpPr>
          <p:cNvPr id="29" name="">
            <a:extLst xmlns:a="http://schemas.openxmlformats.org/drawingml/2006/main">
              <a:ext uri="{FF2B5EF4-FFF2-40B4-BE49-F238E27FC236}">
                <a16:creationId xmlns:a16="http://schemas.microsoft.com/office/drawing/2014/main" id="{27BD65F3-CEF2-46CA-ADB2-3D48F80ECDA0}"/>
              </a:ext>
            </a:extLst>
          </p:cNvPr>
          <p:cNvSpPr>
            <a:spLocks xmlns:a="http://schemas.openxmlformats.org/drawingml/2006/main" noGrp="1"/>
          </p:cNvSpPr>
          <p:nvPr/>
        </p:nvSpPr>
        <p:spPr>
          <a:xfrm xmlns:a="http://schemas.openxmlformats.org/drawingml/2006/main">
            <a:off x="66484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30" name="">
            <a:extLst xmlns:a="http://schemas.openxmlformats.org/drawingml/2006/main">
              <a:ext uri="{FF2B5EF4-FFF2-40B4-BE49-F238E27FC236}">
                <a16:creationId xmlns:a16="http://schemas.microsoft.com/office/drawing/2014/main" id="{79024650-4DA3-4D22-946F-F3BB3485B7BB}"/>
              </a:ext>
            </a:extLst>
          </p:cNvPr>
          <p:cNvSpPr>
            <a:spLocks xmlns:a="http://schemas.openxmlformats.org/drawingml/2006/main" noGrp="1"/>
          </p:cNvSpPr>
          <p:nvPr/>
        </p:nvSpPr>
        <p:spPr>
          <a:xfrm xmlns:a="http://schemas.openxmlformats.org/drawingml/2006/main">
            <a:off x="71056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authentication and access checks</a:t>
            </a:r>
          </a:p>
        </p:txBody>
      </p:sp>
      <p:sp>
        <p:nvSpPr>
          <p:cNvPr id="31" name="">
            <a:extLst xmlns:a="http://schemas.openxmlformats.org/drawingml/2006/main">
              <a:ext uri="{FF2B5EF4-FFF2-40B4-BE49-F238E27FC236}">
                <a16:creationId xmlns:a16="http://schemas.microsoft.com/office/drawing/2014/main" id="{D26DB537-D0A0-4F18-A4EC-ECA19844D126}"/>
              </a:ext>
            </a:extLst>
          </p:cNvPr>
          <p:cNvSpPr>
            <a:spLocks xmlns:a="http://schemas.openxmlformats.org/drawingml/2006/main" noGrp="1"/>
          </p:cNvSpPr>
          <p:nvPr/>
        </p:nvSpPr>
        <p:spPr>
          <a:xfrm xmlns:a="http://schemas.openxmlformats.org/drawingml/2006/main">
            <a:off x="66484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32" name="">
            <a:extLst xmlns:a="http://schemas.openxmlformats.org/drawingml/2006/main">
              <a:ext uri="{FF2B5EF4-FFF2-40B4-BE49-F238E27FC236}">
                <a16:creationId xmlns:a16="http://schemas.microsoft.com/office/drawing/2014/main" id="{B1783FA6-6B3E-4C7F-9A1F-97E54FF53C32}"/>
              </a:ext>
            </a:extLst>
          </p:cNvPr>
          <p:cNvSpPr>
            <a:spLocks xmlns:a="http://schemas.openxmlformats.org/drawingml/2006/main" noGrp="1"/>
          </p:cNvSpPr>
          <p:nvPr/>
        </p:nvSpPr>
        <p:spPr>
          <a:xfrm xmlns:a="http://schemas.openxmlformats.org/drawingml/2006/main">
            <a:off x="71056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Mongoose models and input validation</a:t>
            </a:r>
          </a:p>
        </p:txBody>
      </p:sp>
      <p:sp>
        <p:nvSpPr>
          <p:cNvPr id="33" name="">
            <a:extLst xmlns:a="http://schemas.openxmlformats.org/drawingml/2006/main">
              <a:ext uri="{FF2B5EF4-FFF2-40B4-BE49-F238E27FC236}">
                <a16:creationId xmlns:a16="http://schemas.microsoft.com/office/drawing/2014/main" id="{005A6254-C77F-45CB-9142-2976D3BDFA3C}"/>
              </a:ext>
            </a:extLst>
          </p:cNvPr>
          <p:cNvSpPr>
            <a:spLocks xmlns:a="http://schemas.openxmlformats.org/drawingml/2006/main" noGrp="1"/>
          </p:cNvSpPr>
          <p:nvPr/>
        </p:nvSpPr>
        <p:spPr>
          <a:xfrm xmlns:a="http://schemas.openxmlformats.org/drawingml/2006/main">
            <a:off x="66484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34" name="">
            <a:extLst xmlns:a="http://schemas.openxmlformats.org/drawingml/2006/main">
              <a:ext uri="{FF2B5EF4-FFF2-40B4-BE49-F238E27FC236}">
                <a16:creationId xmlns:a16="http://schemas.microsoft.com/office/drawing/2014/main" id="{E4D2163E-6D72-408B-A1AA-811384B20B82}"/>
              </a:ext>
            </a:extLst>
          </p:cNvPr>
          <p:cNvSpPr>
            <a:spLocks xmlns:a="http://schemas.openxmlformats.org/drawingml/2006/main" noGrp="1"/>
          </p:cNvSpPr>
          <p:nvPr/>
        </p:nvSpPr>
        <p:spPr>
          <a:xfrm xmlns:a="http://schemas.openxmlformats.org/drawingml/2006/main">
            <a:off x="71056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Booking and payment lifecycle services</a:t>
            </a:r>
          </a:p>
        </p:txBody>
      </p:sp>
      <p:sp>
        <p:nvSpPr>
          <p:cNvPr id="35" name="">
            <a:extLst xmlns:a="http://schemas.openxmlformats.org/drawingml/2006/main">
              <a:ext uri="{FF2B5EF4-FFF2-40B4-BE49-F238E27FC236}">
                <a16:creationId xmlns:a16="http://schemas.microsoft.com/office/drawing/2014/main" id="{B31E5431-4A90-4945-94B8-B590BFB3870E}"/>
              </a:ext>
            </a:extLst>
          </p:cNvPr>
          <p:cNvSpPr>
            <a:spLocks xmlns:a="http://schemas.openxmlformats.org/drawingml/2006/main" noGrp="1"/>
          </p:cNvSpPr>
          <p:nvPr/>
        </p:nvSpPr>
        <p:spPr>
          <a:xfrm xmlns:a="http://schemas.openxmlformats.org/drawingml/2006/main">
            <a:off x="66484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36" name="">
            <a:extLst xmlns:a="http://schemas.openxmlformats.org/drawingml/2006/main">
              <a:ext uri="{FF2B5EF4-FFF2-40B4-BE49-F238E27FC236}">
                <a16:creationId xmlns:a16="http://schemas.microsoft.com/office/drawing/2014/main" id="{1FF0A819-3C2E-4131-864C-38691270F46C}"/>
              </a:ext>
            </a:extLst>
          </p:cNvPr>
          <p:cNvSpPr>
            <a:spLocks xmlns:a="http://schemas.openxmlformats.org/drawingml/2006/main" noGrp="1"/>
          </p:cNvSpPr>
          <p:nvPr/>
        </p:nvSpPr>
        <p:spPr>
          <a:xfrm xmlns:a="http://schemas.openxmlformats.org/drawingml/2006/main">
            <a:off x="71056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Signed webhook processing and audit records</a:t>
            </a:r>
          </a:p>
        </p:txBody>
      </p:sp>
      <p:sp>
        <p:nvSpPr>
          <p:cNvPr id="37" name="">
            <a:extLst xmlns:a="http://schemas.openxmlformats.org/drawingml/2006/main">
              <a:ext uri="{FF2B5EF4-FFF2-40B4-BE49-F238E27FC236}">
                <a16:creationId xmlns:a16="http://schemas.microsoft.com/office/drawing/2014/main" id="{34E8E723-158E-4F9B-BA51-D5DDDF952E74}"/>
              </a:ext>
            </a:extLst>
          </p:cNvPr>
          <p:cNvSpPr>
            <a:spLocks xmlns:a="http://schemas.openxmlformats.org/drawingml/2006/main" noGrp="1"/>
          </p:cNvSpPr>
          <p:nvPr/>
        </p:nvSpPr>
        <p:spPr>
          <a:xfrm xmlns:a="http://schemas.openxmlformats.org/drawingml/2006/main">
            <a:off x="66484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8" name="">
            <a:extLst xmlns:a="http://schemas.openxmlformats.org/drawingml/2006/main">
              <a:ext uri="{FF2B5EF4-FFF2-40B4-BE49-F238E27FC236}">
                <a16:creationId xmlns:a16="http://schemas.microsoft.com/office/drawing/2014/main" id="{D4B9066B-7919-4658-A8A7-5E9CE9AAE0B8}"/>
              </a:ext>
            </a:extLst>
          </p:cNvPr>
          <p:cNvSpPr>
            <a:spLocks xmlns:a="http://schemas.openxmlformats.org/drawingml/2006/main" noGrp="1"/>
          </p:cNvSpPr>
          <p:nvPr/>
        </p:nvSpPr>
        <p:spPr>
          <a:xfrm xmlns:a="http://schemas.openxmlformats.org/drawingml/2006/main">
            <a:off x="71056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server and background worker</a:t>
            </a:r>
          </a:p>
        </p:txBody>
      </p:sp>
      <p:sp>
        <p:nvSpPr>
          <p:cNvPr id="39" name="">
            <a:extLst xmlns:a="http://schemas.openxmlformats.org/drawingml/2006/main">
              <a:ext uri="{FF2B5EF4-FFF2-40B4-BE49-F238E27FC236}">
                <a16:creationId xmlns:a16="http://schemas.microsoft.com/office/drawing/2014/main" id="{743014CE-EBA3-41F3-825D-B0227004BE15}"/>
              </a:ext>
            </a:extLst>
          </p:cNvPr>
          <p:cNvSpPr>
            <a:spLocks xmlns:a="http://schemas.openxmlformats.org/drawingml/2006/main" noGrp="1"/>
          </p:cNvSpPr>
          <p:nvPr/>
        </p:nvSpPr>
        <p:spPr>
          <a:xfrm xmlns:a="http://schemas.openxmlformats.org/drawingml/2006/main">
            <a:off x="571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Client request</a:t>
            </a:r>
          </a:p>
        </p:txBody>
      </p:sp>
      <p:sp>
        <p:nvSpPr>
          <p:cNvPr id="40" name="">
            <a:extLst xmlns:a="http://schemas.openxmlformats.org/drawingml/2006/main">
              <a:ext uri="{FF2B5EF4-FFF2-40B4-BE49-F238E27FC236}">
                <a16:creationId xmlns:a16="http://schemas.microsoft.com/office/drawing/2014/main" id="{46FF18E8-BB00-4D8E-897F-C8E3DDFE4177}"/>
              </a:ext>
            </a:extLst>
          </p:cNvPr>
          <p:cNvSpPr>
            <a:spLocks xmlns:a="http://schemas.openxmlformats.org/drawingml/2006/main" noGrp="1"/>
          </p:cNvSpPr>
          <p:nvPr/>
        </p:nvSpPr>
        <p:spPr>
          <a:xfrm xmlns:a="http://schemas.openxmlformats.org/drawingml/2006/main">
            <a:off x="3048000" y="5819775"/>
            <a:ext cx="381000" cy="0"/>
          </a:xfrm>
          <a:prstGeom xmlns:a="http://schemas.openxmlformats.org/drawingml/2006/main" prst="line">
            <a:avLst/>
          </a:prstGeom>
          <a:ln xmlns:a="http://schemas.openxmlformats.org/drawingml/2006/main" w="19050">
            <a:solidFill>
              <a:srgbClr val="1557FF"/>
            </a:solidFill>
          </a:ln>
        </p:spPr>
      </p:sp>
      <p:sp>
        <p:nvSpPr>
          <p:cNvPr id="41" name="">
            <a:extLst xmlns:a="http://schemas.openxmlformats.org/drawingml/2006/main">
              <a:ext uri="{FF2B5EF4-FFF2-40B4-BE49-F238E27FC236}">
                <a16:creationId xmlns:a16="http://schemas.microsoft.com/office/drawing/2014/main" id="{89A79330-94EB-4C9E-8522-C07983CED9FA}"/>
              </a:ext>
            </a:extLst>
          </p:cNvPr>
          <p:cNvSpPr>
            <a:spLocks xmlns:a="http://schemas.openxmlformats.org/drawingml/2006/main" noGrp="1"/>
          </p:cNvSpPr>
          <p:nvPr/>
        </p:nvSpPr>
        <p:spPr>
          <a:xfrm xmlns:a="http://schemas.openxmlformats.org/drawingml/2006/main">
            <a:off x="3333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2" name="">
            <a:extLst xmlns:a="http://schemas.openxmlformats.org/drawingml/2006/main">
              <a:ext uri="{FF2B5EF4-FFF2-40B4-BE49-F238E27FC236}">
                <a16:creationId xmlns:a16="http://schemas.microsoft.com/office/drawing/2014/main" id="{B573E0F2-0B6F-456D-BF42-3A8F6791C505}"/>
              </a:ext>
            </a:extLst>
          </p:cNvPr>
          <p:cNvSpPr>
            <a:spLocks xmlns:a="http://schemas.openxmlformats.org/drawingml/2006/main" noGrp="1"/>
          </p:cNvSpPr>
          <p:nvPr/>
        </p:nvSpPr>
        <p:spPr>
          <a:xfrm xmlns:a="http://schemas.openxmlformats.org/drawingml/2006/main">
            <a:off x="3429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Auth &amp; validation</a:t>
            </a:r>
          </a:p>
        </p:txBody>
      </p:sp>
      <p:sp>
        <p:nvSpPr>
          <p:cNvPr id="43" name="">
            <a:extLst xmlns:a="http://schemas.openxmlformats.org/drawingml/2006/main">
              <a:ext uri="{FF2B5EF4-FFF2-40B4-BE49-F238E27FC236}">
                <a16:creationId xmlns:a16="http://schemas.microsoft.com/office/drawing/2014/main" id="{B5AC5BC8-7937-41FB-8EE8-8711571B73DB}"/>
              </a:ext>
            </a:extLst>
          </p:cNvPr>
          <p:cNvSpPr>
            <a:spLocks xmlns:a="http://schemas.openxmlformats.org/drawingml/2006/main" noGrp="1"/>
          </p:cNvSpPr>
          <p:nvPr/>
        </p:nvSpPr>
        <p:spPr>
          <a:xfrm xmlns:a="http://schemas.openxmlformats.org/drawingml/2006/main">
            <a:off x="5905500" y="5819775"/>
            <a:ext cx="381000" cy="0"/>
          </a:xfrm>
          <a:prstGeom xmlns:a="http://schemas.openxmlformats.org/drawingml/2006/main" prst="line">
            <a:avLst/>
          </a:prstGeom>
          <a:ln xmlns:a="http://schemas.openxmlformats.org/drawingml/2006/main" w="19050">
            <a:solidFill>
              <a:srgbClr val="1557FF"/>
            </a:solidFill>
          </a:ln>
        </p:spPr>
      </p:sp>
      <p:sp>
        <p:nvSpPr>
          <p:cNvPr id="44" name="">
            <a:extLst xmlns:a="http://schemas.openxmlformats.org/drawingml/2006/main">
              <a:ext uri="{FF2B5EF4-FFF2-40B4-BE49-F238E27FC236}">
                <a16:creationId xmlns:a16="http://schemas.microsoft.com/office/drawing/2014/main" id="{F70C51E8-2541-4534-986D-3A7C8718AF9F}"/>
              </a:ext>
            </a:extLst>
          </p:cNvPr>
          <p:cNvSpPr>
            <a:spLocks xmlns:a="http://schemas.openxmlformats.org/drawingml/2006/main" noGrp="1"/>
          </p:cNvSpPr>
          <p:nvPr/>
        </p:nvSpPr>
        <p:spPr>
          <a:xfrm xmlns:a="http://schemas.openxmlformats.org/drawingml/2006/main">
            <a:off x="61912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5" name="">
            <a:extLst xmlns:a="http://schemas.openxmlformats.org/drawingml/2006/main">
              <a:ext uri="{FF2B5EF4-FFF2-40B4-BE49-F238E27FC236}">
                <a16:creationId xmlns:a16="http://schemas.microsoft.com/office/drawing/2014/main" id="{208B5AF4-9A83-422C-9B4E-986E00BCD953}"/>
              </a:ext>
            </a:extLst>
          </p:cNvPr>
          <p:cNvSpPr>
            <a:spLocks xmlns:a="http://schemas.openxmlformats.org/drawingml/2006/main" noGrp="1"/>
          </p:cNvSpPr>
          <p:nvPr/>
        </p:nvSpPr>
        <p:spPr>
          <a:xfrm xmlns:a="http://schemas.openxmlformats.org/drawingml/2006/main">
            <a:off x="6286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Business logic</a:t>
            </a:r>
          </a:p>
        </p:txBody>
      </p:sp>
      <p:sp>
        <p:nvSpPr>
          <p:cNvPr id="46" name="">
            <a:extLst xmlns:a="http://schemas.openxmlformats.org/drawingml/2006/main">
              <a:ext uri="{FF2B5EF4-FFF2-40B4-BE49-F238E27FC236}">
                <a16:creationId xmlns:a16="http://schemas.microsoft.com/office/drawing/2014/main" id="{BF57112A-9C89-4B7B-AA2D-9F4A0FC1400A}"/>
              </a:ext>
            </a:extLst>
          </p:cNvPr>
          <p:cNvSpPr>
            <a:spLocks xmlns:a="http://schemas.openxmlformats.org/drawingml/2006/main" noGrp="1"/>
          </p:cNvSpPr>
          <p:nvPr/>
        </p:nvSpPr>
        <p:spPr>
          <a:xfrm xmlns:a="http://schemas.openxmlformats.org/drawingml/2006/main">
            <a:off x="8763000" y="5819775"/>
            <a:ext cx="381000" cy="0"/>
          </a:xfrm>
          <a:prstGeom xmlns:a="http://schemas.openxmlformats.org/drawingml/2006/main" prst="line">
            <a:avLst/>
          </a:prstGeom>
          <a:ln xmlns:a="http://schemas.openxmlformats.org/drawingml/2006/main" w="19050">
            <a:solidFill>
              <a:srgbClr val="1557FF"/>
            </a:solidFill>
          </a:ln>
        </p:spPr>
      </p:sp>
      <p:sp>
        <p:nvSpPr>
          <p:cNvPr id="47" name="">
            <a:extLst xmlns:a="http://schemas.openxmlformats.org/drawingml/2006/main">
              <a:ext uri="{FF2B5EF4-FFF2-40B4-BE49-F238E27FC236}">
                <a16:creationId xmlns:a16="http://schemas.microsoft.com/office/drawing/2014/main" id="{91946270-E7B1-4C37-9758-5A7D962D338F}"/>
              </a:ext>
            </a:extLst>
          </p:cNvPr>
          <p:cNvSpPr>
            <a:spLocks xmlns:a="http://schemas.openxmlformats.org/drawingml/2006/main" noGrp="1"/>
          </p:cNvSpPr>
          <p:nvPr/>
        </p:nvSpPr>
        <p:spPr>
          <a:xfrm xmlns:a="http://schemas.openxmlformats.org/drawingml/2006/main">
            <a:off x="9048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8" name="">
            <a:extLst xmlns:a="http://schemas.openxmlformats.org/drawingml/2006/main">
              <a:ext uri="{FF2B5EF4-FFF2-40B4-BE49-F238E27FC236}">
                <a16:creationId xmlns:a16="http://schemas.microsoft.com/office/drawing/2014/main" id="{C25FC1D6-28E8-45C0-8A34-E212FE8758FA}"/>
              </a:ext>
            </a:extLst>
          </p:cNvPr>
          <p:cNvSpPr>
            <a:spLocks xmlns:a="http://schemas.openxmlformats.org/drawingml/2006/main" noGrp="1"/>
          </p:cNvSpPr>
          <p:nvPr/>
        </p:nvSpPr>
        <p:spPr>
          <a:xfrm xmlns:a="http://schemas.openxmlformats.org/drawingml/2006/main">
            <a:off x="9144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MongoDB / JSON</a:t>
            </a:r>
          </a:p>
        </p:txBody>
      </p:sp>
    </p:spTree>
    <p:extLst>
      <p:ext uri="{BB962C8B-B14F-4D97-AF65-F5344CB8AC3E}">
        <p14:creationId xmlns:p14="http://schemas.microsoft.com/office/powerpoint/2010/main" val="17331358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FD5563EB-5DF9-4B89-ADE3-E731EBC98223}"/>
              </a:ext>
            </a:extLst>
          </p:cNvPr>
          <p:cNvPicPr>
            <a:picLocks xmlns:a="http://schemas.openxmlformats.org/drawingml/2006/main" noChangeAspect="1"/>
          </p:cNvPicPr>
          <p:nvPr/>
        </p:nvPicPr>
        <p:blipFill>
          <a:blip xmlns:r="http://schemas.openxmlformats.org/officeDocument/2006/relationships" xmlns:a="http://schemas.openxmlformats.org/drawingml/2006/main" r:embed="Rc500b37bb25d4229"/>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056CB4-DD83-40F9-9532-BBAAB3B3F4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FD369B10-B944-4E67-8BAC-B086FE5F4200}"/>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API Development &amp; Booking Workflow</a:t>
            </a:r>
          </a:p>
        </p:txBody>
      </p:sp>
      <p:sp>
        <p:nvSpPr>
          <p:cNvPr id="4" name="">
            <a:extLst xmlns:a="http://schemas.openxmlformats.org/drawingml/2006/main">
              <a:ext uri="{FF2B5EF4-FFF2-40B4-BE49-F238E27FC236}">
                <a16:creationId xmlns:a16="http://schemas.microsoft.com/office/drawing/2014/main" id="{4361240F-21D9-46C2-B97D-5E16D8F814E3}"/>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3C28BFAC-6E9D-42A7-963A-147AEC590F8A}"/>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EDA6E269-5A22-44E5-8C4B-95240A78049A}"/>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graphicFrame>
        <p:nvGraphicFramePr>
          <p:cNvPr id="7" name="">
            <a:extLst xmlns:a="http://schemas.openxmlformats.org/drawingml/2006/main">
              <a:ext uri="{FF2B5EF4-FFF2-40B4-BE49-F238E27FC236}">
                <a16:creationId xmlns:a16="http://schemas.microsoft.com/office/drawing/2014/main" id="{8DC16043-4D5A-44F9-973D-B23643C37A00}"/>
              </a:ext>
            </a:extLst>
          </p:cNvPr>
          <p:cNvGraphicFramePr/>
          <p:nvPr/>
        </p:nvGraphicFramePr>
        <p:xfrm>
          <a:off xmlns:a="http://schemas.openxmlformats.org/drawingml/2006/main" x="571500" y="1524000"/>
          <a:ext xmlns:a="http://schemas.openxmlformats.org/drawingml/2006/main" cx="11049000" cy="3105150"/>
        </p:xfrm>
        <a:graphic xmlns:a="http://schemas.openxmlformats.org/drawingml/2006/main">
          <a:graphicData uri="http://schemas.openxmlformats.org/drawingml/2006/table">
            <a:tbl>
              <a:tblPr/>
              <a:tblGrid>
                <a:gridCol w="1095375"/>
                <a:gridCol w="6286500"/>
                <a:gridCol w="3667125"/>
              </a:tblGrid>
              <a:tr h="443593">
                <a:tc>
                  <a:txBody>
                    <a:bodyPr lIns="114300" tIns="114300" rIns="114300" bIns="114300"/>
                    <a:lstStyle/>
                    <a:p>
                      <a:r>
                        <a:rPr sz="1575" b="1">
                          <a:solidFill>
                            <a:srgbClr val="15191D"/>
                          </a:solidFill>
                        </a:rPr>
                        <a:t>METHOD</a:t>
                      </a:r>
                    </a:p>
                  </a:txBody>
                  <a:tcPr marL="91440" marR="91440" marT="45720" marB="45720" anchor="ctr">
                    <a:lnL w="9525">
                      <a:solidFill>
                        <a:srgbClr val="E1E2E5"/>
                      </a:solidFill>
                      <a:prstDash val="solid"/>
                    </a:lnL>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ENDPOINT</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PURPOSE</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/api/v1/auth/login</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Authenticate user</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GET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Discover listed 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Request a booking</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/api/v1/bookings/:bookingId/accept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Provider accepts request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Create payment 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/api/v1/payments/:bookingId/verify</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Verify customer payment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0677C1A-2719-4904-A107-7D88C9119735}"/>
              </a:ext>
            </a:extLst>
          </p:cNvPr>
          <p:cNvSpPr>
            <a:spLocks xmlns:a="http://schemas.openxmlformats.org/drawingml/2006/main" noGrp="1"/>
          </p:cNvSpPr>
          <p:nvPr/>
        </p:nvSpPr>
        <p:spPr>
          <a:xfrm xmlns:a="http://schemas.openxmlformats.org/drawingml/2006/main">
            <a:off x="571500" y="48482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5191D"/>
                </a:solidFill>
              </a:defRPr>
            </a:defPPr>
          </a:lstStyle>
          <a:p xmlns:a="http://schemas.openxmlformats.org/drawingml/2006/main">
            <a:pPr>
              <a:defRPr sz="1950" b="1">
                <a:solidFill>
                  <a:srgbClr val="15191D"/>
                </a:solidFill>
              </a:defRPr>
            </a:pPr>
            <a:r>
              <a:rPr sz="1950" b="1">
                <a:solidFill>
                  <a:srgbClr val="15191D"/>
                </a:solidFill>
              </a:rPr>
              <a:t>Booking lifecycle</a:t>
            </a:r>
          </a:p>
        </p:txBody>
      </p:sp>
      <p:sp>
        <p:nvSpPr>
          <p:cNvPr id="9" name="">
            <a:extLst xmlns:a="http://schemas.openxmlformats.org/drawingml/2006/main">
              <a:ext uri="{FF2B5EF4-FFF2-40B4-BE49-F238E27FC236}">
                <a16:creationId xmlns:a16="http://schemas.microsoft.com/office/drawing/2014/main" id="{10CA1F2B-B3E5-4428-A153-A408E253914C}"/>
              </a:ext>
            </a:extLst>
          </p:cNvPr>
          <p:cNvSpPr>
            <a:spLocks xmlns:a="http://schemas.openxmlformats.org/drawingml/2006/main" noGrp="1"/>
          </p:cNvSpPr>
          <p:nvPr/>
        </p:nvSpPr>
        <p:spPr>
          <a:xfrm xmlns:a="http://schemas.openxmlformats.org/drawingml/2006/main">
            <a:off x="8286750" y="48863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booking progress UI</a:t>
            </a:r>
          </a:p>
        </p:txBody>
      </p:sp>
      <p:sp>
        <p:nvSpPr>
          <p:cNvPr id="10" name="">
            <a:extLst xmlns:a="http://schemas.openxmlformats.org/drawingml/2006/main">
              <a:ext uri="{FF2B5EF4-FFF2-40B4-BE49-F238E27FC236}">
                <a16:creationId xmlns:a16="http://schemas.microsoft.com/office/drawing/2014/main" id="{72D52931-412D-4C2E-B04F-FD63696C3CA7}"/>
              </a:ext>
            </a:extLst>
          </p:cNvPr>
          <p:cNvSpPr>
            <a:spLocks xmlns:a="http://schemas.openxmlformats.org/drawingml/2006/main" noGrp="1"/>
          </p:cNvSpPr>
          <p:nvPr/>
        </p:nvSpPr>
        <p:spPr>
          <a:xfrm xmlns:a="http://schemas.openxmlformats.org/drawingml/2006/main">
            <a:off x="5715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9AF31AD6-3AAD-4E47-B9C4-0F27D7352C11}"/>
              </a:ext>
            </a:extLst>
          </p:cNvPr>
          <p:cNvSpPr>
            <a:spLocks xmlns:a="http://schemas.openxmlformats.org/drawingml/2006/main" noGrp="1"/>
          </p:cNvSpPr>
          <p:nvPr/>
        </p:nvSpPr>
        <p:spPr>
          <a:xfrm xmlns:a="http://schemas.openxmlformats.org/drawingml/2006/main">
            <a:off x="5715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2" name="">
            <a:extLst xmlns:a="http://schemas.openxmlformats.org/drawingml/2006/main">
              <a:ext uri="{FF2B5EF4-FFF2-40B4-BE49-F238E27FC236}">
                <a16:creationId xmlns:a16="http://schemas.microsoft.com/office/drawing/2014/main" id="{838464A2-57CB-4064-8B7D-CB40C04CF6A0}"/>
              </a:ext>
            </a:extLst>
          </p:cNvPr>
          <p:cNvSpPr>
            <a:spLocks xmlns:a="http://schemas.openxmlformats.org/drawingml/2006/main" noGrp="1"/>
          </p:cNvSpPr>
          <p:nvPr/>
        </p:nvSpPr>
        <p:spPr>
          <a:xfrm xmlns:a="http://schemas.openxmlformats.org/drawingml/2006/main">
            <a:off x="6858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Request</a:t>
            </a:r>
          </a:p>
        </p:txBody>
      </p:sp>
      <p:sp>
        <p:nvSpPr>
          <p:cNvPr id="13" name="">
            <a:extLst xmlns:a="http://schemas.openxmlformats.org/drawingml/2006/main">
              <a:ext uri="{FF2B5EF4-FFF2-40B4-BE49-F238E27FC236}">
                <a16:creationId xmlns:a16="http://schemas.microsoft.com/office/drawing/2014/main" id="{72CF6A75-896E-4315-8A44-A159C5759BF3}"/>
              </a:ext>
            </a:extLst>
          </p:cNvPr>
          <p:cNvSpPr>
            <a:spLocks xmlns:a="http://schemas.openxmlformats.org/drawingml/2006/main" noGrp="1"/>
          </p:cNvSpPr>
          <p:nvPr/>
        </p:nvSpPr>
        <p:spPr>
          <a:xfrm xmlns:a="http://schemas.openxmlformats.org/drawingml/2006/main">
            <a:off x="2590800" y="5581650"/>
            <a:ext cx="238125" cy="0"/>
          </a:xfrm>
          <a:prstGeom xmlns:a="http://schemas.openxmlformats.org/drawingml/2006/main" prst="line">
            <a:avLst/>
          </a:prstGeom>
          <a:ln xmlns:a="http://schemas.openxmlformats.org/drawingml/2006/main" w="19050">
            <a:solidFill>
              <a:srgbClr val="1557FF"/>
            </a:solidFill>
          </a:ln>
        </p:spPr>
      </p:sp>
      <p:sp>
        <p:nvSpPr>
          <p:cNvPr id="14" name="">
            <a:extLst xmlns:a="http://schemas.openxmlformats.org/drawingml/2006/main">
              <a:ext uri="{FF2B5EF4-FFF2-40B4-BE49-F238E27FC236}">
                <a16:creationId xmlns:a16="http://schemas.microsoft.com/office/drawing/2014/main" id="{1C9E7B75-05D5-4B0A-AD7E-A0A7AF8B2F12}"/>
              </a:ext>
            </a:extLst>
          </p:cNvPr>
          <p:cNvSpPr>
            <a:spLocks xmlns:a="http://schemas.openxmlformats.org/drawingml/2006/main" noGrp="1"/>
          </p:cNvSpPr>
          <p:nvPr/>
        </p:nvSpPr>
        <p:spPr>
          <a:xfrm xmlns:a="http://schemas.openxmlformats.org/drawingml/2006/main">
            <a:off x="273367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5" name="">
            <a:extLst xmlns:a="http://schemas.openxmlformats.org/drawingml/2006/main">
              <a:ext uri="{FF2B5EF4-FFF2-40B4-BE49-F238E27FC236}">
                <a16:creationId xmlns:a16="http://schemas.microsoft.com/office/drawing/2014/main" id="{5CCA2775-E3D5-4CA2-A1CF-158B4695DCE5}"/>
              </a:ext>
            </a:extLst>
          </p:cNvPr>
          <p:cNvSpPr>
            <a:spLocks xmlns:a="http://schemas.openxmlformats.org/drawingml/2006/main" noGrp="1"/>
          </p:cNvSpPr>
          <p:nvPr/>
        </p:nvSpPr>
        <p:spPr>
          <a:xfrm xmlns:a="http://schemas.openxmlformats.org/drawingml/2006/main">
            <a:off x="282892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5E428727-0EDE-4633-8394-067DC753666A}"/>
              </a:ext>
            </a:extLst>
          </p:cNvPr>
          <p:cNvSpPr>
            <a:spLocks xmlns:a="http://schemas.openxmlformats.org/drawingml/2006/main" noGrp="1"/>
          </p:cNvSpPr>
          <p:nvPr/>
        </p:nvSpPr>
        <p:spPr>
          <a:xfrm xmlns:a="http://schemas.openxmlformats.org/drawingml/2006/main">
            <a:off x="282892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7" name="">
            <a:extLst xmlns:a="http://schemas.openxmlformats.org/drawingml/2006/main">
              <a:ext uri="{FF2B5EF4-FFF2-40B4-BE49-F238E27FC236}">
                <a16:creationId xmlns:a16="http://schemas.microsoft.com/office/drawing/2014/main" id="{C0BC8E9B-B487-4C63-899D-56859AB9C72F}"/>
              </a:ext>
            </a:extLst>
          </p:cNvPr>
          <p:cNvSpPr>
            <a:spLocks xmlns:a="http://schemas.openxmlformats.org/drawingml/2006/main" noGrp="1"/>
          </p:cNvSpPr>
          <p:nvPr/>
        </p:nvSpPr>
        <p:spPr>
          <a:xfrm xmlns:a="http://schemas.openxmlformats.org/drawingml/2006/main">
            <a:off x="294322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Provider acceptance</a:t>
            </a:r>
          </a:p>
        </p:txBody>
      </p:sp>
      <p:sp>
        <p:nvSpPr>
          <p:cNvPr id="18" name="">
            <a:extLst xmlns:a="http://schemas.openxmlformats.org/drawingml/2006/main">
              <a:ext uri="{FF2B5EF4-FFF2-40B4-BE49-F238E27FC236}">
                <a16:creationId xmlns:a16="http://schemas.microsoft.com/office/drawing/2014/main" id="{201445DC-4AB9-4AC7-9076-4238A54911F2}"/>
              </a:ext>
            </a:extLst>
          </p:cNvPr>
          <p:cNvSpPr>
            <a:spLocks xmlns:a="http://schemas.openxmlformats.org/drawingml/2006/main" noGrp="1"/>
          </p:cNvSpPr>
          <p:nvPr/>
        </p:nvSpPr>
        <p:spPr>
          <a:xfrm xmlns:a="http://schemas.openxmlformats.org/drawingml/2006/main">
            <a:off x="4848225" y="5581650"/>
            <a:ext cx="23812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A493ED9B-6151-458B-98C5-D71FD65A2626}"/>
              </a:ext>
            </a:extLst>
          </p:cNvPr>
          <p:cNvSpPr>
            <a:spLocks xmlns:a="http://schemas.openxmlformats.org/drawingml/2006/main" noGrp="1"/>
          </p:cNvSpPr>
          <p:nvPr/>
        </p:nvSpPr>
        <p:spPr>
          <a:xfrm xmlns:a="http://schemas.openxmlformats.org/drawingml/2006/main">
            <a:off x="499110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2FAD5454-49C2-45C2-ABE1-1CF20E3462F5}"/>
              </a:ext>
            </a:extLst>
          </p:cNvPr>
          <p:cNvSpPr>
            <a:spLocks xmlns:a="http://schemas.openxmlformats.org/drawingml/2006/main" noGrp="1"/>
          </p:cNvSpPr>
          <p:nvPr/>
        </p:nvSpPr>
        <p:spPr>
          <a:xfrm xmlns:a="http://schemas.openxmlformats.org/drawingml/2006/main">
            <a:off x="508635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550412A1-679E-48BB-8244-026035460B7B}"/>
              </a:ext>
            </a:extLst>
          </p:cNvPr>
          <p:cNvSpPr>
            <a:spLocks xmlns:a="http://schemas.openxmlformats.org/drawingml/2006/main" noGrp="1"/>
          </p:cNvSpPr>
          <p:nvPr/>
        </p:nvSpPr>
        <p:spPr>
          <a:xfrm xmlns:a="http://schemas.openxmlformats.org/drawingml/2006/main">
            <a:off x="508635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22" name="">
            <a:extLst xmlns:a="http://schemas.openxmlformats.org/drawingml/2006/main">
              <a:ext uri="{FF2B5EF4-FFF2-40B4-BE49-F238E27FC236}">
                <a16:creationId xmlns:a16="http://schemas.microsoft.com/office/drawing/2014/main" id="{FD4045E9-A3FD-4576-9D9C-2657A8A9CFB8}"/>
              </a:ext>
            </a:extLst>
          </p:cNvPr>
          <p:cNvSpPr>
            <a:spLocks xmlns:a="http://schemas.openxmlformats.org/drawingml/2006/main" noGrp="1"/>
          </p:cNvSpPr>
          <p:nvPr/>
        </p:nvSpPr>
        <p:spPr>
          <a:xfrm xmlns:a="http://schemas.openxmlformats.org/drawingml/2006/main">
            <a:off x="520065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Checkout</a:t>
            </a:r>
          </a:p>
        </p:txBody>
      </p:sp>
      <p:sp>
        <p:nvSpPr>
          <p:cNvPr id="23" name="">
            <a:extLst xmlns:a="http://schemas.openxmlformats.org/drawingml/2006/main">
              <a:ext uri="{FF2B5EF4-FFF2-40B4-BE49-F238E27FC236}">
                <a16:creationId xmlns:a16="http://schemas.microsoft.com/office/drawing/2014/main" id="{F5EA5279-D71B-4547-B3BD-26EA018AAE82}"/>
              </a:ext>
            </a:extLst>
          </p:cNvPr>
          <p:cNvSpPr>
            <a:spLocks xmlns:a="http://schemas.openxmlformats.org/drawingml/2006/main" noGrp="1"/>
          </p:cNvSpPr>
          <p:nvPr/>
        </p:nvSpPr>
        <p:spPr>
          <a:xfrm xmlns:a="http://schemas.openxmlformats.org/drawingml/2006/main">
            <a:off x="7105650" y="5581650"/>
            <a:ext cx="238125" cy="0"/>
          </a:xfrm>
          <a:prstGeom xmlns:a="http://schemas.openxmlformats.org/drawingml/2006/main" prst="line">
            <a:avLst/>
          </a:prstGeom>
          <a:ln xmlns:a="http://schemas.openxmlformats.org/drawingml/2006/main" w="19050">
            <a:solidFill>
              <a:srgbClr val="1557FF"/>
            </a:solidFill>
          </a:ln>
        </p:spPr>
      </p:sp>
      <p:sp>
        <p:nvSpPr>
          <p:cNvPr id="24" name="">
            <a:extLst xmlns:a="http://schemas.openxmlformats.org/drawingml/2006/main">
              <a:ext uri="{FF2B5EF4-FFF2-40B4-BE49-F238E27FC236}">
                <a16:creationId xmlns:a16="http://schemas.microsoft.com/office/drawing/2014/main" id="{9D9E7AD7-BB03-4DE6-BA21-BFAD72DF5B36}"/>
              </a:ext>
            </a:extLst>
          </p:cNvPr>
          <p:cNvSpPr>
            <a:spLocks xmlns:a="http://schemas.openxmlformats.org/drawingml/2006/main" noGrp="1"/>
          </p:cNvSpPr>
          <p:nvPr/>
        </p:nvSpPr>
        <p:spPr>
          <a:xfrm xmlns:a="http://schemas.openxmlformats.org/drawingml/2006/main">
            <a:off x="724852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5" name="">
            <a:extLst xmlns:a="http://schemas.openxmlformats.org/drawingml/2006/main">
              <a:ext uri="{FF2B5EF4-FFF2-40B4-BE49-F238E27FC236}">
                <a16:creationId xmlns:a16="http://schemas.microsoft.com/office/drawing/2014/main" id="{09892308-E2ED-44E3-B1DB-DF69423A91C6}"/>
              </a:ext>
            </a:extLst>
          </p:cNvPr>
          <p:cNvSpPr>
            <a:spLocks xmlns:a="http://schemas.openxmlformats.org/drawingml/2006/main" noGrp="1"/>
          </p:cNvSpPr>
          <p:nvPr/>
        </p:nvSpPr>
        <p:spPr>
          <a:xfrm xmlns:a="http://schemas.openxmlformats.org/drawingml/2006/main">
            <a:off x="734377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14608B19-281E-475C-B412-6572539FA387}"/>
              </a:ext>
            </a:extLst>
          </p:cNvPr>
          <p:cNvSpPr>
            <a:spLocks xmlns:a="http://schemas.openxmlformats.org/drawingml/2006/main" noGrp="1"/>
          </p:cNvSpPr>
          <p:nvPr/>
        </p:nvSpPr>
        <p:spPr>
          <a:xfrm xmlns:a="http://schemas.openxmlformats.org/drawingml/2006/main">
            <a:off x="734377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7" name="">
            <a:extLst xmlns:a="http://schemas.openxmlformats.org/drawingml/2006/main">
              <a:ext uri="{FF2B5EF4-FFF2-40B4-BE49-F238E27FC236}">
                <a16:creationId xmlns:a16="http://schemas.microsoft.com/office/drawing/2014/main" id="{8B314334-D7EF-42C3-B75E-201EB8E928D3}"/>
              </a:ext>
            </a:extLst>
          </p:cNvPr>
          <p:cNvSpPr>
            <a:spLocks xmlns:a="http://schemas.openxmlformats.org/drawingml/2006/main" noGrp="1"/>
          </p:cNvSpPr>
          <p:nvPr/>
        </p:nvSpPr>
        <p:spPr>
          <a:xfrm xmlns:a="http://schemas.openxmlformats.org/drawingml/2006/main">
            <a:off x="745807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Confirmed booking</a:t>
            </a:r>
          </a:p>
        </p:txBody>
      </p:sp>
      <p:sp>
        <p:nvSpPr>
          <p:cNvPr id="28" name="">
            <a:extLst xmlns:a="http://schemas.openxmlformats.org/drawingml/2006/main">
              <a:ext uri="{FF2B5EF4-FFF2-40B4-BE49-F238E27FC236}">
                <a16:creationId xmlns:a16="http://schemas.microsoft.com/office/drawing/2014/main" id="{ACD72A06-4EA9-468F-A25B-F07FC259B923}"/>
              </a:ext>
            </a:extLst>
          </p:cNvPr>
          <p:cNvSpPr>
            <a:spLocks xmlns:a="http://schemas.openxmlformats.org/drawingml/2006/main" noGrp="1"/>
          </p:cNvSpPr>
          <p:nvPr/>
        </p:nvSpPr>
        <p:spPr>
          <a:xfrm xmlns:a="http://schemas.openxmlformats.org/drawingml/2006/main">
            <a:off x="9363075" y="558165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F4DDFB1C-5690-4BB8-BF70-6E60ED4E27A7}"/>
              </a:ext>
            </a:extLst>
          </p:cNvPr>
          <p:cNvSpPr>
            <a:spLocks xmlns:a="http://schemas.openxmlformats.org/drawingml/2006/main" noGrp="1"/>
          </p:cNvSpPr>
          <p:nvPr/>
        </p:nvSpPr>
        <p:spPr>
          <a:xfrm xmlns:a="http://schemas.openxmlformats.org/drawingml/2006/main">
            <a:off x="950595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E57521D7-AEAB-434E-A1AA-D5BBCAC8927E}"/>
              </a:ext>
            </a:extLst>
          </p:cNvPr>
          <p:cNvSpPr>
            <a:spLocks xmlns:a="http://schemas.openxmlformats.org/drawingml/2006/main" noGrp="1"/>
          </p:cNvSpPr>
          <p:nvPr/>
        </p:nvSpPr>
        <p:spPr>
          <a:xfrm xmlns:a="http://schemas.openxmlformats.org/drawingml/2006/main">
            <a:off x="96012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57C5786C-AAB2-424E-AA4B-E3E4654ABFAF}"/>
              </a:ext>
            </a:extLst>
          </p:cNvPr>
          <p:cNvSpPr>
            <a:spLocks xmlns:a="http://schemas.openxmlformats.org/drawingml/2006/main" noGrp="1"/>
          </p:cNvSpPr>
          <p:nvPr/>
        </p:nvSpPr>
        <p:spPr>
          <a:xfrm xmlns:a="http://schemas.openxmlformats.org/drawingml/2006/main">
            <a:off x="96012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5</a:t>
            </a:r>
          </a:p>
        </p:txBody>
      </p:sp>
      <p:sp>
        <p:nvSpPr>
          <p:cNvPr id="32" name="">
            <a:extLst xmlns:a="http://schemas.openxmlformats.org/drawingml/2006/main">
              <a:ext uri="{FF2B5EF4-FFF2-40B4-BE49-F238E27FC236}">
                <a16:creationId xmlns:a16="http://schemas.microsoft.com/office/drawing/2014/main" id="{388169E4-C093-4489-BAB7-5085206CA26F}"/>
              </a:ext>
            </a:extLst>
          </p:cNvPr>
          <p:cNvSpPr>
            <a:spLocks xmlns:a="http://schemas.openxmlformats.org/drawingml/2006/main" noGrp="1"/>
          </p:cNvSpPr>
          <p:nvPr/>
        </p:nvSpPr>
        <p:spPr>
          <a:xfrm xmlns:a="http://schemas.openxmlformats.org/drawingml/2006/main">
            <a:off x="97155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Completion review</a:t>
            </a:r>
          </a:p>
        </p:txBody>
      </p:sp>
    </p:spTree>
    <p:extLst>
      <p:ext uri="{BB962C8B-B14F-4D97-AF65-F5344CB8AC3E}">
        <p14:creationId xmlns:p14="http://schemas.microsoft.com/office/powerpoint/2010/main" val="47281923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293A7D54-5169-40D4-93D3-1BABA2F9E9FB}"/>
              </a:ext>
            </a:extLst>
          </p:cNvPr>
          <p:cNvPicPr>
            <a:picLocks xmlns:a="http://schemas.openxmlformats.org/drawingml/2006/main" noChangeAspect="1"/>
          </p:cNvPicPr>
          <p:nvPr/>
        </p:nvPicPr>
        <p:blipFill>
          <a:blip xmlns:r="http://schemas.openxmlformats.org/officeDocument/2006/relationships" xmlns:a="http://schemas.openxmlformats.org/drawingml/2006/main" r:embed="R7b4f73bfbe884620"/>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F92603-3CF8-4149-8034-C960DC513C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36AD1E23-1E21-47AB-BBAC-ED53836B79CE}"/>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Challenges &amp; Current Limitations</a:t>
            </a:r>
          </a:p>
        </p:txBody>
      </p:sp>
      <p:sp>
        <p:nvSpPr>
          <p:cNvPr id="4" name="">
            <a:extLst xmlns:a="http://schemas.openxmlformats.org/drawingml/2006/main">
              <a:ext uri="{FF2B5EF4-FFF2-40B4-BE49-F238E27FC236}">
                <a16:creationId xmlns:a16="http://schemas.microsoft.com/office/drawing/2014/main" id="{078D9F65-E5F4-4E3E-B089-4672EB4A72B0}"/>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54C11763-1FD7-4F5D-B0AB-54038B5E96F1}"/>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41538802-7F9F-48C4-954F-B80AA3E6B836}"/>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11</a:t>
            </a:r>
          </a:p>
        </p:txBody>
      </p:sp>
      <p:sp>
        <p:nvSpPr>
          <p:cNvPr id="7" name="">
            <a:extLst xmlns:a="http://schemas.openxmlformats.org/drawingml/2006/main">
              <a:ext uri="{FF2B5EF4-FFF2-40B4-BE49-F238E27FC236}">
                <a16:creationId xmlns:a16="http://schemas.microsoft.com/office/drawing/2014/main" id="{197F78FB-D454-48F3-8486-3621B6989C5E}"/>
              </a:ext>
            </a:extLst>
          </p:cNvPr>
          <p:cNvSpPr>
            <a:spLocks xmlns:a="http://schemas.openxmlformats.org/drawingml/2006/main" noGrp="1"/>
          </p:cNvSpPr>
          <p:nvPr/>
        </p:nvSpPr>
        <p:spPr>
          <a:xfrm xmlns:a="http://schemas.openxmlformats.org/drawingml/2006/main">
            <a:off x="571500" y="1571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Implementation safeguards</a:t>
            </a:r>
          </a:p>
        </p:txBody>
      </p:sp>
      <p:sp>
        <p:nvSpPr>
          <p:cNvPr id="8" name="">
            <a:extLst xmlns:a="http://schemas.openxmlformats.org/drawingml/2006/main">
              <a:ext uri="{FF2B5EF4-FFF2-40B4-BE49-F238E27FC236}">
                <a16:creationId xmlns:a16="http://schemas.microsoft.com/office/drawing/2014/main" id="{EF414BC1-1852-43AF-B2E1-29705D1A2B7C}"/>
              </a:ext>
            </a:extLst>
          </p:cNvPr>
          <p:cNvSpPr>
            <a:spLocks xmlns:a="http://schemas.openxmlformats.org/drawingml/2006/main" noGrp="1"/>
          </p:cNvSpPr>
          <p:nvPr/>
        </p:nvSpPr>
        <p:spPr>
          <a:xfrm xmlns:a="http://schemas.openxmlformats.org/drawingml/2006/main">
            <a:off x="6524625" y="157162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Production dependencies</a:t>
            </a:r>
          </a:p>
        </p:txBody>
      </p:sp>
      <p:sp>
        <p:nvSpPr>
          <p:cNvPr id="9" name="">
            <a:extLst xmlns:a="http://schemas.openxmlformats.org/drawingml/2006/main">
              <a:ext uri="{FF2B5EF4-FFF2-40B4-BE49-F238E27FC236}">
                <a16:creationId xmlns:a16="http://schemas.microsoft.com/office/drawing/2014/main" id="{9A8CE6A4-F037-4AE2-8268-AB578EC4CD93}"/>
              </a:ext>
            </a:extLst>
          </p:cNvPr>
          <p:cNvSpPr>
            <a:spLocks xmlns:a="http://schemas.openxmlformats.org/drawingml/2006/main" noGrp="1"/>
          </p:cNvSpPr>
          <p:nvPr/>
        </p:nvSpPr>
        <p:spPr>
          <a:xfrm xmlns:a="http://schemas.openxmlformats.org/drawingml/2006/main">
            <a:off x="571500"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10" name="">
            <a:extLst xmlns:a="http://schemas.openxmlformats.org/drawingml/2006/main">
              <a:ext uri="{FF2B5EF4-FFF2-40B4-BE49-F238E27FC236}">
                <a16:creationId xmlns:a16="http://schemas.microsoft.com/office/drawing/2014/main" id="{2804E4CB-C182-4BB6-B677-EEE866BB557B}"/>
              </a:ext>
            </a:extLst>
          </p:cNvPr>
          <p:cNvSpPr>
            <a:spLocks xmlns:a="http://schemas.openxmlformats.org/drawingml/2006/main" noGrp="1"/>
          </p:cNvSpPr>
          <p:nvPr/>
        </p:nvSpPr>
        <p:spPr>
          <a:xfrm xmlns:a="http://schemas.openxmlformats.org/drawingml/2006/main">
            <a:off x="1104900"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Slot Conflicts</a:t>
            </a:r>
          </a:p>
        </p:txBody>
      </p:sp>
      <p:sp>
        <p:nvSpPr>
          <p:cNvPr id="11" name="">
            <a:extLst xmlns:a="http://schemas.openxmlformats.org/drawingml/2006/main">
              <a:ext uri="{FF2B5EF4-FFF2-40B4-BE49-F238E27FC236}">
                <a16:creationId xmlns:a16="http://schemas.microsoft.com/office/drawing/2014/main" id="{C6E3D6F5-5582-48C0-A459-242E7E7B1E61}"/>
              </a:ext>
            </a:extLst>
          </p:cNvPr>
          <p:cNvSpPr>
            <a:spLocks xmlns:a="http://schemas.openxmlformats.org/drawingml/2006/main" noGrp="1"/>
          </p:cNvSpPr>
          <p:nvPr/>
        </p:nvSpPr>
        <p:spPr>
          <a:xfrm xmlns:a="http://schemas.openxmlformats.org/drawingml/2006/main">
            <a:off x="1104900"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Concurrent requests can target the same time.</a:t>
            </a:r>
          </a:p>
        </p:txBody>
      </p:sp>
      <p:sp>
        <p:nvSpPr>
          <p:cNvPr id="12" name="">
            <a:extLst xmlns:a="http://schemas.openxmlformats.org/drawingml/2006/main">
              <a:ext uri="{FF2B5EF4-FFF2-40B4-BE49-F238E27FC236}">
                <a16:creationId xmlns:a16="http://schemas.microsoft.com/office/drawing/2014/main" id="{FF693F28-4B4A-4DF3-AB86-C8815798AEEA}"/>
              </a:ext>
            </a:extLst>
          </p:cNvPr>
          <p:cNvSpPr>
            <a:spLocks xmlns:a="http://schemas.openxmlformats.org/drawingml/2006/main" noGrp="1"/>
          </p:cNvSpPr>
          <p:nvPr/>
        </p:nvSpPr>
        <p:spPr>
          <a:xfrm xmlns:a="http://schemas.openxmlformats.org/drawingml/2006/main">
            <a:off x="1104900"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Availability holds and conflict checks protect booking slots.</a:t>
            </a:r>
          </a:p>
        </p:txBody>
      </p:sp>
      <p:sp>
        <p:nvSpPr>
          <p:cNvPr id="13" name="">
            <a:extLst xmlns:a="http://schemas.openxmlformats.org/drawingml/2006/main">
              <a:ext uri="{FF2B5EF4-FFF2-40B4-BE49-F238E27FC236}">
                <a16:creationId xmlns:a16="http://schemas.microsoft.com/office/drawing/2014/main" id="{CF398E2D-D702-4752-A63D-80E383A04802}"/>
              </a:ext>
            </a:extLst>
          </p:cNvPr>
          <p:cNvSpPr>
            <a:spLocks xmlns:a="http://schemas.openxmlformats.org/drawingml/2006/main" noGrp="1"/>
          </p:cNvSpPr>
          <p:nvPr/>
        </p:nvSpPr>
        <p:spPr>
          <a:xfrm xmlns:a="http://schemas.openxmlformats.org/drawingml/2006/main">
            <a:off x="571500"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4" name="">
            <a:extLst xmlns:a="http://schemas.openxmlformats.org/drawingml/2006/main">
              <a:ext uri="{FF2B5EF4-FFF2-40B4-BE49-F238E27FC236}">
                <a16:creationId xmlns:a16="http://schemas.microsoft.com/office/drawing/2014/main" id="{561BA6EA-E994-4BCA-9328-54D9E59EE56F}"/>
              </a:ext>
            </a:extLst>
          </p:cNvPr>
          <p:cNvSpPr>
            <a:spLocks xmlns:a="http://schemas.openxmlformats.org/drawingml/2006/main" noGrp="1"/>
          </p:cNvSpPr>
          <p:nvPr/>
        </p:nvSpPr>
        <p:spPr>
          <a:xfrm xmlns:a="http://schemas.openxmlformats.org/drawingml/2006/main">
            <a:off x="1104900"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Payment Events</a:t>
            </a:r>
          </a:p>
        </p:txBody>
      </p:sp>
      <p:sp>
        <p:nvSpPr>
          <p:cNvPr id="15" name="">
            <a:extLst xmlns:a="http://schemas.openxmlformats.org/drawingml/2006/main">
              <a:ext uri="{FF2B5EF4-FFF2-40B4-BE49-F238E27FC236}">
                <a16:creationId xmlns:a16="http://schemas.microsoft.com/office/drawing/2014/main" id="{F19CB453-0604-4FFA-A33E-0BAA29337B1E}"/>
              </a:ext>
            </a:extLst>
          </p:cNvPr>
          <p:cNvSpPr>
            <a:spLocks xmlns:a="http://schemas.openxmlformats.org/drawingml/2006/main" noGrp="1"/>
          </p:cNvSpPr>
          <p:nvPr/>
        </p:nvSpPr>
        <p:spPr>
          <a:xfrm xmlns:a="http://schemas.openxmlformats.org/drawingml/2006/main">
            <a:off x="1104900"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Checkout retries and webhooks can repeat.</a:t>
            </a:r>
          </a:p>
        </p:txBody>
      </p:sp>
      <p:sp>
        <p:nvSpPr>
          <p:cNvPr id="16" name="">
            <a:extLst xmlns:a="http://schemas.openxmlformats.org/drawingml/2006/main">
              <a:ext uri="{FF2B5EF4-FFF2-40B4-BE49-F238E27FC236}">
                <a16:creationId xmlns:a16="http://schemas.microsoft.com/office/drawing/2014/main" id="{38FE63FB-DD4D-4E36-A713-CBC9F62C212E}"/>
              </a:ext>
            </a:extLst>
          </p:cNvPr>
          <p:cNvSpPr>
            <a:spLocks xmlns:a="http://schemas.openxmlformats.org/drawingml/2006/main" noGrp="1"/>
          </p:cNvSpPr>
          <p:nvPr/>
        </p:nvSpPr>
        <p:spPr>
          <a:xfrm xmlns:a="http://schemas.openxmlformats.org/drawingml/2006/main">
            <a:off x="1104900"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Signature checks and event records support safe processing.</a:t>
            </a:r>
          </a:p>
        </p:txBody>
      </p:sp>
      <p:sp>
        <p:nvSpPr>
          <p:cNvPr id="17" name="">
            <a:extLst xmlns:a="http://schemas.openxmlformats.org/drawingml/2006/main">
              <a:ext uri="{FF2B5EF4-FFF2-40B4-BE49-F238E27FC236}">
                <a16:creationId xmlns:a16="http://schemas.microsoft.com/office/drawing/2014/main" id="{2DEC9C12-0AAF-47AE-A029-40072EEFB646}"/>
              </a:ext>
            </a:extLst>
          </p:cNvPr>
          <p:cNvSpPr>
            <a:spLocks xmlns:a="http://schemas.openxmlformats.org/drawingml/2006/main" noGrp="1"/>
          </p:cNvSpPr>
          <p:nvPr/>
        </p:nvSpPr>
        <p:spPr>
          <a:xfrm xmlns:a="http://schemas.openxmlformats.org/drawingml/2006/main">
            <a:off x="571500"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8" name="">
            <a:extLst xmlns:a="http://schemas.openxmlformats.org/drawingml/2006/main">
              <a:ext uri="{FF2B5EF4-FFF2-40B4-BE49-F238E27FC236}">
                <a16:creationId xmlns:a16="http://schemas.microsoft.com/office/drawing/2014/main" id="{1E60F951-76ED-419B-ADD8-189066F3B2F7}"/>
              </a:ext>
            </a:extLst>
          </p:cNvPr>
          <p:cNvSpPr>
            <a:spLocks xmlns:a="http://schemas.openxmlformats.org/drawingml/2006/main" noGrp="1"/>
          </p:cNvSpPr>
          <p:nvPr/>
        </p:nvSpPr>
        <p:spPr>
          <a:xfrm xmlns:a="http://schemas.openxmlformats.org/drawingml/2006/main">
            <a:off x="1104900"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Role Isolation</a:t>
            </a:r>
          </a:p>
        </p:txBody>
      </p:sp>
      <p:sp>
        <p:nvSpPr>
          <p:cNvPr id="19" name="">
            <a:extLst xmlns:a="http://schemas.openxmlformats.org/drawingml/2006/main">
              <a:ext uri="{FF2B5EF4-FFF2-40B4-BE49-F238E27FC236}">
                <a16:creationId xmlns:a16="http://schemas.microsoft.com/office/drawing/2014/main" id="{CC0B7D42-3EF4-43D1-8440-4FD2C5594DF7}"/>
              </a:ext>
            </a:extLst>
          </p:cNvPr>
          <p:cNvSpPr>
            <a:spLocks xmlns:a="http://schemas.openxmlformats.org/drawingml/2006/main" noGrp="1"/>
          </p:cNvSpPr>
          <p:nvPr/>
        </p:nvSpPr>
        <p:spPr>
          <a:xfrm xmlns:a="http://schemas.openxmlformats.org/drawingml/2006/main">
            <a:off x="1104900"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Users need different data and permissions.</a:t>
            </a:r>
          </a:p>
        </p:txBody>
      </p:sp>
      <p:sp>
        <p:nvSpPr>
          <p:cNvPr id="20" name="">
            <a:extLst xmlns:a="http://schemas.openxmlformats.org/drawingml/2006/main">
              <a:ext uri="{FF2B5EF4-FFF2-40B4-BE49-F238E27FC236}">
                <a16:creationId xmlns:a16="http://schemas.microsoft.com/office/drawing/2014/main" id="{0E4EC087-F88B-43F0-A458-639268CA30BD}"/>
              </a:ext>
            </a:extLst>
          </p:cNvPr>
          <p:cNvSpPr>
            <a:spLocks xmlns:a="http://schemas.openxmlformats.org/drawingml/2006/main" noGrp="1"/>
          </p:cNvSpPr>
          <p:nvPr/>
        </p:nvSpPr>
        <p:spPr>
          <a:xfrm xmlns:a="http://schemas.openxmlformats.org/drawingml/2006/main">
            <a:off x="1104900"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Role and participant checks guard protected operations.</a:t>
            </a:r>
          </a:p>
        </p:txBody>
      </p:sp>
      <p:sp>
        <p:nvSpPr>
          <p:cNvPr id="21" name="">
            <a:extLst xmlns:a="http://schemas.openxmlformats.org/drawingml/2006/main">
              <a:ext uri="{FF2B5EF4-FFF2-40B4-BE49-F238E27FC236}">
                <a16:creationId xmlns:a16="http://schemas.microsoft.com/office/drawing/2014/main" id="{9B1C844D-EA03-414E-B3D0-2AB364ED9A30}"/>
              </a:ext>
            </a:extLst>
          </p:cNvPr>
          <p:cNvSpPr>
            <a:spLocks xmlns:a="http://schemas.openxmlformats.org/drawingml/2006/main" noGrp="1"/>
          </p:cNvSpPr>
          <p:nvPr/>
        </p:nvSpPr>
        <p:spPr>
          <a:xfrm xmlns:a="http://schemas.openxmlformats.org/drawingml/2006/main">
            <a:off x="6524625"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22" name="">
            <a:extLst xmlns:a="http://schemas.openxmlformats.org/drawingml/2006/main">
              <a:ext uri="{FF2B5EF4-FFF2-40B4-BE49-F238E27FC236}">
                <a16:creationId xmlns:a16="http://schemas.microsoft.com/office/drawing/2014/main" id="{6D0265CC-C1BE-4745-BAC2-C206ECABB18D}"/>
              </a:ext>
            </a:extLst>
          </p:cNvPr>
          <p:cNvSpPr>
            <a:spLocks xmlns:a="http://schemas.openxmlformats.org/drawingml/2006/main" noGrp="1"/>
          </p:cNvSpPr>
          <p:nvPr/>
        </p:nvSpPr>
        <p:spPr>
          <a:xfrm xmlns:a="http://schemas.openxmlformats.org/drawingml/2006/main">
            <a:off x="7058025"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Provider KYC</a:t>
            </a:r>
          </a:p>
        </p:txBody>
      </p:sp>
      <p:sp>
        <p:nvSpPr>
          <p:cNvPr id="23" name="">
            <a:extLst xmlns:a="http://schemas.openxmlformats.org/drawingml/2006/main">
              <a:ext uri="{FF2B5EF4-FFF2-40B4-BE49-F238E27FC236}">
                <a16:creationId xmlns:a16="http://schemas.microsoft.com/office/drawing/2014/main" id="{18EAC55E-7F88-4C99-A14B-3848713ECDA9}"/>
              </a:ext>
            </a:extLst>
          </p:cNvPr>
          <p:cNvSpPr>
            <a:spLocks xmlns:a="http://schemas.openxmlformats.org/drawingml/2006/main" noGrp="1"/>
          </p:cNvSpPr>
          <p:nvPr/>
        </p:nvSpPr>
        <p:spPr>
          <a:xfrm xmlns:a="http://schemas.openxmlformats.org/drawingml/2006/main">
            <a:off x="7058025"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Live identity verification needs a vendor.</a:t>
            </a:r>
          </a:p>
        </p:txBody>
      </p:sp>
      <p:sp>
        <p:nvSpPr>
          <p:cNvPr id="24" name="">
            <a:extLst xmlns:a="http://schemas.openxmlformats.org/drawingml/2006/main">
              <a:ext uri="{FF2B5EF4-FFF2-40B4-BE49-F238E27FC236}">
                <a16:creationId xmlns:a16="http://schemas.microsoft.com/office/drawing/2014/main" id="{7BCF7824-6832-4125-A193-1074AEEA63BA}"/>
              </a:ext>
            </a:extLst>
          </p:cNvPr>
          <p:cNvSpPr>
            <a:spLocks xmlns:a="http://schemas.openxmlformats.org/drawingml/2006/main" noGrp="1"/>
          </p:cNvSpPr>
          <p:nvPr/>
        </p:nvSpPr>
        <p:spPr>
          <a:xfrm xmlns:a="http://schemas.openxmlformats.org/drawingml/2006/main">
            <a:off x="7058025"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Production adapter and vendor configuration remain pending.</a:t>
            </a:r>
          </a:p>
        </p:txBody>
      </p:sp>
      <p:sp>
        <p:nvSpPr>
          <p:cNvPr id="25" name="">
            <a:extLst xmlns:a="http://schemas.openxmlformats.org/drawingml/2006/main">
              <a:ext uri="{FF2B5EF4-FFF2-40B4-BE49-F238E27FC236}">
                <a16:creationId xmlns:a16="http://schemas.microsoft.com/office/drawing/2014/main" id="{A3084ABE-17A0-4909-9756-34573242323A}"/>
              </a:ext>
            </a:extLst>
          </p:cNvPr>
          <p:cNvSpPr>
            <a:spLocks xmlns:a="http://schemas.openxmlformats.org/drawingml/2006/main" noGrp="1"/>
          </p:cNvSpPr>
          <p:nvPr/>
        </p:nvSpPr>
        <p:spPr>
          <a:xfrm xmlns:a="http://schemas.openxmlformats.org/drawingml/2006/main">
            <a:off x="6524625"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6" name="">
            <a:extLst xmlns:a="http://schemas.openxmlformats.org/drawingml/2006/main">
              <a:ext uri="{FF2B5EF4-FFF2-40B4-BE49-F238E27FC236}">
                <a16:creationId xmlns:a16="http://schemas.microsoft.com/office/drawing/2014/main" id="{B78CEF30-2E1A-4275-BEA6-ADA693790F3D}"/>
              </a:ext>
            </a:extLst>
          </p:cNvPr>
          <p:cNvSpPr>
            <a:spLocks xmlns:a="http://schemas.openxmlformats.org/drawingml/2006/main" noGrp="1"/>
          </p:cNvSpPr>
          <p:nvPr/>
        </p:nvSpPr>
        <p:spPr>
          <a:xfrm xmlns:a="http://schemas.openxmlformats.org/drawingml/2006/main">
            <a:off x="7058025"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Live Payments</a:t>
            </a:r>
          </a:p>
        </p:txBody>
      </p:sp>
      <p:sp>
        <p:nvSpPr>
          <p:cNvPr id="27" name="">
            <a:extLst xmlns:a="http://schemas.openxmlformats.org/drawingml/2006/main">
              <a:ext uri="{FF2B5EF4-FFF2-40B4-BE49-F238E27FC236}">
                <a16:creationId xmlns:a16="http://schemas.microsoft.com/office/drawing/2014/main" id="{427ED0B5-3E82-4EBF-ACE6-DFB48D83C750}"/>
              </a:ext>
            </a:extLst>
          </p:cNvPr>
          <p:cNvSpPr>
            <a:spLocks xmlns:a="http://schemas.openxmlformats.org/drawingml/2006/main" noGrp="1"/>
          </p:cNvSpPr>
          <p:nvPr/>
        </p:nvSpPr>
        <p:spPr>
          <a:xfrm xmlns:a="http://schemas.openxmlformats.org/drawingml/2006/main">
            <a:off x="7058025"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Real checkout and payouts need approval.</a:t>
            </a:r>
          </a:p>
        </p:txBody>
      </p:sp>
      <p:sp>
        <p:nvSpPr>
          <p:cNvPr id="28" name="">
            <a:extLst xmlns:a="http://schemas.openxmlformats.org/drawingml/2006/main">
              <a:ext uri="{FF2B5EF4-FFF2-40B4-BE49-F238E27FC236}">
                <a16:creationId xmlns:a16="http://schemas.microsoft.com/office/drawing/2014/main" id="{EE2FFE07-0A28-4595-9D49-B3097D21711C}"/>
              </a:ext>
            </a:extLst>
          </p:cNvPr>
          <p:cNvSpPr>
            <a:spLocks xmlns:a="http://schemas.openxmlformats.org/drawingml/2006/main" noGrp="1"/>
          </p:cNvSpPr>
          <p:nvPr/>
        </p:nvSpPr>
        <p:spPr>
          <a:xfrm xmlns:a="http://schemas.openxmlformats.org/drawingml/2006/main">
            <a:off x="7058025"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Configure Razorpay credentials and linked accounts.</a:t>
            </a:r>
          </a:p>
        </p:txBody>
      </p:sp>
      <p:sp>
        <p:nvSpPr>
          <p:cNvPr id="29" name="">
            <a:extLst xmlns:a="http://schemas.openxmlformats.org/drawingml/2006/main">
              <a:ext uri="{FF2B5EF4-FFF2-40B4-BE49-F238E27FC236}">
                <a16:creationId xmlns:a16="http://schemas.microsoft.com/office/drawing/2014/main" id="{28BB4EE0-1AA1-4165-B542-F92F49521F96}"/>
              </a:ext>
            </a:extLst>
          </p:cNvPr>
          <p:cNvSpPr>
            <a:spLocks xmlns:a="http://schemas.openxmlformats.org/drawingml/2006/main" noGrp="1"/>
          </p:cNvSpPr>
          <p:nvPr/>
        </p:nvSpPr>
        <p:spPr>
          <a:xfrm xmlns:a="http://schemas.openxmlformats.org/drawingml/2006/main">
            <a:off x="6524625"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6</a:t>
            </a:r>
          </a:p>
        </p:txBody>
      </p:sp>
      <p:sp>
        <p:nvSpPr>
          <p:cNvPr id="30" name="">
            <a:extLst xmlns:a="http://schemas.openxmlformats.org/drawingml/2006/main">
              <a:ext uri="{FF2B5EF4-FFF2-40B4-BE49-F238E27FC236}">
                <a16:creationId xmlns:a16="http://schemas.microsoft.com/office/drawing/2014/main" id="{66372047-5A3B-484C-9B63-F361DEB00A38}"/>
              </a:ext>
            </a:extLst>
          </p:cNvPr>
          <p:cNvSpPr>
            <a:spLocks xmlns:a="http://schemas.openxmlformats.org/drawingml/2006/main" noGrp="1"/>
          </p:cNvSpPr>
          <p:nvPr/>
        </p:nvSpPr>
        <p:spPr>
          <a:xfrm xmlns:a="http://schemas.openxmlformats.org/drawingml/2006/main">
            <a:off x="7058025"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Production Readiness</a:t>
            </a:r>
          </a:p>
        </p:txBody>
      </p:sp>
      <p:sp>
        <p:nvSpPr>
          <p:cNvPr id="31" name="">
            <a:extLst xmlns:a="http://schemas.openxmlformats.org/drawingml/2006/main">
              <a:ext uri="{FF2B5EF4-FFF2-40B4-BE49-F238E27FC236}">
                <a16:creationId xmlns:a16="http://schemas.microsoft.com/office/drawing/2014/main" id="{463EE57E-A69B-4395-924C-E98410AF5A2F}"/>
              </a:ext>
            </a:extLst>
          </p:cNvPr>
          <p:cNvSpPr>
            <a:spLocks xmlns:a="http://schemas.openxmlformats.org/drawingml/2006/main" noGrp="1"/>
          </p:cNvSpPr>
          <p:nvPr/>
        </p:nvSpPr>
        <p:spPr>
          <a:xfrm xmlns:a="http://schemas.openxmlformats.org/drawingml/2006/main">
            <a:off x="7058025"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Local functionality does not prove launch readiness.</a:t>
            </a:r>
          </a:p>
        </p:txBody>
      </p:sp>
      <p:sp>
        <p:nvSpPr>
          <p:cNvPr id="32" name="">
            <a:extLst xmlns:a="http://schemas.openxmlformats.org/drawingml/2006/main">
              <a:ext uri="{FF2B5EF4-FFF2-40B4-BE49-F238E27FC236}">
                <a16:creationId xmlns:a16="http://schemas.microsoft.com/office/drawing/2014/main" id="{2FA93235-567F-4DE3-82E0-54105D96E235}"/>
              </a:ext>
            </a:extLst>
          </p:cNvPr>
          <p:cNvSpPr>
            <a:spLocks xmlns:a="http://schemas.openxmlformats.org/drawingml/2006/main" noGrp="1"/>
          </p:cNvSpPr>
          <p:nvPr/>
        </p:nvSpPr>
        <p:spPr>
          <a:xfrm xmlns:a="http://schemas.openxmlformats.org/drawingml/2006/main">
            <a:off x="7058025"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Hosting, email, monitoring and live acceptance testing remain.</a:t>
            </a:r>
          </a:p>
        </p:txBody>
      </p:sp>
    </p:spTree>
    <p:extLst>
      <p:ext uri="{BB962C8B-B14F-4D97-AF65-F5344CB8AC3E}">
        <p14:creationId xmlns:p14="http://schemas.microsoft.com/office/powerpoint/2010/main" val="1091005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C9BA0755-80C7-4C03-8AC1-8497156033A9}"/>
              </a:ext>
            </a:extLst>
          </p:cNvPr>
          <p:cNvPicPr>
            <a:picLocks xmlns:a="http://schemas.openxmlformats.org/drawingml/2006/main" noChangeAspect="1"/>
          </p:cNvPicPr>
          <p:nvPr/>
        </p:nvPicPr>
        <p:blipFill>
          <a:blip xmlns:r="http://schemas.openxmlformats.org/officeDocument/2006/relationships" xmlns:a="http://schemas.openxmlformats.org/drawingml/2006/main" r:embed="R5e46ebae5ea949a5"/>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9B1DBE-7FB1-472E-A408-954E1FCC2C8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31A94A5E-F05C-472B-B645-C0C5DAF65437}"/>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Conclusion &amp; Future Enhancements</a:t>
            </a:r>
          </a:p>
        </p:txBody>
      </p:sp>
      <p:sp>
        <p:nvSpPr>
          <p:cNvPr id="4" name="">
            <a:extLst xmlns:a="http://schemas.openxmlformats.org/drawingml/2006/main">
              <a:ext uri="{FF2B5EF4-FFF2-40B4-BE49-F238E27FC236}">
                <a16:creationId xmlns:a16="http://schemas.microsoft.com/office/drawing/2014/main" id="{886F1F8D-CE44-4F6C-9A09-C06CD0BD079F}"/>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FAFA12A7-1A79-4C21-8EAF-AF2D2A56DBB9}"/>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5B1AFBAB-7398-4780-8272-67B058C70DC2}"/>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12</a:t>
            </a:r>
          </a:p>
        </p:txBody>
      </p:sp>
      <p:sp>
        <p:nvSpPr>
          <p:cNvPr id="7" name="">
            <a:extLst xmlns:a="http://schemas.openxmlformats.org/drawingml/2006/main">
              <a:ext uri="{FF2B5EF4-FFF2-40B4-BE49-F238E27FC236}">
                <a16:creationId xmlns:a16="http://schemas.microsoft.com/office/drawing/2014/main" id="{5FC353F9-2EBC-4715-96B3-27DB243907D9}"/>
              </a:ext>
            </a:extLst>
          </p:cNvPr>
          <p:cNvSpPr>
            <a:spLocks xmlns:a="http://schemas.openxmlformats.org/drawingml/2006/main" noGrp="1"/>
          </p:cNvSpPr>
          <p:nvPr/>
        </p:nvSpPr>
        <p:spPr>
          <a:xfrm xmlns:a="http://schemas.openxmlformats.org/drawingml/2006/main">
            <a:off x="571500" y="15335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57FF"/>
                </a:solidFill>
              </a:defRPr>
            </a:defPPr>
          </a:lstStyle>
          <a:p xmlns:a="http://schemas.openxmlformats.org/drawingml/2006/main">
            <a:pPr>
              <a:defRPr sz="2100" b="1">
                <a:solidFill>
                  <a:srgbClr val="1557FF"/>
                </a:solidFill>
              </a:defRPr>
            </a:pPr>
            <a:r>
              <a:rPr sz="2100" b="1">
                <a:solidFill>
                  <a:srgbClr val="1557FF"/>
                </a:solidFill>
              </a:rPr>
              <a:t>Conclusion</a:t>
            </a:r>
          </a:p>
        </p:txBody>
      </p:sp>
      <p:sp>
        <p:nvSpPr>
          <p:cNvPr id="8" name="">
            <a:extLst xmlns:a="http://schemas.openxmlformats.org/drawingml/2006/main">
              <a:ext uri="{FF2B5EF4-FFF2-40B4-BE49-F238E27FC236}">
                <a16:creationId xmlns:a16="http://schemas.microsoft.com/office/drawing/2014/main" id="{F81E8469-2587-4FC0-AF6B-E588185EC635}"/>
              </a:ext>
            </a:extLst>
          </p:cNvPr>
          <p:cNvSpPr>
            <a:spLocks xmlns:a="http://schemas.openxmlformats.org/drawingml/2006/main" noGrp="1"/>
          </p:cNvSpPr>
          <p:nvPr/>
        </p:nvSpPr>
        <p:spPr>
          <a:xfrm xmlns:a="http://schemas.openxmlformats.org/drawingml/2006/main">
            <a:off x="571500" y="2066925"/>
            <a:ext cx="4667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191D"/>
                </a:solidFill>
              </a:defRPr>
            </a:defPPr>
          </a:lstStyle>
          <a:p xmlns:a="http://schemas.openxmlformats.org/drawingml/2006/main">
            <a:pPr>
              <a:defRPr sz="2100" b="0">
                <a:solidFill>
                  <a:srgbClr val="15191D"/>
                </a:solidFill>
              </a:defRPr>
            </a:pPr>
            <a:r>
              <a:rPr sz="2100" b="0">
                <a:solidFill>
                  <a:srgbClr val="15191D"/>
                </a:solidFill>
              </a:rPr>
              <a:t>Nearby brings exact-pincode service discovery, booking and provider management into one role-based web platform. The code includes payments, chat and dispute workflows. Production launch requires external service configuration and live validation.</a:t>
            </a:r>
          </a:p>
        </p:txBody>
      </p:sp>
      <p:sp>
        <p:nvSpPr>
          <p:cNvPr id="9" name="">
            <a:extLst xmlns:a="http://schemas.openxmlformats.org/drawingml/2006/main">
              <a:ext uri="{FF2B5EF4-FFF2-40B4-BE49-F238E27FC236}">
                <a16:creationId xmlns:a16="http://schemas.microsoft.com/office/drawing/2014/main" id="{7CF90DBE-DAA0-43BF-8C95-E9695AB3C458}"/>
              </a:ext>
            </a:extLst>
          </p:cNvPr>
          <p:cNvSpPr>
            <a:spLocks xmlns:a="http://schemas.openxmlformats.org/drawingml/2006/main" noGrp="1"/>
          </p:cNvSpPr>
          <p:nvPr/>
        </p:nvSpPr>
        <p:spPr>
          <a:xfrm xmlns:a="http://schemas.openxmlformats.org/drawingml/2006/main">
            <a:off x="5772150" y="1533525"/>
            <a:ext cx="5848350" cy="427672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852DF532-28FD-483F-84EE-EDDF119DA811}"/>
              </a:ext>
            </a:extLst>
          </p:cNvPr>
          <p:cNvSpPr>
            <a:spLocks xmlns:a="http://schemas.openxmlformats.org/drawingml/2006/main" noGrp="1"/>
          </p:cNvSpPr>
          <p:nvPr/>
        </p:nvSpPr>
        <p:spPr>
          <a:xfrm xmlns:a="http://schemas.openxmlformats.org/drawingml/2006/main">
            <a:off x="6019800" y="17526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Future Enhancements</a:t>
            </a:r>
          </a:p>
        </p:txBody>
      </p:sp>
      <p:sp>
        <p:nvSpPr>
          <p:cNvPr id="11" name="">
            <a:extLst xmlns:a="http://schemas.openxmlformats.org/drawingml/2006/main">
              <a:ext uri="{FF2B5EF4-FFF2-40B4-BE49-F238E27FC236}">
                <a16:creationId xmlns:a16="http://schemas.microsoft.com/office/drawing/2014/main" id="{8D0E79CB-2EEB-404A-AEEF-D9004E02B11A}"/>
              </a:ext>
            </a:extLst>
          </p:cNvPr>
          <p:cNvSpPr>
            <a:spLocks xmlns:a="http://schemas.openxmlformats.org/drawingml/2006/main" noGrp="1"/>
          </p:cNvSpPr>
          <p:nvPr/>
        </p:nvSpPr>
        <p:spPr>
          <a:xfrm xmlns:a="http://schemas.openxmlformats.org/drawingml/2006/main">
            <a:off x="6238875" y="2466975"/>
            <a:ext cx="0" cy="2790825"/>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8536D674-F6C2-4686-B134-DF0066BBD536}"/>
              </a:ext>
            </a:extLst>
          </p:cNvPr>
          <p:cNvSpPr>
            <a:spLocks xmlns:a="http://schemas.openxmlformats.org/drawingml/2006/main" noGrp="1"/>
          </p:cNvSpPr>
          <p:nvPr/>
        </p:nvSpPr>
        <p:spPr>
          <a:xfrm xmlns:a="http://schemas.openxmlformats.org/drawingml/2006/main">
            <a:off x="6019800" y="24003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3" name="">
            <a:extLst xmlns:a="http://schemas.openxmlformats.org/drawingml/2006/main">
              <a:ext uri="{FF2B5EF4-FFF2-40B4-BE49-F238E27FC236}">
                <a16:creationId xmlns:a16="http://schemas.microsoft.com/office/drawing/2014/main" id="{72FF2210-11D5-4C94-8D7B-99648FFABE6F}"/>
              </a:ext>
            </a:extLst>
          </p:cNvPr>
          <p:cNvSpPr>
            <a:spLocks xmlns:a="http://schemas.openxmlformats.org/drawingml/2006/main" noGrp="1"/>
          </p:cNvSpPr>
          <p:nvPr/>
        </p:nvSpPr>
        <p:spPr>
          <a:xfrm xmlns:a="http://schemas.openxmlformats.org/drawingml/2006/main">
            <a:off x="6667500" y="24003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Mobile Access</a:t>
            </a:r>
          </a:p>
        </p:txBody>
      </p:sp>
      <p:sp>
        <p:nvSpPr>
          <p:cNvPr id="14" name="">
            <a:extLst xmlns:a="http://schemas.openxmlformats.org/drawingml/2006/main">
              <a:ext uri="{FF2B5EF4-FFF2-40B4-BE49-F238E27FC236}">
                <a16:creationId xmlns:a16="http://schemas.microsoft.com/office/drawing/2014/main" id="{7204D6F6-1A94-4F90-B958-76DE543D7C30}"/>
              </a:ext>
            </a:extLst>
          </p:cNvPr>
          <p:cNvSpPr>
            <a:spLocks xmlns:a="http://schemas.openxmlformats.org/drawingml/2006/main" noGrp="1"/>
          </p:cNvSpPr>
          <p:nvPr/>
        </p:nvSpPr>
        <p:spPr>
          <a:xfrm xmlns:a="http://schemas.openxmlformats.org/drawingml/2006/main">
            <a:off x="6667500" y="2724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 dedicated mobile app for customers and providers</a:t>
            </a:r>
          </a:p>
        </p:txBody>
      </p:sp>
      <p:sp>
        <p:nvSpPr>
          <p:cNvPr id="15" name="">
            <a:extLst xmlns:a="http://schemas.openxmlformats.org/drawingml/2006/main">
              <a:ext uri="{FF2B5EF4-FFF2-40B4-BE49-F238E27FC236}">
                <a16:creationId xmlns:a16="http://schemas.microsoft.com/office/drawing/2014/main" id="{6F5D105A-28B6-4AFF-818A-E0A89DCD9B65}"/>
              </a:ext>
            </a:extLst>
          </p:cNvPr>
          <p:cNvSpPr>
            <a:spLocks xmlns:a="http://schemas.openxmlformats.org/drawingml/2006/main" noGrp="1"/>
          </p:cNvSpPr>
          <p:nvPr/>
        </p:nvSpPr>
        <p:spPr>
          <a:xfrm xmlns:a="http://schemas.openxmlformats.org/drawingml/2006/main">
            <a:off x="6019800" y="32004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6" name="">
            <a:extLst xmlns:a="http://schemas.openxmlformats.org/drawingml/2006/main">
              <a:ext uri="{FF2B5EF4-FFF2-40B4-BE49-F238E27FC236}">
                <a16:creationId xmlns:a16="http://schemas.microsoft.com/office/drawing/2014/main" id="{121959E1-1033-40C1-BEDA-24CDB62F7B73}"/>
              </a:ext>
            </a:extLst>
          </p:cNvPr>
          <p:cNvSpPr>
            <a:spLocks xmlns:a="http://schemas.openxmlformats.org/drawingml/2006/main" noGrp="1"/>
          </p:cNvSpPr>
          <p:nvPr/>
        </p:nvSpPr>
        <p:spPr>
          <a:xfrm xmlns:a="http://schemas.openxmlformats.org/drawingml/2006/main">
            <a:off x="6667500" y="32004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Notifications</a:t>
            </a:r>
          </a:p>
        </p:txBody>
      </p:sp>
      <p:sp>
        <p:nvSpPr>
          <p:cNvPr id="17" name="">
            <a:extLst xmlns:a="http://schemas.openxmlformats.org/drawingml/2006/main">
              <a:ext uri="{FF2B5EF4-FFF2-40B4-BE49-F238E27FC236}">
                <a16:creationId xmlns:a16="http://schemas.microsoft.com/office/drawing/2014/main" id="{5F5506A8-8CFB-4581-B7AE-F4ACA22FFA96}"/>
              </a:ext>
            </a:extLst>
          </p:cNvPr>
          <p:cNvSpPr>
            <a:spLocks xmlns:a="http://schemas.openxmlformats.org/drawingml/2006/main" noGrp="1"/>
          </p:cNvSpPr>
          <p:nvPr/>
        </p:nvSpPr>
        <p:spPr>
          <a:xfrm xmlns:a="http://schemas.openxmlformats.org/drawingml/2006/main">
            <a:off x="6667500" y="3524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Push notifications for booking and payment updates</a:t>
            </a:r>
          </a:p>
        </p:txBody>
      </p:sp>
      <p:sp>
        <p:nvSpPr>
          <p:cNvPr id="18" name="">
            <a:extLst xmlns:a="http://schemas.openxmlformats.org/drawingml/2006/main">
              <a:ext uri="{FF2B5EF4-FFF2-40B4-BE49-F238E27FC236}">
                <a16:creationId xmlns:a16="http://schemas.microsoft.com/office/drawing/2014/main" id="{2C5CC361-A736-4594-A222-165905883050}"/>
              </a:ext>
            </a:extLst>
          </p:cNvPr>
          <p:cNvSpPr>
            <a:spLocks xmlns:a="http://schemas.openxmlformats.org/drawingml/2006/main" noGrp="1"/>
          </p:cNvSpPr>
          <p:nvPr/>
        </p:nvSpPr>
        <p:spPr>
          <a:xfrm xmlns:a="http://schemas.openxmlformats.org/drawingml/2006/main">
            <a:off x="6019800" y="40005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19" name="">
            <a:extLst xmlns:a="http://schemas.openxmlformats.org/drawingml/2006/main">
              <a:ext uri="{FF2B5EF4-FFF2-40B4-BE49-F238E27FC236}">
                <a16:creationId xmlns:a16="http://schemas.microsoft.com/office/drawing/2014/main" id="{12D77329-76A0-4BDB-A7DD-B53B03BB3B92}"/>
              </a:ext>
            </a:extLst>
          </p:cNvPr>
          <p:cNvSpPr>
            <a:spLocks xmlns:a="http://schemas.openxmlformats.org/drawingml/2006/main" noGrp="1"/>
          </p:cNvSpPr>
          <p:nvPr/>
        </p:nvSpPr>
        <p:spPr>
          <a:xfrm xmlns:a="http://schemas.openxmlformats.org/drawingml/2006/main">
            <a:off x="6667500" y="40005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Recommendations</a:t>
            </a:r>
          </a:p>
        </p:txBody>
      </p:sp>
      <p:sp>
        <p:nvSpPr>
          <p:cNvPr id="20" name="">
            <a:extLst xmlns:a="http://schemas.openxmlformats.org/drawingml/2006/main">
              <a:ext uri="{FF2B5EF4-FFF2-40B4-BE49-F238E27FC236}">
                <a16:creationId xmlns:a16="http://schemas.microsoft.com/office/drawing/2014/main" id="{5CF2B85E-B9C4-4BCE-BA2C-849E3D4E0934}"/>
              </a:ext>
            </a:extLst>
          </p:cNvPr>
          <p:cNvSpPr>
            <a:spLocks xmlns:a="http://schemas.openxmlformats.org/drawingml/2006/main" noGrp="1"/>
          </p:cNvSpPr>
          <p:nvPr/>
        </p:nvSpPr>
        <p:spPr>
          <a:xfrm xmlns:a="http://schemas.openxmlformats.org/drawingml/2006/main">
            <a:off x="6667500" y="43243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Personalized service suggestions based on user needs</a:t>
            </a:r>
          </a:p>
        </p:txBody>
      </p:sp>
      <p:sp>
        <p:nvSpPr>
          <p:cNvPr id="21" name="">
            <a:extLst xmlns:a="http://schemas.openxmlformats.org/drawingml/2006/main">
              <a:ext uri="{FF2B5EF4-FFF2-40B4-BE49-F238E27FC236}">
                <a16:creationId xmlns:a16="http://schemas.microsoft.com/office/drawing/2014/main" id="{03F25ED5-564D-46E4-8262-6AFABD08AA6B}"/>
              </a:ext>
            </a:extLst>
          </p:cNvPr>
          <p:cNvSpPr>
            <a:spLocks xmlns:a="http://schemas.openxmlformats.org/drawingml/2006/main" noGrp="1"/>
          </p:cNvSpPr>
          <p:nvPr/>
        </p:nvSpPr>
        <p:spPr>
          <a:xfrm xmlns:a="http://schemas.openxmlformats.org/drawingml/2006/main">
            <a:off x="6019800" y="48006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2" name="">
            <a:extLst xmlns:a="http://schemas.openxmlformats.org/drawingml/2006/main">
              <a:ext uri="{FF2B5EF4-FFF2-40B4-BE49-F238E27FC236}">
                <a16:creationId xmlns:a16="http://schemas.microsoft.com/office/drawing/2014/main" id="{5E570A8C-EABB-41B7-8694-A02F7613F464}"/>
              </a:ext>
            </a:extLst>
          </p:cNvPr>
          <p:cNvSpPr>
            <a:spLocks xmlns:a="http://schemas.openxmlformats.org/drawingml/2006/main" noGrp="1"/>
          </p:cNvSpPr>
          <p:nvPr/>
        </p:nvSpPr>
        <p:spPr>
          <a:xfrm xmlns:a="http://schemas.openxmlformats.org/drawingml/2006/main">
            <a:off x="6667500" y="48006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Analytics</a:t>
            </a:r>
          </a:p>
        </p:txBody>
      </p:sp>
      <p:sp>
        <p:nvSpPr>
          <p:cNvPr id="23" name="">
            <a:extLst xmlns:a="http://schemas.openxmlformats.org/drawingml/2006/main">
              <a:ext uri="{FF2B5EF4-FFF2-40B4-BE49-F238E27FC236}">
                <a16:creationId xmlns:a16="http://schemas.microsoft.com/office/drawing/2014/main" id="{823EAB92-5AF1-418D-9329-986A79C94D34}"/>
              </a:ext>
            </a:extLst>
          </p:cNvPr>
          <p:cNvSpPr>
            <a:spLocks xmlns:a="http://schemas.openxmlformats.org/drawingml/2006/main" noGrp="1"/>
          </p:cNvSpPr>
          <p:nvPr/>
        </p:nvSpPr>
        <p:spPr>
          <a:xfrm xmlns:a="http://schemas.openxmlformats.org/drawingml/2006/main">
            <a:off x="6667500" y="51244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Expanded provider and marketplace performance reports</a:t>
            </a:r>
          </a:p>
        </p:txBody>
      </p:sp>
      <p:sp>
        <p:nvSpPr>
          <p:cNvPr id="24" name="">
            <a:extLst xmlns:a="http://schemas.openxmlformats.org/drawingml/2006/main">
              <a:ext uri="{FF2B5EF4-FFF2-40B4-BE49-F238E27FC236}">
                <a16:creationId xmlns:a16="http://schemas.microsoft.com/office/drawing/2014/main" id="{E47A7D28-4B7F-4BBA-8D45-C95A392033D2}"/>
              </a:ext>
            </a:extLst>
          </p:cNvPr>
          <p:cNvSpPr>
            <a:spLocks xmlns:a="http://schemas.openxmlformats.org/drawingml/2006/main" noGrp="1"/>
          </p:cNvSpPr>
          <p:nvPr/>
        </p:nvSpPr>
        <p:spPr>
          <a:xfrm xmlns:a="http://schemas.openxmlformats.org/drawingml/2006/main">
            <a:off x="571500" y="5762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5191D"/>
                </a:solidFill>
              </a:defRPr>
            </a:defPPr>
          </a:lstStyle>
          <a:p xmlns:a="http://schemas.openxmlformats.org/drawingml/2006/main">
            <a:pPr>
              <a:defRPr sz="3450" b="1">
                <a:solidFill>
                  <a:srgbClr val="15191D"/>
                </a:solidFill>
              </a:defRPr>
            </a:pPr>
            <a:r>
              <a:rPr sz="3450" b="1">
                <a:solidFill>
                  <a:srgbClr val="15191D"/>
                </a:solidFill>
              </a:rPr>
              <a:t>Thank You</a:t>
            </a:r>
          </a:p>
        </p:txBody>
      </p:sp>
      <p:sp>
        <p:nvSpPr>
          <p:cNvPr id="25" name="">
            <a:extLst xmlns:a="http://schemas.openxmlformats.org/drawingml/2006/main">
              <a:ext uri="{FF2B5EF4-FFF2-40B4-BE49-F238E27FC236}">
                <a16:creationId xmlns:a16="http://schemas.microsoft.com/office/drawing/2014/main" id="{726E35CC-619B-435D-9DA2-093F78A48948}"/>
              </a:ext>
            </a:extLst>
          </p:cNvPr>
          <p:cNvSpPr>
            <a:spLocks xmlns:a="http://schemas.openxmlformats.org/drawingml/2006/main" noGrp="1"/>
          </p:cNvSpPr>
          <p:nvPr/>
        </p:nvSpPr>
        <p:spPr>
          <a:xfrm xmlns:a="http://schemas.openxmlformats.org/drawingml/2006/main">
            <a:off x="6019800" y="5953125"/>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Proposed directions, not a committed delivery schedule</a:t>
            </a:r>
          </a:p>
        </p:txBody>
      </p:sp>
    </p:spTree>
    <p:extLst>
      <p:ext uri="{BB962C8B-B14F-4D97-AF65-F5344CB8AC3E}">
        <p14:creationId xmlns:p14="http://schemas.microsoft.com/office/powerpoint/2010/main" val="5773210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2026-10-14T23:25:19.2470000Z</dcterms:created>
  <dcterms:modified xsi:type="dcterms:W3CDTF">2026-10-14T23:25:19.2470000Z</dcterms:modified>
</coreProperties>
</file>
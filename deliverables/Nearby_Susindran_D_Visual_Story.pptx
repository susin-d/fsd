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fe719a60224471" /><Relationship Type="http://schemas.openxmlformats.org/officeDocument/2006/relationships/extended-properties" Target="/docProps/app.xml" Id="Re0628c81697d450f" /><Relationship Type="http://schemas.openxmlformats.org/officeDocument/2006/relationships/officeDocument" Target="/ppt/presentation.xml" Id="Ree62fc9828d4464f" /></Relationships>
</file>

<file path=ppt/presentation.xml><?xml version="1.0" encoding="utf-8"?>
<p:presentation xmlns:p="http://schemas.openxmlformats.org/presentationml/2006/main">
  <p:sldMasterIdLst>
    <p:sldMasterId xmlns:r="http://schemas.openxmlformats.org/officeDocument/2006/relationships" id="2147483648" r:id="R33bbb0b025a047ff"/>
  </p:sldMasterIdLst>
  <p:notesMasterIdLst>
    <p:notesMasterId xmlns:r="http://schemas.openxmlformats.org/officeDocument/2006/relationships" r:id="Raa5c0d995fe243e0"/>
  </p:notesMasterIdLst>
  <p:sldIdLst>
    <p:sldId xmlns:r="http://schemas.openxmlformats.org/officeDocument/2006/relationships" id="256" r:id="R0f2a1155d470463a"/>
    <p:sldId xmlns:r="http://schemas.openxmlformats.org/officeDocument/2006/relationships" id="257" r:id="R1968432ac6af43aa"/>
    <p:sldId xmlns:r="http://schemas.openxmlformats.org/officeDocument/2006/relationships" id="258" r:id="R17954d82a3f5454c"/>
    <p:sldId xmlns:r="http://schemas.openxmlformats.org/officeDocument/2006/relationships" id="259" r:id="R79cece98d26441ad"/>
    <p:sldId xmlns:r="http://schemas.openxmlformats.org/officeDocument/2006/relationships" id="260" r:id="Rf11fc23aeb794484"/>
    <p:sldId xmlns:r="http://schemas.openxmlformats.org/officeDocument/2006/relationships" id="261" r:id="R503e99a590274f13"/>
    <p:sldId xmlns:r="http://schemas.openxmlformats.org/officeDocument/2006/relationships" id="262" r:id="R6147227905d043d6"/>
    <p:sldId xmlns:r="http://schemas.openxmlformats.org/officeDocument/2006/relationships" id="263" r:id="R8c2a4739f24d4dbc"/>
    <p:sldId xmlns:r="http://schemas.openxmlformats.org/officeDocument/2006/relationships" id="264" r:id="R4130f0c49ca94def"/>
    <p:sldId xmlns:r="http://schemas.openxmlformats.org/officeDocument/2006/relationships" id="265" r:id="R847b7959bd3d498c"/>
    <p:sldId xmlns:r="http://schemas.openxmlformats.org/officeDocument/2006/relationships" id="266" r:id="Rc14d4705491d482b"/>
    <p:sldId xmlns:r="http://schemas.openxmlformats.org/officeDocument/2006/relationships" id="267" r:id="Rc4231bdbe4274b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bf66f1f33c48c1" /><Relationship Type="http://schemas.openxmlformats.org/officeDocument/2006/relationships/slideMaster" Target="/ppt/slideMasters/slideMaster1.xml" Id="R33bbb0b025a047ff" /><Relationship Type="http://schemas.openxmlformats.org/officeDocument/2006/relationships/notesMaster" Target="/ppt/notesMasters/notesMaster1.xml" Id="Raa5c0d995fe243e0" /><Relationship Type="http://schemas.openxmlformats.org/officeDocument/2006/relationships/presProps" Target="/ppt/presProps.xml" Id="R365760979e994a4c" /><Relationship Type="http://schemas.openxmlformats.org/officeDocument/2006/relationships/tableStyles" Target="/ppt/tableStyles.xml" Id="R2026a5e822e84cbc" /><Relationship Type="http://schemas.openxmlformats.org/officeDocument/2006/relationships/slide" Target="/ppt/slides/slide1.xml" Id="R0f2a1155d470463a" /><Relationship Type="http://schemas.openxmlformats.org/officeDocument/2006/relationships/slide" Target="/ppt/slides/slide2.xml" Id="R1968432ac6af43aa" /><Relationship Type="http://schemas.openxmlformats.org/officeDocument/2006/relationships/slide" Target="/ppt/slides/slide3.xml" Id="R17954d82a3f5454c" /><Relationship Type="http://schemas.openxmlformats.org/officeDocument/2006/relationships/slide" Target="/ppt/slides/slide4.xml" Id="R79cece98d26441ad" /><Relationship Type="http://schemas.openxmlformats.org/officeDocument/2006/relationships/slide" Target="/ppt/slides/slide5.xml" Id="Rf11fc23aeb794484" /><Relationship Type="http://schemas.openxmlformats.org/officeDocument/2006/relationships/slide" Target="/ppt/slides/slide6.xml" Id="R503e99a590274f13" /><Relationship Type="http://schemas.openxmlformats.org/officeDocument/2006/relationships/slide" Target="/ppt/slides/slide7.xml" Id="R6147227905d043d6" /><Relationship Type="http://schemas.openxmlformats.org/officeDocument/2006/relationships/slide" Target="/ppt/slides/slide8.xml" Id="R8c2a4739f24d4dbc" /><Relationship Type="http://schemas.openxmlformats.org/officeDocument/2006/relationships/slide" Target="/ppt/slides/slide9.xml" Id="R4130f0c49ca94def" /><Relationship Type="http://schemas.openxmlformats.org/officeDocument/2006/relationships/slide" Target="/ppt/slides/slide10.xml" Id="R847b7959bd3d498c" /><Relationship Type="http://schemas.openxmlformats.org/officeDocument/2006/relationships/slide" Target="/ppt/slides/slide11.xml" Id="Rc14d4705491d482b" /><Relationship Type="http://schemas.openxmlformats.org/officeDocument/2006/relationships/slide" Target="/ppt/slides/slide12.xml" Id="Rc4231bdbe4274b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eadc432bb54e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f13f56ce534fe7" /><Relationship Type="http://schemas.openxmlformats.org/officeDocument/2006/relationships/notesMaster" Target="/ppt/notesMasters/notesMaster1.xml" Id="Raef03d1f988d4e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c390e412cb45fb" /><Relationship Type="http://schemas.openxmlformats.org/officeDocument/2006/relationships/notesMaster" Target="/ppt/notesMasters/notesMaster1.xml" Id="Rea2dd83a3e3640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b83dbdfc2648d7" /><Relationship Type="http://schemas.openxmlformats.org/officeDocument/2006/relationships/notesMaster" Target="/ppt/notesMasters/notesMaster1.xml" Id="Rbc3c3568ad0f4a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03be51bb834fd2" /><Relationship Type="http://schemas.openxmlformats.org/officeDocument/2006/relationships/notesMaster" Target="/ppt/notesMasters/notesMaster1.xml" Id="R0c4c8b81d5cc4a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1672ec2c8f44ef" /><Relationship Type="http://schemas.openxmlformats.org/officeDocument/2006/relationships/notesMaster" Target="/ppt/notesMasters/notesMaster1.xml" Id="R263c227a066840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4ecb6aba3a4b27" /><Relationship Type="http://schemas.openxmlformats.org/officeDocument/2006/relationships/notesMaster" Target="/ppt/notesMasters/notesMaster1.xml" Id="R82d51d5885b74d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feeb4bf0fc4142" /><Relationship Type="http://schemas.openxmlformats.org/officeDocument/2006/relationships/notesMaster" Target="/ppt/notesMasters/notesMaster1.xml" Id="R1e63f0c8aa744f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3642b536b14ac6" /><Relationship Type="http://schemas.openxmlformats.org/officeDocument/2006/relationships/notesMaster" Target="/ppt/notesMasters/notesMaster1.xml" Id="Rcc815d0bdbd948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d073dc1a3a642f9" /><Relationship Type="http://schemas.openxmlformats.org/officeDocument/2006/relationships/notesMaster" Target="/ppt/notesMasters/notesMaster1.xml" Id="Rdf71c5beb3bf4a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6b421207ac4f1b" /><Relationship Type="http://schemas.openxmlformats.org/officeDocument/2006/relationships/notesMaster" Target="/ppt/notesMasters/notesMaster1.xml" Id="R30b48a825fe741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2a6c0f56f04108" /><Relationship Type="http://schemas.openxmlformats.org/officeDocument/2006/relationships/notesMaster" Target="/ppt/notesMasters/notesMaster1.xml" Id="R3c8e10596d4e451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ed2cf27265c4a67" /><Relationship Type="http://schemas.openxmlformats.org/officeDocument/2006/relationships/notesMaster" Target="/ppt/notesMasters/notesMaster1.xml" Id="Ra352d5d01afa48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1de19233684b2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1357c4d383646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ffccf2a95cc42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086374ab3454c9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08d05b3ae9a4eb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117e51bdb047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94BCD2-DDB5-4D5B-847E-F7A90AD0337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50D0544-C054-44C1-9CD4-C2250BD0504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1083E74-B5F6-4CAC-B8A5-BFD39841C81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004FD1-7C8B-4FC0-A2BB-C3686E127B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1723645-DAAB-420B-B4DC-E773B826C3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9B93281-B2B5-4566-8A0A-4FF57C8E94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7FC642-F6A6-444C-AEB2-26459CC9EA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01C6630-C5B3-48BF-A9BF-9EBBC610CB6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67B7E6-4692-4809-96D5-67CB572F8D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BCB946-DC1E-4288-AE88-92ACE03631B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050488ad86465f" /><Relationship Type="http://schemas.openxmlformats.org/officeDocument/2006/relationships/slideLayout" Target="/ppt/slideLayouts/slideLayout1.xml" Id="R7fcea707861242b7" /><Relationship Type="http://schemas.openxmlformats.org/officeDocument/2006/relationships/slideLayout" Target="/ppt/slideLayouts/slideLayout2.xml" Id="R8e41b6e16e85429a" /><Relationship Type="http://schemas.openxmlformats.org/officeDocument/2006/relationships/slideLayout" Target="/ppt/slideLayouts/slideLayout3.xml" Id="R8b7dbca1fc864d9b" /><Relationship Type="http://schemas.openxmlformats.org/officeDocument/2006/relationships/slideLayout" Target="/ppt/slideLayouts/slideLayout4.xml" Id="Rbb41d8a5db714b37" /><Relationship Type="http://schemas.openxmlformats.org/officeDocument/2006/relationships/slideLayout" Target="/ppt/slideLayouts/slideLayout5.xml" Id="Rd53ff1fe4a8141ab" /><Relationship Type="http://schemas.openxmlformats.org/officeDocument/2006/relationships/slideLayout" Target="/ppt/slideLayouts/slideLayout6.xml" Id="R57095fa568744a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cea707861242b7"/>
    <p:sldLayoutId xmlns:r="http://schemas.openxmlformats.org/officeDocument/2006/relationships" id="2147483650" r:id="R8e41b6e16e85429a"/>
    <p:sldLayoutId xmlns:r="http://schemas.openxmlformats.org/officeDocument/2006/relationships" id="2147483651" r:id="R8b7dbca1fc864d9b"/>
    <p:sldLayoutId xmlns:r="http://schemas.openxmlformats.org/officeDocument/2006/relationships" id="2147483652" r:id="Rbb41d8a5db714b37"/>
    <p:sldLayoutId xmlns:r="http://schemas.openxmlformats.org/officeDocument/2006/relationships" id="2147483653" r:id="Rd53ff1fe4a8141ab"/>
    <p:sldLayoutId xmlns:r="http://schemas.openxmlformats.org/officeDocument/2006/relationships" id="2147483654" r:id="R57095fa568744a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c4b348a10064f89" /><Relationship Type="http://schemas.openxmlformats.org/officeDocument/2006/relationships/image" Target="/ppt/media/image.png" Id="R4be90a61482b40fe" /><Relationship Type="http://schemas.openxmlformats.org/officeDocument/2006/relationships/notesSlide" Target="/ppt/notesSlides/notesSlide1.xml" Id="Ree2c54b81b0e4a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72edae5df0e4cc8" /><Relationship Type="http://schemas.openxmlformats.org/officeDocument/2006/relationships/image" Target="/ppt/media/image2.png" Id="R489c22a1de2c4bf1" /><Relationship Type="http://schemas.openxmlformats.org/officeDocument/2006/relationships/notesSlide" Target="/ppt/notesSlides/notesSlide2.xml" Id="Rcd36893047b045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e2e5c00536b48c4" /><Relationship Type="http://schemas.openxmlformats.org/officeDocument/2006/relationships/image" Target="/ppt/media/image3.png" Id="Rdc3f3a5071d94cf5" /><Relationship Type="http://schemas.openxmlformats.org/officeDocument/2006/relationships/notesSlide" Target="/ppt/notesSlides/notesSlide3.xml" Id="R1fe3fd7aa7474c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8d9a970f12445bf" /><Relationship Type="http://schemas.openxmlformats.org/officeDocument/2006/relationships/image" Target="/ppt/media/image4.png" Id="Ra0d617fefba94040" /><Relationship Type="http://schemas.openxmlformats.org/officeDocument/2006/relationships/notesSlide" Target="/ppt/notesSlides/notesSlide4.xml" Id="R34edf58d210e47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c05b08a3194a01" /><Relationship Type="http://schemas.openxmlformats.org/officeDocument/2006/relationships/image" Target="/ppt/media/image5.png" Id="Ra991247894684254" /><Relationship Type="http://schemas.openxmlformats.org/officeDocument/2006/relationships/notesSlide" Target="/ppt/notesSlides/notesSlide5.xml" Id="R1556f24cd51b46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0228971a6e04bfe" /><Relationship Type="http://schemas.openxmlformats.org/officeDocument/2006/relationships/image" Target="/ppt/media/image6.png" Id="R9dea9b080e0f4bd7" /><Relationship Type="http://schemas.openxmlformats.org/officeDocument/2006/relationships/notesSlide" Target="/ppt/notesSlides/notesSlide6.xml" Id="Rb3dfe6832b6b49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8aa83c16aa343e3" /><Relationship Type="http://schemas.openxmlformats.org/officeDocument/2006/relationships/image" Target="/ppt/media/image7.png" Id="R71a7bff9b1484005" /><Relationship Type="http://schemas.openxmlformats.org/officeDocument/2006/relationships/notesSlide" Target="/ppt/notesSlides/notesSlide7.xml" Id="R3eabad5f6c4d46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13203671ea64e05" /><Relationship Type="http://schemas.openxmlformats.org/officeDocument/2006/relationships/image" Target="/ppt/media/image8.png" Id="R7471e516d88e42d6" /><Relationship Type="http://schemas.openxmlformats.org/officeDocument/2006/relationships/notesSlide" Target="/ppt/notesSlides/notesSlide8.xml" Id="R36950397624d41d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facc618febf4cc0" /><Relationship Type="http://schemas.openxmlformats.org/officeDocument/2006/relationships/image" Target="/ppt/media/image9.png" Id="R828940d284164117" /><Relationship Type="http://schemas.openxmlformats.org/officeDocument/2006/relationships/notesSlide" Target="/ppt/notesSlides/notesSlide9.xml" Id="Rcb2650e5262e45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ea03bf2a0ad4767" /><Relationship Type="http://schemas.openxmlformats.org/officeDocument/2006/relationships/image" Target="/ppt/media/image10.png" Id="R20804d30431042d6" /><Relationship Type="http://schemas.openxmlformats.org/officeDocument/2006/relationships/notesSlide" Target="/ppt/notesSlides/notesSlide10.xml" Id="R30de60d88c4a4d9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88349cc8e894ee4" /><Relationship Type="http://schemas.openxmlformats.org/officeDocument/2006/relationships/image" Target="/ppt/media/image11.png" Id="R6ed64e14ff874706" /><Relationship Type="http://schemas.openxmlformats.org/officeDocument/2006/relationships/notesSlide" Target="/ppt/notesSlides/notesSlide11.xml" Id="R99ece11216134b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7b43e7a400248aa" /><Relationship Type="http://schemas.openxmlformats.org/officeDocument/2006/relationships/image" Target="/ppt/media/image12.png" Id="Rec3e6ee5accf4c7a" /><Relationship Type="http://schemas.openxmlformats.org/officeDocument/2006/relationships/notesSlide" Target="/ppt/notesSlides/notesSlide12.xml" Id="Rfe4e2f7fe8ae40fd" /></Relationships>
</file>

<file path=ppt/slides/slide1.xml><?xml version="1.0" encoding="utf-8"?>
<p:sld xmlns:p="http://schemas.openxmlformats.org/presentationml/2006/main">
  <p:cSld>
    <p:bg>
      <p:bgPr>
        <a:solidFill xmlns:a="http://schemas.openxmlformats.org/drawingml/2006/main">
          <a:srgbClr val="FFDA35"/>
        </a:solidFill>
      </p:bgPr>
    </p:bg>
    <p:spTree>
      <p:nvGrpSpPr>
        <p:cNvPr id="1" name=""/>
        <p:cNvGrpSpPr/>
        <p:nvPr/>
      </p:nvGrpSpPr>
      <p:grpSpPr>
        <a:xfrm xmlns:a="http://schemas.openxmlformats.org/drawingml/2006/main"/>
      </p:grpSpPr>
      <p:pic>
        <p:nvPicPr>
          <p:cNvPr id="31" name="">
            <a:extLst xmlns:a="http://schemas.openxmlformats.org/drawingml/2006/main">
              <a:ext uri="{FF2B5EF4-FFF2-40B4-BE49-F238E27FC236}">
                <a16:creationId xmlns:a16="http://schemas.microsoft.com/office/drawing/2014/main" id="{7405A91B-A3C6-4460-B249-68ECB8EDE4B9}"/>
              </a:ext>
            </a:extLst>
          </p:cNvPr>
          <p:cNvPicPr>
            <a:picLocks xmlns:a="http://schemas.openxmlformats.org/drawingml/2006/main" noChangeAspect="1"/>
          </p:cNvPicPr>
          <p:nvPr/>
        </p:nvPicPr>
        <p:blipFill>
          <a:blip xmlns:r="http://schemas.openxmlformats.org/officeDocument/2006/relationships" xmlns:a="http://schemas.openxmlformats.org/drawingml/2006/main" r:embed="R4be90a61482b40fe"/>
          <a:stretch xmlns:a="http://schemas.openxmlformats.org/drawingml/2006/main"/>
        </p:blipFill>
        <p:spPr>
          <a:xfrm xmlns:a="http://schemas.openxmlformats.org/drawingml/2006/main">
            <a:off x="6191250" y="0"/>
            <a:ext cx="6000750" cy="4000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4CFAAF5-3DEF-4165-A144-8B2C838A9CFF}"/>
              </a:ext>
            </a:extLst>
          </p:cNvPr>
          <p:cNvSpPr>
            <a:spLocks xmlns:a="http://schemas.openxmlformats.org/drawingml/2006/main" noGrp="1"/>
          </p:cNvSpPr>
          <p:nvPr/>
        </p:nvSpPr>
        <p:spPr>
          <a:xfrm xmlns:a="http://schemas.openxmlformats.org/drawingml/2006/main">
            <a:off x="571500" y="333375"/>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EASWARI ENGINEERING COLLEGE</a:t>
            </a:r>
          </a:p>
        </p:txBody>
      </p:sp>
      <p:sp>
        <p:nvSpPr>
          <p:cNvPr id="3" name="">
            <a:extLst xmlns:a="http://schemas.openxmlformats.org/drawingml/2006/main">
              <a:ext uri="{FF2B5EF4-FFF2-40B4-BE49-F238E27FC236}">
                <a16:creationId xmlns:a16="http://schemas.microsoft.com/office/drawing/2014/main" id="{D98E6496-5B5F-4BD2-AC15-5A90583CE1B6}"/>
              </a:ext>
            </a:extLst>
          </p:cNvPr>
          <p:cNvSpPr>
            <a:spLocks xmlns:a="http://schemas.openxmlformats.org/drawingml/2006/main" noGrp="1"/>
          </p:cNvSpPr>
          <p:nvPr/>
        </p:nvSpPr>
        <p:spPr>
          <a:xfrm xmlns:a="http://schemas.openxmlformats.org/drawingml/2006/main">
            <a:off x="571500" y="714375"/>
            <a:ext cx="952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Department of Computer Science and Engineering</a:t>
            </a:r>
          </a:p>
        </p:txBody>
      </p:sp>
      <p:sp>
        <p:nvSpPr>
          <p:cNvPr id="4" name="">
            <a:extLst xmlns:a="http://schemas.openxmlformats.org/drawingml/2006/main">
              <a:ext uri="{FF2B5EF4-FFF2-40B4-BE49-F238E27FC236}">
                <a16:creationId xmlns:a16="http://schemas.microsoft.com/office/drawing/2014/main" id="{4F6A15DC-2235-4BE8-B37D-6E775467A272}"/>
              </a:ext>
            </a:extLst>
          </p:cNvPr>
          <p:cNvSpPr>
            <a:spLocks xmlns:a="http://schemas.openxmlformats.org/drawingml/2006/main" noGrp="1"/>
          </p:cNvSpPr>
          <p:nvPr/>
        </p:nvSpPr>
        <p:spPr>
          <a:xfrm xmlns:a="http://schemas.openxmlformats.org/drawingml/2006/main">
            <a:off x="571500" y="13144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57FF"/>
                </a:solidFill>
              </a:defRPr>
            </a:defPPr>
          </a:lstStyle>
          <a:p xmlns:a="http://schemas.openxmlformats.org/drawingml/2006/main">
            <a:pPr>
              <a:defRPr sz="1425" b="1">
                <a:solidFill>
                  <a:srgbClr val="1557FF"/>
                </a:solidFill>
              </a:defRPr>
            </a:pPr>
            <a:r>
              <a:rPr sz="1425" b="1">
                <a:solidFill>
                  <a:srgbClr val="1557FF"/>
                </a:solidFill>
              </a:rPr>
              <a:t>NEARBY  ·  PROJECT REVIEW</a:t>
            </a:r>
          </a:p>
        </p:txBody>
      </p:sp>
      <p:sp>
        <p:nvSpPr>
          <p:cNvPr id="5" name="">
            <a:extLst xmlns:a="http://schemas.openxmlformats.org/drawingml/2006/main">
              <a:ext uri="{FF2B5EF4-FFF2-40B4-BE49-F238E27FC236}">
                <a16:creationId xmlns:a16="http://schemas.microsoft.com/office/drawing/2014/main" id="{2E39D761-E8A8-46FE-8E10-C171035FF0A2}"/>
              </a:ext>
            </a:extLst>
          </p:cNvPr>
          <p:cNvSpPr>
            <a:spLocks xmlns:a="http://schemas.openxmlformats.org/drawingml/2006/main" noGrp="1"/>
          </p:cNvSpPr>
          <p:nvPr/>
        </p:nvSpPr>
        <p:spPr>
          <a:xfrm xmlns:a="http://schemas.openxmlformats.org/drawingml/2006/main">
            <a:off x="571500" y="169545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150" b="1">
                <a:solidFill>
                  <a:srgbClr val="15191D"/>
                </a:solidFill>
              </a:defRPr>
            </a:defPPr>
          </a:lstStyle>
          <a:p xmlns:a="http://schemas.openxmlformats.org/drawingml/2006/main">
            <a:pPr>
              <a:defRPr sz="6150" b="1">
                <a:solidFill>
                  <a:srgbClr val="15191D"/>
                </a:solidFill>
              </a:defRPr>
            </a:pPr>
            <a:r>
              <a:rPr sz="6150" b="1">
                <a:solidFill>
                  <a:srgbClr val="15191D"/>
                </a:solidFill>
              </a:rPr>
              <a:t>Nearby</a:t>
            </a:r>
          </a:p>
        </p:txBody>
      </p:sp>
      <p:sp>
        <p:nvSpPr>
          <p:cNvPr id="6" name="">
            <a:extLst xmlns:a="http://schemas.openxmlformats.org/drawingml/2006/main">
              <a:ext uri="{FF2B5EF4-FFF2-40B4-BE49-F238E27FC236}">
                <a16:creationId xmlns:a16="http://schemas.microsoft.com/office/drawing/2014/main" id="{F7F6D4AA-5C5C-4D25-8EC8-1078A48D4C52}"/>
              </a:ext>
            </a:extLst>
          </p:cNvPr>
          <p:cNvSpPr>
            <a:spLocks xmlns:a="http://schemas.openxmlformats.org/drawingml/2006/main" noGrp="1"/>
          </p:cNvSpPr>
          <p:nvPr/>
        </p:nvSpPr>
        <p:spPr>
          <a:xfrm xmlns:a="http://schemas.openxmlformats.org/drawingml/2006/main">
            <a:off x="571500" y="266700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191D"/>
                </a:solidFill>
              </a:defRPr>
            </a:defPPr>
          </a:lstStyle>
          <a:p xmlns:a="http://schemas.openxmlformats.org/drawingml/2006/main">
            <a:pPr>
              <a:defRPr sz="3225" b="1">
                <a:solidFill>
                  <a:srgbClr val="15191D"/>
                </a:solidFill>
              </a:defRPr>
            </a:pPr>
            <a:r>
              <a:rPr sz="3225" b="1">
                <a:solidFill>
                  <a:srgbClr val="15191D"/>
                </a:solidFill>
              </a:rPr>
              <a:t>Local Services</a:t>
            </a:r>
          </a:p>
          <a:p xmlns:a="http://schemas.openxmlformats.org/drawingml/2006/main">
            <a:pPr>
              <a:defRPr sz="3225" b="1">
                <a:solidFill>
                  <a:srgbClr val="15191D"/>
                </a:solidFill>
              </a:defRPr>
            </a:pPr>
            <a:r>
              <a:rPr sz="3225" b="1">
                <a:solidFill>
                  <a:srgbClr val="15191D"/>
                </a:solidFill>
              </a:rPr>
              <a:t>Marketplace</a:t>
            </a:r>
          </a:p>
        </p:txBody>
      </p:sp>
      <p:sp>
        <p:nvSpPr>
          <p:cNvPr id="7" name="">
            <a:extLst xmlns:a="http://schemas.openxmlformats.org/drawingml/2006/main">
              <a:ext uri="{FF2B5EF4-FFF2-40B4-BE49-F238E27FC236}">
                <a16:creationId xmlns:a16="http://schemas.microsoft.com/office/drawing/2014/main" id="{8FAAF289-0215-46AB-A353-032D5A5CBE4B}"/>
              </a:ext>
            </a:extLst>
          </p:cNvPr>
          <p:cNvSpPr>
            <a:spLocks xmlns:a="http://schemas.openxmlformats.org/drawingml/2006/main" noGrp="1"/>
          </p:cNvSpPr>
          <p:nvPr/>
        </p:nvSpPr>
        <p:spPr>
          <a:xfrm xmlns:a="http://schemas.openxmlformats.org/drawingml/2006/main">
            <a:off x="571500" y="3857625"/>
            <a:ext cx="571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191D"/>
                </a:solidFill>
              </a:defRPr>
            </a:defPPr>
          </a:lstStyle>
          <a:p xmlns:a="http://schemas.openxmlformats.org/drawingml/2006/main">
            <a:pPr>
              <a:defRPr sz="1950" b="0">
                <a:solidFill>
                  <a:srgbClr val="15191D"/>
                </a:solidFill>
              </a:defRPr>
            </a:pPr>
            <a:r>
              <a:rPr sz="1950" b="0">
                <a:solidFill>
                  <a:srgbClr val="15191D"/>
                </a:solidFill>
              </a:rPr>
              <a:t>A web platform for local service discovery, booking and provider management</a:t>
            </a:r>
          </a:p>
        </p:txBody>
      </p:sp>
      <p:sp>
        <p:nvSpPr>
          <p:cNvPr id="8" name="">
            <a:extLst xmlns:a="http://schemas.openxmlformats.org/drawingml/2006/main">
              <a:ext uri="{FF2B5EF4-FFF2-40B4-BE49-F238E27FC236}">
                <a16:creationId xmlns:a16="http://schemas.microsoft.com/office/drawing/2014/main" id="{CD692BA5-DBAB-4AE6-9D7A-B08A74E84268}"/>
              </a:ext>
            </a:extLst>
          </p:cNvPr>
          <p:cNvSpPr>
            <a:spLocks xmlns:a="http://schemas.openxmlformats.org/drawingml/2006/main" noGrp="1"/>
          </p:cNvSpPr>
          <p:nvPr/>
        </p:nvSpPr>
        <p:spPr>
          <a:xfrm xmlns:a="http://schemas.openxmlformats.org/drawingml/2006/main">
            <a:off x="7524750" y="1381125"/>
            <a:ext cx="4000500" cy="31908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D9DF2AC6-4F3C-4CB5-A895-854EFEF7DE9F}"/>
              </a:ext>
            </a:extLst>
          </p:cNvPr>
          <p:cNvSpPr>
            <a:spLocks xmlns:a="http://schemas.openxmlformats.org/drawingml/2006/main" noGrp="1"/>
          </p:cNvSpPr>
          <p:nvPr/>
        </p:nvSpPr>
        <p:spPr>
          <a:xfrm xmlns:a="http://schemas.openxmlformats.org/drawingml/2006/main">
            <a:off x="7524750" y="1381125"/>
            <a:ext cx="40005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012ED9EE-CC87-4168-87F1-6F4C61424BE7}"/>
              </a:ext>
            </a:extLst>
          </p:cNvPr>
          <p:cNvSpPr>
            <a:spLocks xmlns:a="http://schemas.openxmlformats.org/drawingml/2006/main" noGrp="1"/>
          </p:cNvSpPr>
          <p:nvPr/>
        </p:nvSpPr>
        <p:spPr>
          <a:xfrm xmlns:a="http://schemas.openxmlformats.org/drawingml/2006/main">
            <a:off x="7677150" y="1476375"/>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11" name="">
            <a:extLst xmlns:a="http://schemas.openxmlformats.org/drawingml/2006/main">
              <a:ext uri="{FF2B5EF4-FFF2-40B4-BE49-F238E27FC236}">
                <a16:creationId xmlns:a16="http://schemas.microsoft.com/office/drawing/2014/main" id="{D11A4236-63F2-40F6-A8AC-434DD1042EB7}"/>
              </a:ext>
            </a:extLst>
          </p:cNvPr>
          <p:cNvSpPr>
            <a:spLocks xmlns:a="http://schemas.openxmlformats.org/drawingml/2006/main" noGrp="1"/>
          </p:cNvSpPr>
          <p:nvPr/>
        </p:nvSpPr>
        <p:spPr>
          <a:xfrm xmlns:a="http://schemas.openxmlformats.org/drawingml/2006/main">
            <a:off x="7696200" y="1981200"/>
            <a:ext cx="365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Find a local service</a:t>
            </a:r>
          </a:p>
        </p:txBody>
      </p:sp>
      <p:sp>
        <p:nvSpPr>
          <p:cNvPr id="12" name="">
            <a:extLst xmlns:a="http://schemas.openxmlformats.org/drawingml/2006/main">
              <a:ext uri="{FF2B5EF4-FFF2-40B4-BE49-F238E27FC236}">
                <a16:creationId xmlns:a16="http://schemas.microsoft.com/office/drawing/2014/main" id="{07DE0FEB-4C40-4BAF-A8F6-B080F9DB2A0D}"/>
              </a:ext>
            </a:extLst>
          </p:cNvPr>
          <p:cNvSpPr>
            <a:spLocks xmlns:a="http://schemas.openxmlformats.org/drawingml/2006/main" noGrp="1"/>
          </p:cNvSpPr>
          <p:nvPr/>
        </p:nvSpPr>
        <p:spPr>
          <a:xfrm xmlns:a="http://schemas.openxmlformats.org/drawingml/2006/main">
            <a:off x="7715250" y="2447925"/>
            <a:ext cx="3619500" cy="38100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3" name="">
            <a:extLst xmlns:a="http://schemas.openxmlformats.org/drawingml/2006/main">
              <a:ext uri="{FF2B5EF4-FFF2-40B4-BE49-F238E27FC236}">
                <a16:creationId xmlns:a16="http://schemas.microsoft.com/office/drawing/2014/main" id="{D2A78E6C-C016-4F5B-8FDF-6445D6B50D19}"/>
              </a:ext>
            </a:extLst>
          </p:cNvPr>
          <p:cNvSpPr>
            <a:spLocks xmlns:a="http://schemas.openxmlformats.org/drawingml/2006/main" noGrp="1"/>
          </p:cNvSpPr>
          <p:nvPr/>
        </p:nvSpPr>
        <p:spPr>
          <a:xfrm xmlns:a="http://schemas.openxmlformats.org/drawingml/2006/main">
            <a:off x="7829550" y="2533650"/>
            <a:ext cx="3390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Enter six-digit pincode</a:t>
            </a:r>
          </a:p>
        </p:txBody>
      </p:sp>
      <p:sp>
        <p:nvSpPr>
          <p:cNvPr id="14" name="">
            <a:extLst xmlns:a="http://schemas.openxmlformats.org/drawingml/2006/main">
              <a:ext uri="{FF2B5EF4-FFF2-40B4-BE49-F238E27FC236}">
                <a16:creationId xmlns:a16="http://schemas.microsoft.com/office/drawing/2014/main" id="{7D156289-FA08-4C54-86FD-8D7F21496905}"/>
              </a:ext>
            </a:extLst>
          </p:cNvPr>
          <p:cNvSpPr>
            <a:spLocks xmlns:a="http://schemas.openxmlformats.org/drawingml/2006/main" noGrp="1"/>
          </p:cNvSpPr>
          <p:nvPr/>
        </p:nvSpPr>
        <p:spPr>
          <a:xfrm xmlns:a="http://schemas.openxmlformats.org/drawingml/2006/main">
            <a:off x="7715250" y="2962275"/>
            <a:ext cx="3619500" cy="38100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5" name="">
            <a:extLst xmlns:a="http://schemas.openxmlformats.org/drawingml/2006/main">
              <a:ext uri="{FF2B5EF4-FFF2-40B4-BE49-F238E27FC236}">
                <a16:creationId xmlns:a16="http://schemas.microsoft.com/office/drawing/2014/main" id="{079AFBDA-9D00-4FC6-B67C-8B6506A1BE6F}"/>
              </a:ext>
            </a:extLst>
          </p:cNvPr>
          <p:cNvSpPr>
            <a:spLocks xmlns:a="http://schemas.openxmlformats.org/drawingml/2006/main" noGrp="1"/>
          </p:cNvSpPr>
          <p:nvPr/>
        </p:nvSpPr>
        <p:spPr>
          <a:xfrm xmlns:a="http://schemas.openxmlformats.org/drawingml/2006/main">
            <a:off x="7829550" y="3048000"/>
            <a:ext cx="3390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Choose a listed service</a:t>
            </a:r>
          </a:p>
        </p:txBody>
      </p:sp>
      <p:sp>
        <p:nvSpPr>
          <p:cNvPr id="16" name="">
            <a:extLst xmlns:a="http://schemas.openxmlformats.org/drawingml/2006/main">
              <a:ext uri="{FF2B5EF4-FFF2-40B4-BE49-F238E27FC236}">
                <a16:creationId xmlns:a16="http://schemas.microsoft.com/office/drawing/2014/main" id="{BADD1D91-D7DC-4323-933F-2971EA343BB6}"/>
              </a:ext>
            </a:extLst>
          </p:cNvPr>
          <p:cNvSpPr>
            <a:spLocks xmlns:a="http://schemas.openxmlformats.org/drawingml/2006/main" noGrp="1"/>
          </p:cNvSpPr>
          <p:nvPr/>
        </p:nvSpPr>
        <p:spPr>
          <a:xfrm xmlns:a="http://schemas.openxmlformats.org/drawingml/2006/main">
            <a:off x="7715250" y="3590925"/>
            <a:ext cx="3619500" cy="419100"/>
          </a:xfrm>
          <a:prstGeom xmlns:a="http://schemas.openxmlformats.org/drawingml/2006/main" prst="rect">
            <a:avLst/>
          </a:prstGeom>
          <a:solidFill xmlns:a="http://schemas.openxmlformats.org/drawingml/2006/main">
            <a:srgbClr val="1557FF"/>
          </a:solidFill>
          <a:ln xmlns:a="http://schemas.openxmlformats.org/drawingml/2006/main" w="9525">
            <a:solidFill>
              <a:srgbClr val="1557FF"/>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7" name="">
            <a:extLst xmlns:a="http://schemas.openxmlformats.org/drawingml/2006/main">
              <a:ext uri="{FF2B5EF4-FFF2-40B4-BE49-F238E27FC236}">
                <a16:creationId xmlns:a16="http://schemas.microsoft.com/office/drawing/2014/main" id="{BF6D966A-C9AE-48FA-A8BE-233A51775E42}"/>
              </a:ext>
            </a:extLst>
          </p:cNvPr>
          <p:cNvSpPr>
            <a:spLocks xmlns:a="http://schemas.openxmlformats.org/drawingml/2006/main" noGrp="1"/>
          </p:cNvSpPr>
          <p:nvPr/>
        </p:nvSpPr>
        <p:spPr>
          <a:xfrm xmlns:a="http://schemas.openxmlformats.org/drawingml/2006/main">
            <a:off x="7791450" y="3657600"/>
            <a:ext cx="3467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View available times</a:t>
            </a:r>
          </a:p>
        </p:txBody>
      </p:sp>
      <p:sp>
        <p:nvSpPr>
          <p:cNvPr id="18" name="">
            <a:extLst xmlns:a="http://schemas.openxmlformats.org/drawingml/2006/main">
              <a:ext uri="{FF2B5EF4-FFF2-40B4-BE49-F238E27FC236}">
                <a16:creationId xmlns:a16="http://schemas.microsoft.com/office/drawing/2014/main" id="{FB126CD9-8C85-4007-8021-E6713688B5BD}"/>
              </a:ext>
            </a:extLst>
          </p:cNvPr>
          <p:cNvSpPr>
            <a:spLocks xmlns:a="http://schemas.openxmlformats.org/drawingml/2006/main" noGrp="1"/>
          </p:cNvSpPr>
          <p:nvPr/>
        </p:nvSpPr>
        <p:spPr>
          <a:xfrm xmlns:a="http://schemas.openxmlformats.org/drawingml/2006/main">
            <a:off x="7715250" y="42100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Conceptual UI</a:t>
            </a:r>
          </a:p>
        </p:txBody>
      </p:sp>
      <p:sp>
        <p:nvSpPr>
          <p:cNvPr id="19" name="">
            <a:extLst xmlns:a="http://schemas.openxmlformats.org/drawingml/2006/main">
              <a:ext uri="{FF2B5EF4-FFF2-40B4-BE49-F238E27FC236}">
                <a16:creationId xmlns:a16="http://schemas.microsoft.com/office/drawing/2014/main" id="{F3481822-3E21-433D-ABE2-BADD756E0E71}"/>
              </a:ext>
            </a:extLst>
          </p:cNvPr>
          <p:cNvSpPr>
            <a:spLocks xmlns:a="http://schemas.openxmlformats.org/drawingml/2006/main" noGrp="1"/>
          </p:cNvSpPr>
          <p:nvPr/>
        </p:nvSpPr>
        <p:spPr>
          <a:xfrm xmlns:a="http://schemas.openxmlformats.org/drawingml/2006/main">
            <a:off x="571500" y="48577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557FF"/>
                </a:solidFill>
              </a:defRPr>
            </a:defPPr>
          </a:lstStyle>
          <a:p xmlns:a="http://schemas.openxmlformats.org/drawingml/2006/main">
            <a:pPr>
              <a:defRPr sz="1200" b="1">
                <a:solidFill>
                  <a:srgbClr val="1557FF"/>
                </a:solidFill>
              </a:defRPr>
            </a:pPr>
            <a:r>
              <a:rPr sz="1200" b="1">
                <a:solidFill>
                  <a:srgbClr val="1557FF"/>
                </a:solidFill>
              </a:rPr>
              <a:t>STUDENT</a:t>
            </a:r>
          </a:p>
        </p:txBody>
      </p:sp>
      <p:sp>
        <p:nvSpPr>
          <p:cNvPr id="20" name="">
            <a:extLst xmlns:a="http://schemas.openxmlformats.org/drawingml/2006/main">
              <a:ext uri="{FF2B5EF4-FFF2-40B4-BE49-F238E27FC236}">
                <a16:creationId xmlns:a16="http://schemas.microsoft.com/office/drawing/2014/main" id="{87EDC544-015E-43C0-9A65-6C05C9B5A695}"/>
              </a:ext>
            </a:extLst>
          </p:cNvPr>
          <p:cNvSpPr>
            <a:spLocks xmlns:a="http://schemas.openxmlformats.org/drawingml/2006/main" noGrp="1"/>
          </p:cNvSpPr>
          <p:nvPr/>
        </p:nvSpPr>
        <p:spPr>
          <a:xfrm xmlns:a="http://schemas.openxmlformats.org/drawingml/2006/main">
            <a:off x="571500" y="51816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Susindran D</a:t>
            </a:r>
          </a:p>
        </p:txBody>
      </p:sp>
      <p:sp>
        <p:nvSpPr>
          <p:cNvPr id="21" name="">
            <a:extLst xmlns:a="http://schemas.openxmlformats.org/drawingml/2006/main">
              <a:ext uri="{FF2B5EF4-FFF2-40B4-BE49-F238E27FC236}">
                <a16:creationId xmlns:a16="http://schemas.microsoft.com/office/drawing/2014/main" id="{61E43900-69B1-4046-89DB-F97E1DE66427}"/>
              </a:ext>
            </a:extLst>
          </p:cNvPr>
          <p:cNvSpPr>
            <a:spLocks xmlns:a="http://schemas.openxmlformats.org/drawingml/2006/main" noGrp="1"/>
          </p:cNvSpPr>
          <p:nvPr/>
        </p:nvSpPr>
        <p:spPr>
          <a:xfrm xmlns:a="http://schemas.openxmlformats.org/drawingml/2006/main">
            <a:off x="4429125" y="48577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557FF"/>
                </a:solidFill>
              </a:defRPr>
            </a:defPPr>
          </a:lstStyle>
          <a:p xmlns:a="http://schemas.openxmlformats.org/drawingml/2006/main">
            <a:pPr>
              <a:defRPr sz="1200" b="1">
                <a:solidFill>
                  <a:srgbClr val="1557FF"/>
                </a:solidFill>
              </a:defRPr>
            </a:pPr>
            <a:r>
              <a:rPr sz="1200" b="1">
                <a:solidFill>
                  <a:srgbClr val="1557FF"/>
                </a:solidFill>
              </a:rPr>
              <a:t>REGISTER NO</a:t>
            </a:r>
          </a:p>
        </p:txBody>
      </p:sp>
      <p:sp>
        <p:nvSpPr>
          <p:cNvPr id="22" name="">
            <a:extLst xmlns:a="http://schemas.openxmlformats.org/drawingml/2006/main">
              <a:ext uri="{FF2B5EF4-FFF2-40B4-BE49-F238E27FC236}">
                <a16:creationId xmlns:a16="http://schemas.microsoft.com/office/drawing/2014/main" id="{AB3E8545-94DD-413B-B30F-2C63F6747EAA}"/>
              </a:ext>
            </a:extLst>
          </p:cNvPr>
          <p:cNvSpPr>
            <a:spLocks xmlns:a="http://schemas.openxmlformats.org/drawingml/2006/main" noGrp="1"/>
          </p:cNvSpPr>
          <p:nvPr/>
        </p:nvSpPr>
        <p:spPr>
          <a:xfrm xmlns:a="http://schemas.openxmlformats.org/drawingml/2006/main">
            <a:off x="4429125" y="51816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310624104342</a:t>
            </a:r>
          </a:p>
        </p:txBody>
      </p:sp>
      <p:sp>
        <p:nvSpPr>
          <p:cNvPr id="23" name="">
            <a:extLst xmlns:a="http://schemas.openxmlformats.org/drawingml/2006/main">
              <a:ext uri="{FF2B5EF4-FFF2-40B4-BE49-F238E27FC236}">
                <a16:creationId xmlns:a16="http://schemas.microsoft.com/office/drawing/2014/main" id="{251C6228-DE7F-4734-A8B8-88A2EF3F810B}"/>
              </a:ext>
            </a:extLst>
          </p:cNvPr>
          <p:cNvSpPr>
            <a:spLocks xmlns:a="http://schemas.openxmlformats.org/drawingml/2006/main" noGrp="1"/>
          </p:cNvSpPr>
          <p:nvPr/>
        </p:nvSpPr>
        <p:spPr>
          <a:xfrm xmlns:a="http://schemas.openxmlformats.org/drawingml/2006/main">
            <a:off x="8286750" y="48577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557FF"/>
                </a:solidFill>
              </a:defRPr>
            </a:defPPr>
          </a:lstStyle>
          <a:p xmlns:a="http://schemas.openxmlformats.org/drawingml/2006/main">
            <a:pPr>
              <a:defRPr sz="1200" b="1">
                <a:solidFill>
                  <a:srgbClr val="1557FF"/>
                </a:solidFill>
              </a:defRPr>
            </a:pPr>
            <a:r>
              <a:rPr sz="1200" b="1">
                <a:solidFill>
                  <a:srgbClr val="1557FF"/>
                </a:solidFill>
              </a:rPr>
              <a:t>FACULTY GUIDE</a:t>
            </a:r>
          </a:p>
        </p:txBody>
      </p:sp>
      <p:sp>
        <p:nvSpPr>
          <p:cNvPr id="24" name="">
            <a:extLst xmlns:a="http://schemas.openxmlformats.org/drawingml/2006/main">
              <a:ext uri="{FF2B5EF4-FFF2-40B4-BE49-F238E27FC236}">
                <a16:creationId xmlns:a16="http://schemas.microsoft.com/office/drawing/2014/main" id="{E4BB31DA-22F1-4823-B9C6-71F285E82013}"/>
              </a:ext>
            </a:extLst>
          </p:cNvPr>
          <p:cNvSpPr>
            <a:spLocks xmlns:a="http://schemas.openxmlformats.org/drawingml/2006/main" noGrp="1"/>
          </p:cNvSpPr>
          <p:nvPr/>
        </p:nvSpPr>
        <p:spPr>
          <a:xfrm xmlns:a="http://schemas.openxmlformats.org/drawingml/2006/main">
            <a:off x="8286750" y="51816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Swapna Duggi</a:t>
            </a:r>
          </a:p>
        </p:txBody>
      </p:sp>
      <p:sp>
        <p:nvSpPr>
          <p:cNvPr id="25" name="">
            <a:extLst xmlns:a="http://schemas.openxmlformats.org/drawingml/2006/main">
              <a:ext uri="{FF2B5EF4-FFF2-40B4-BE49-F238E27FC236}">
                <a16:creationId xmlns:a16="http://schemas.microsoft.com/office/drawing/2014/main" id="{098E0CBB-4B43-475D-A573-3C8DAF96AA20}"/>
              </a:ext>
            </a:extLst>
          </p:cNvPr>
          <p:cNvSpPr>
            <a:spLocks xmlns:a="http://schemas.openxmlformats.org/drawingml/2006/main" noGrp="1"/>
          </p:cNvSpPr>
          <p:nvPr/>
        </p:nvSpPr>
        <p:spPr>
          <a:xfrm xmlns:a="http://schemas.openxmlformats.org/drawingml/2006/main">
            <a:off x="571500" y="579120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CUSTOMER</a:t>
            </a:r>
          </a:p>
        </p:txBody>
      </p:sp>
      <p:sp>
        <p:nvSpPr>
          <p:cNvPr id="26" name="">
            <a:extLst xmlns:a="http://schemas.openxmlformats.org/drawingml/2006/main">
              <a:ext uri="{FF2B5EF4-FFF2-40B4-BE49-F238E27FC236}">
                <a16:creationId xmlns:a16="http://schemas.microsoft.com/office/drawing/2014/main" id="{8CC9E49C-8C75-4B01-B453-B411066F2EB6}"/>
              </a:ext>
            </a:extLst>
          </p:cNvPr>
          <p:cNvSpPr>
            <a:spLocks xmlns:a="http://schemas.openxmlformats.org/drawingml/2006/main" noGrp="1"/>
          </p:cNvSpPr>
          <p:nvPr/>
        </p:nvSpPr>
        <p:spPr>
          <a:xfrm xmlns:a="http://schemas.openxmlformats.org/drawingml/2006/main">
            <a:off x="571500" y="612457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5191D"/>
                </a:solidFill>
              </a:defRPr>
            </a:defPPr>
          </a:lstStyle>
          <a:p xmlns:a="http://schemas.openxmlformats.org/drawingml/2006/main">
            <a:pPr>
              <a:defRPr sz="1425" b="0">
                <a:solidFill>
                  <a:srgbClr val="15191D"/>
                </a:solidFill>
              </a:defRPr>
            </a:pPr>
            <a:r>
              <a:rPr sz="1425" b="0">
                <a:solidFill>
                  <a:srgbClr val="15191D"/>
                </a:solidFill>
              </a:rPr>
              <a:t>Find services by pincode</a:t>
            </a:r>
          </a:p>
          <a:p xmlns:a="http://schemas.openxmlformats.org/drawingml/2006/main">
            <a:pPr>
              <a:defRPr sz="1425" b="0">
                <a:solidFill>
                  <a:srgbClr val="15191D"/>
                </a:solidFill>
              </a:defRPr>
            </a:pPr>
            <a:r>
              <a:rPr sz="1425" b="0">
                <a:solidFill>
                  <a:srgbClr val="15191D"/>
                </a:solidFill>
              </a:rPr>
              <a:t>Request a suitable time</a:t>
            </a:r>
          </a:p>
        </p:txBody>
      </p:sp>
      <p:sp>
        <p:nvSpPr>
          <p:cNvPr id="27" name="">
            <a:extLst xmlns:a="http://schemas.openxmlformats.org/drawingml/2006/main">
              <a:ext uri="{FF2B5EF4-FFF2-40B4-BE49-F238E27FC236}">
                <a16:creationId xmlns:a16="http://schemas.microsoft.com/office/drawing/2014/main" id="{BD4CFFC6-1579-45DA-A598-1A92D0055619}"/>
              </a:ext>
            </a:extLst>
          </p:cNvPr>
          <p:cNvSpPr>
            <a:spLocks xmlns:a="http://schemas.openxmlformats.org/drawingml/2006/main" noGrp="1"/>
          </p:cNvSpPr>
          <p:nvPr/>
        </p:nvSpPr>
        <p:spPr>
          <a:xfrm xmlns:a="http://schemas.openxmlformats.org/drawingml/2006/main">
            <a:off x="4429125" y="579120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PROVIDER</a:t>
            </a:r>
          </a:p>
        </p:txBody>
      </p:sp>
      <p:sp>
        <p:nvSpPr>
          <p:cNvPr id="28" name="">
            <a:extLst xmlns:a="http://schemas.openxmlformats.org/drawingml/2006/main">
              <a:ext uri="{FF2B5EF4-FFF2-40B4-BE49-F238E27FC236}">
                <a16:creationId xmlns:a16="http://schemas.microsoft.com/office/drawing/2014/main" id="{6D22ECA8-0595-401E-A8E5-10E20A819F7E}"/>
              </a:ext>
            </a:extLst>
          </p:cNvPr>
          <p:cNvSpPr>
            <a:spLocks xmlns:a="http://schemas.openxmlformats.org/drawingml/2006/main" noGrp="1"/>
          </p:cNvSpPr>
          <p:nvPr/>
        </p:nvSpPr>
        <p:spPr>
          <a:xfrm xmlns:a="http://schemas.openxmlformats.org/drawingml/2006/main">
            <a:off x="4429125" y="612457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5191D"/>
                </a:solidFill>
              </a:defRPr>
            </a:defPPr>
          </a:lstStyle>
          <a:p xmlns:a="http://schemas.openxmlformats.org/drawingml/2006/main">
            <a:pPr>
              <a:defRPr sz="1425" b="0">
                <a:solidFill>
                  <a:srgbClr val="15191D"/>
                </a:solidFill>
              </a:defRPr>
            </a:pPr>
            <a:r>
              <a:rPr sz="1425" b="0">
                <a:solidFill>
                  <a:srgbClr val="15191D"/>
                </a:solidFill>
              </a:rPr>
              <a:t>Manage listings and availability</a:t>
            </a:r>
          </a:p>
          <a:p xmlns:a="http://schemas.openxmlformats.org/drawingml/2006/main">
            <a:pPr>
              <a:defRPr sz="1425" b="0">
                <a:solidFill>
                  <a:srgbClr val="15191D"/>
                </a:solidFill>
              </a:defRPr>
            </a:pPr>
            <a:r>
              <a:rPr sz="1425" b="0">
                <a:solidFill>
                  <a:srgbClr val="15191D"/>
                </a:solidFill>
              </a:rPr>
              <a:t>Accept and fulfil bookings</a:t>
            </a:r>
          </a:p>
        </p:txBody>
      </p:sp>
      <p:sp>
        <p:nvSpPr>
          <p:cNvPr id="29" name="">
            <a:extLst xmlns:a="http://schemas.openxmlformats.org/drawingml/2006/main">
              <a:ext uri="{FF2B5EF4-FFF2-40B4-BE49-F238E27FC236}">
                <a16:creationId xmlns:a16="http://schemas.microsoft.com/office/drawing/2014/main" id="{900C0B84-4C86-41A0-BF26-7BD39F978418}"/>
              </a:ext>
            </a:extLst>
          </p:cNvPr>
          <p:cNvSpPr>
            <a:spLocks xmlns:a="http://schemas.openxmlformats.org/drawingml/2006/main" noGrp="1"/>
          </p:cNvSpPr>
          <p:nvPr/>
        </p:nvSpPr>
        <p:spPr>
          <a:xfrm xmlns:a="http://schemas.openxmlformats.org/drawingml/2006/main">
            <a:off x="8286750" y="579120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ADMIN</a:t>
            </a:r>
          </a:p>
        </p:txBody>
      </p:sp>
      <p:sp>
        <p:nvSpPr>
          <p:cNvPr id="30" name="">
            <a:extLst xmlns:a="http://schemas.openxmlformats.org/drawingml/2006/main">
              <a:ext uri="{FF2B5EF4-FFF2-40B4-BE49-F238E27FC236}">
                <a16:creationId xmlns:a16="http://schemas.microsoft.com/office/drawing/2014/main" id="{30ECD8A7-5160-4AB3-902F-C5297A824C09}"/>
              </a:ext>
            </a:extLst>
          </p:cNvPr>
          <p:cNvSpPr>
            <a:spLocks xmlns:a="http://schemas.openxmlformats.org/drawingml/2006/main" noGrp="1"/>
          </p:cNvSpPr>
          <p:nvPr/>
        </p:nvSpPr>
        <p:spPr>
          <a:xfrm xmlns:a="http://schemas.openxmlformats.org/drawingml/2006/main">
            <a:off x="8286750" y="612457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5191D"/>
                </a:solidFill>
              </a:defRPr>
            </a:defPPr>
          </a:lstStyle>
          <a:p xmlns:a="http://schemas.openxmlformats.org/drawingml/2006/main">
            <a:pPr>
              <a:defRPr sz="1425" b="0">
                <a:solidFill>
                  <a:srgbClr val="15191D"/>
                </a:solidFill>
              </a:defRPr>
            </a:pPr>
            <a:r>
              <a:rPr sz="1425" b="0">
                <a:solidFill>
                  <a:srgbClr val="15191D"/>
                </a:solidFill>
              </a:rPr>
              <a:t>Review providers</a:t>
            </a:r>
          </a:p>
          <a:p xmlns:a="http://schemas.openxmlformats.org/drawingml/2006/main">
            <a:pPr>
              <a:defRPr sz="1425" b="0">
                <a:solidFill>
                  <a:srgbClr val="15191D"/>
                </a:solidFill>
              </a:defRPr>
            </a:pPr>
            <a:r>
              <a:rPr sz="1425" b="0">
                <a:solidFill>
                  <a:srgbClr val="15191D"/>
                </a:solidFill>
              </a:rPr>
              <a:t>Manage policies and disputes</a:t>
            </a:r>
          </a:p>
        </p:txBody>
      </p:sp>
    </p:spTree>
    <p:extLst>
      <p:ext uri="{BB962C8B-B14F-4D97-AF65-F5344CB8AC3E}">
        <p14:creationId xmlns:p14="http://schemas.microsoft.com/office/powerpoint/2010/main" val="6692962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a:extLst xmlns:a="http://schemas.openxmlformats.org/drawingml/2006/main">
              <a:ext uri="{FF2B5EF4-FFF2-40B4-BE49-F238E27FC236}">
                <a16:creationId xmlns:a16="http://schemas.microsoft.com/office/drawing/2014/main" id="{9D258976-ED77-4D4C-989A-C942D856255D}"/>
              </a:ext>
            </a:extLst>
          </p:cNvPr>
          <p:cNvPicPr>
            <a:picLocks xmlns:a="http://schemas.openxmlformats.org/drawingml/2006/main" noChangeAspect="1"/>
          </p:cNvPicPr>
          <p:nvPr/>
        </p:nvPicPr>
        <p:blipFill>
          <a:blip xmlns:r="http://schemas.openxmlformats.org/officeDocument/2006/relationships" xmlns:a="http://schemas.openxmlformats.org/drawingml/2006/main" r:embed="R489c22a1de2c4bf1"/>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6DD0712-1445-4017-B377-3937D683138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1DE508BD-C440-4BAC-92F3-FB3E97602C67}"/>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Agenda &amp; Project Overview</a:t>
            </a:r>
          </a:p>
        </p:txBody>
      </p:sp>
      <p:sp>
        <p:nvSpPr>
          <p:cNvPr id="4" name="">
            <a:extLst xmlns:a="http://schemas.openxmlformats.org/drawingml/2006/main">
              <a:ext uri="{FF2B5EF4-FFF2-40B4-BE49-F238E27FC236}">
                <a16:creationId xmlns:a16="http://schemas.microsoft.com/office/drawing/2014/main" id="{41F733A1-8606-42C5-84CA-734EE8532FDB}"/>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58B23422-A0A0-4FF2-85A4-3581A870C27B}"/>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240CEAAB-57FA-4551-A0A3-C5D7B835FA6A}"/>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7" name="">
            <a:extLst xmlns:a="http://schemas.openxmlformats.org/drawingml/2006/main">
              <a:ext uri="{FF2B5EF4-FFF2-40B4-BE49-F238E27FC236}">
                <a16:creationId xmlns:a16="http://schemas.microsoft.com/office/drawing/2014/main" id="{D6D456F8-E5A5-47D4-BA67-8906759093EE}"/>
              </a:ext>
            </a:extLst>
          </p:cNvPr>
          <p:cNvSpPr>
            <a:spLocks xmlns:a="http://schemas.openxmlformats.org/drawingml/2006/main" noGrp="1"/>
          </p:cNvSpPr>
          <p:nvPr/>
        </p:nvSpPr>
        <p:spPr>
          <a:xfrm xmlns:a="http://schemas.openxmlformats.org/drawingml/2006/main">
            <a:off x="571500" y="1552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5191D"/>
                </a:solidFill>
              </a:defRPr>
            </a:defPPr>
          </a:lstStyle>
          <a:p xmlns:a="http://schemas.openxmlformats.org/drawingml/2006/main">
            <a:pPr>
              <a:defRPr sz="2175" b="1">
                <a:solidFill>
                  <a:srgbClr val="15191D"/>
                </a:solidFill>
              </a:defRPr>
            </a:pPr>
            <a:r>
              <a:rPr sz="2175" b="1">
                <a:solidFill>
                  <a:srgbClr val="15191D"/>
                </a:solidFill>
              </a:rPr>
              <a:t>Nearby connects customers with local providers through exact six-digit pincode discovery.</a:t>
            </a:r>
          </a:p>
        </p:txBody>
      </p:sp>
      <p:sp>
        <p:nvSpPr>
          <p:cNvPr id="8" name="">
            <a:extLst xmlns:a="http://schemas.openxmlformats.org/drawingml/2006/main">
              <a:ext uri="{FF2B5EF4-FFF2-40B4-BE49-F238E27FC236}">
                <a16:creationId xmlns:a16="http://schemas.microsoft.com/office/drawing/2014/main" id="{56F4793E-1609-495C-BD75-6561EB04B4D3}"/>
              </a:ext>
            </a:extLst>
          </p:cNvPr>
          <p:cNvSpPr>
            <a:spLocks xmlns:a="http://schemas.openxmlformats.org/drawingml/2006/main" noGrp="1"/>
          </p:cNvSpPr>
          <p:nvPr/>
        </p:nvSpPr>
        <p:spPr>
          <a:xfrm xmlns:a="http://schemas.openxmlformats.org/drawingml/2006/main">
            <a:off x="5715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1</a:t>
            </a:r>
          </a:p>
        </p:txBody>
      </p:sp>
      <p:sp>
        <p:nvSpPr>
          <p:cNvPr id="9" name="">
            <a:extLst xmlns:a="http://schemas.openxmlformats.org/drawingml/2006/main">
              <a:ext uri="{FF2B5EF4-FFF2-40B4-BE49-F238E27FC236}">
                <a16:creationId xmlns:a16="http://schemas.microsoft.com/office/drawing/2014/main" id="{1FEF952D-16F1-4A9E-85DF-7C0153DC8E65}"/>
              </a:ext>
            </a:extLst>
          </p:cNvPr>
          <p:cNvSpPr>
            <a:spLocks xmlns:a="http://schemas.openxmlformats.org/drawingml/2006/main" noGrp="1"/>
          </p:cNvSpPr>
          <p:nvPr/>
        </p:nvSpPr>
        <p:spPr>
          <a:xfrm xmlns:a="http://schemas.openxmlformats.org/drawingml/2006/main">
            <a:off x="5715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The need</a:t>
            </a:r>
          </a:p>
        </p:txBody>
      </p:sp>
      <p:sp>
        <p:nvSpPr>
          <p:cNvPr id="10" name="">
            <a:extLst xmlns:a="http://schemas.openxmlformats.org/drawingml/2006/main">
              <a:ext uri="{FF2B5EF4-FFF2-40B4-BE49-F238E27FC236}">
                <a16:creationId xmlns:a16="http://schemas.microsoft.com/office/drawing/2014/main" id="{C9FCD3A9-D278-43CF-84A4-B8D01CFA1D8E}"/>
              </a:ext>
            </a:extLst>
          </p:cNvPr>
          <p:cNvSpPr>
            <a:spLocks xmlns:a="http://schemas.openxmlformats.org/drawingml/2006/main" noGrp="1"/>
          </p:cNvSpPr>
          <p:nvPr/>
        </p:nvSpPr>
        <p:spPr>
          <a:xfrm xmlns:a="http://schemas.openxmlformats.org/drawingml/2006/main">
            <a:off x="1238250" y="2876550"/>
            <a:ext cx="2047875" cy="0"/>
          </a:xfrm>
          <a:prstGeom xmlns:a="http://schemas.openxmlformats.org/drawingml/2006/main" prst="line">
            <a:avLst/>
          </a:prstGeom>
          <a:ln xmlns:a="http://schemas.openxmlformats.org/drawingml/2006/main" w="19050">
            <a:solidFill>
              <a:srgbClr val="1557FF"/>
            </a:solidFill>
          </a:ln>
        </p:spPr>
      </p:sp>
      <p:sp>
        <p:nvSpPr>
          <p:cNvPr id="11" name="">
            <a:extLst xmlns:a="http://schemas.openxmlformats.org/drawingml/2006/main">
              <a:ext uri="{FF2B5EF4-FFF2-40B4-BE49-F238E27FC236}">
                <a16:creationId xmlns:a16="http://schemas.microsoft.com/office/drawing/2014/main" id="{1601DE7A-F675-4D86-B038-E0AA0F13D0B8}"/>
              </a:ext>
            </a:extLst>
          </p:cNvPr>
          <p:cNvSpPr>
            <a:spLocks xmlns:a="http://schemas.openxmlformats.org/drawingml/2006/main" noGrp="1"/>
          </p:cNvSpPr>
          <p:nvPr/>
        </p:nvSpPr>
        <p:spPr>
          <a:xfrm xmlns:a="http://schemas.openxmlformats.org/drawingml/2006/main">
            <a:off x="3190875" y="26860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2" name="">
            <a:extLst xmlns:a="http://schemas.openxmlformats.org/drawingml/2006/main">
              <a:ext uri="{FF2B5EF4-FFF2-40B4-BE49-F238E27FC236}">
                <a16:creationId xmlns:a16="http://schemas.microsoft.com/office/drawing/2014/main" id="{9223C5AA-9347-4652-98FC-BD41A36FBA77}"/>
              </a:ext>
            </a:extLst>
          </p:cNvPr>
          <p:cNvSpPr>
            <a:spLocks xmlns:a="http://schemas.openxmlformats.org/drawingml/2006/main" noGrp="1"/>
          </p:cNvSpPr>
          <p:nvPr/>
        </p:nvSpPr>
        <p:spPr>
          <a:xfrm xmlns:a="http://schemas.openxmlformats.org/drawingml/2006/main">
            <a:off x="5715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01</a:t>
            </a:r>
          </a:p>
        </p:txBody>
      </p:sp>
      <p:sp>
        <p:nvSpPr>
          <p:cNvPr id="13" name="">
            <a:extLst xmlns:a="http://schemas.openxmlformats.org/drawingml/2006/main">
              <a:ext uri="{FF2B5EF4-FFF2-40B4-BE49-F238E27FC236}">
                <a16:creationId xmlns:a16="http://schemas.microsoft.com/office/drawing/2014/main" id="{9E8AB09C-D0EC-4841-868A-38F09AED80DC}"/>
              </a:ext>
            </a:extLst>
          </p:cNvPr>
          <p:cNvSpPr>
            <a:spLocks xmlns:a="http://schemas.openxmlformats.org/drawingml/2006/main" noGrp="1"/>
          </p:cNvSpPr>
          <p:nvPr/>
        </p:nvSpPr>
        <p:spPr>
          <a:xfrm xmlns:a="http://schemas.openxmlformats.org/drawingml/2006/main">
            <a:off x="9810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Problem &amp; Proposed System</a:t>
            </a:r>
          </a:p>
        </p:txBody>
      </p:sp>
      <p:sp>
        <p:nvSpPr>
          <p:cNvPr id="14" name="">
            <a:extLst xmlns:a="http://schemas.openxmlformats.org/drawingml/2006/main">
              <a:ext uri="{FF2B5EF4-FFF2-40B4-BE49-F238E27FC236}">
                <a16:creationId xmlns:a16="http://schemas.microsoft.com/office/drawing/2014/main" id="{62101DF1-B16A-4DC7-A1F9-411B5D06513A}"/>
              </a:ext>
            </a:extLst>
          </p:cNvPr>
          <p:cNvSpPr>
            <a:spLocks xmlns:a="http://schemas.openxmlformats.org/drawingml/2006/main" noGrp="1"/>
          </p:cNvSpPr>
          <p:nvPr/>
        </p:nvSpPr>
        <p:spPr>
          <a:xfrm xmlns:a="http://schemas.openxmlformats.org/drawingml/2006/main">
            <a:off x="5715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15" name="">
            <a:extLst xmlns:a="http://schemas.openxmlformats.org/drawingml/2006/main">
              <a:ext uri="{FF2B5EF4-FFF2-40B4-BE49-F238E27FC236}">
                <a16:creationId xmlns:a16="http://schemas.microsoft.com/office/drawing/2014/main" id="{229C46D9-6093-4762-8E0C-288254414922}"/>
              </a:ext>
            </a:extLst>
          </p:cNvPr>
          <p:cNvSpPr>
            <a:spLocks xmlns:a="http://schemas.openxmlformats.org/drawingml/2006/main" noGrp="1"/>
          </p:cNvSpPr>
          <p:nvPr/>
        </p:nvSpPr>
        <p:spPr>
          <a:xfrm xmlns:a="http://schemas.openxmlformats.org/drawingml/2006/main">
            <a:off x="9810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System Requirements</a:t>
            </a:r>
          </a:p>
        </p:txBody>
      </p:sp>
      <p:sp>
        <p:nvSpPr>
          <p:cNvPr id="16" name="">
            <a:extLst xmlns:a="http://schemas.openxmlformats.org/drawingml/2006/main">
              <a:ext uri="{FF2B5EF4-FFF2-40B4-BE49-F238E27FC236}">
                <a16:creationId xmlns:a16="http://schemas.microsoft.com/office/drawing/2014/main" id="{99722504-B484-429B-8B58-DB17D595E3DB}"/>
              </a:ext>
            </a:extLst>
          </p:cNvPr>
          <p:cNvSpPr>
            <a:spLocks xmlns:a="http://schemas.openxmlformats.org/drawingml/2006/main" noGrp="1"/>
          </p:cNvSpPr>
          <p:nvPr/>
        </p:nvSpPr>
        <p:spPr>
          <a:xfrm xmlns:a="http://schemas.openxmlformats.org/drawingml/2006/main">
            <a:off x="34290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2</a:t>
            </a:r>
          </a:p>
        </p:txBody>
      </p:sp>
      <p:sp>
        <p:nvSpPr>
          <p:cNvPr id="17" name="">
            <a:extLst xmlns:a="http://schemas.openxmlformats.org/drawingml/2006/main">
              <a:ext uri="{FF2B5EF4-FFF2-40B4-BE49-F238E27FC236}">
                <a16:creationId xmlns:a16="http://schemas.microsoft.com/office/drawing/2014/main" id="{77705866-2CC7-4B4E-8B0B-20B87BDAF3B1}"/>
              </a:ext>
            </a:extLst>
          </p:cNvPr>
          <p:cNvSpPr>
            <a:spLocks xmlns:a="http://schemas.openxmlformats.org/drawingml/2006/main" noGrp="1"/>
          </p:cNvSpPr>
          <p:nvPr/>
        </p:nvSpPr>
        <p:spPr>
          <a:xfrm xmlns:a="http://schemas.openxmlformats.org/drawingml/2006/main">
            <a:off x="34290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The experience</a:t>
            </a:r>
          </a:p>
        </p:txBody>
      </p:sp>
      <p:sp>
        <p:nvSpPr>
          <p:cNvPr id="18" name="">
            <a:extLst xmlns:a="http://schemas.openxmlformats.org/drawingml/2006/main">
              <a:ext uri="{FF2B5EF4-FFF2-40B4-BE49-F238E27FC236}">
                <a16:creationId xmlns:a16="http://schemas.microsoft.com/office/drawing/2014/main" id="{DB95D496-4983-4D10-B4F2-2066987F295E}"/>
              </a:ext>
            </a:extLst>
          </p:cNvPr>
          <p:cNvSpPr>
            <a:spLocks xmlns:a="http://schemas.openxmlformats.org/drawingml/2006/main" noGrp="1"/>
          </p:cNvSpPr>
          <p:nvPr/>
        </p:nvSpPr>
        <p:spPr>
          <a:xfrm xmlns:a="http://schemas.openxmlformats.org/drawingml/2006/main">
            <a:off x="4095750" y="2876550"/>
            <a:ext cx="2047875" cy="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4384612B-230E-4C7B-8490-1AA9960ED71F}"/>
              </a:ext>
            </a:extLst>
          </p:cNvPr>
          <p:cNvSpPr>
            <a:spLocks xmlns:a="http://schemas.openxmlformats.org/drawingml/2006/main" noGrp="1"/>
          </p:cNvSpPr>
          <p:nvPr/>
        </p:nvSpPr>
        <p:spPr>
          <a:xfrm xmlns:a="http://schemas.openxmlformats.org/drawingml/2006/main">
            <a:off x="6048375" y="26860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0" name="">
            <a:extLst xmlns:a="http://schemas.openxmlformats.org/drawingml/2006/main">
              <a:ext uri="{FF2B5EF4-FFF2-40B4-BE49-F238E27FC236}">
                <a16:creationId xmlns:a16="http://schemas.microsoft.com/office/drawing/2014/main" id="{7ED31562-54A8-4A08-BDFB-4FFB3116681B}"/>
              </a:ext>
            </a:extLst>
          </p:cNvPr>
          <p:cNvSpPr>
            <a:spLocks xmlns:a="http://schemas.openxmlformats.org/drawingml/2006/main" noGrp="1"/>
          </p:cNvSpPr>
          <p:nvPr/>
        </p:nvSpPr>
        <p:spPr>
          <a:xfrm xmlns:a="http://schemas.openxmlformats.org/drawingml/2006/main">
            <a:off x="34290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21" name="">
            <a:extLst xmlns:a="http://schemas.openxmlformats.org/drawingml/2006/main">
              <a:ext uri="{FF2B5EF4-FFF2-40B4-BE49-F238E27FC236}">
                <a16:creationId xmlns:a16="http://schemas.microsoft.com/office/drawing/2014/main" id="{1485B0B4-6564-4444-AD53-A02CBB877F8C}"/>
              </a:ext>
            </a:extLst>
          </p:cNvPr>
          <p:cNvSpPr>
            <a:spLocks xmlns:a="http://schemas.openxmlformats.org/drawingml/2006/main" noGrp="1"/>
          </p:cNvSpPr>
          <p:nvPr/>
        </p:nvSpPr>
        <p:spPr>
          <a:xfrm xmlns:a="http://schemas.openxmlformats.org/drawingml/2006/main">
            <a:off x="38385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Customer, Provider &amp; Admin</a:t>
            </a:r>
          </a:p>
        </p:txBody>
      </p:sp>
      <p:sp>
        <p:nvSpPr>
          <p:cNvPr id="22" name="">
            <a:extLst xmlns:a="http://schemas.openxmlformats.org/drawingml/2006/main">
              <a:ext uri="{FF2B5EF4-FFF2-40B4-BE49-F238E27FC236}">
                <a16:creationId xmlns:a16="http://schemas.microsoft.com/office/drawing/2014/main" id="{61A1E40A-2690-41FF-A4C6-8C77F7996F29}"/>
              </a:ext>
            </a:extLst>
          </p:cNvPr>
          <p:cNvSpPr>
            <a:spLocks xmlns:a="http://schemas.openxmlformats.org/drawingml/2006/main" noGrp="1"/>
          </p:cNvSpPr>
          <p:nvPr/>
        </p:nvSpPr>
        <p:spPr>
          <a:xfrm xmlns:a="http://schemas.openxmlformats.org/drawingml/2006/main">
            <a:off x="34290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23" name="">
            <a:extLst xmlns:a="http://schemas.openxmlformats.org/drawingml/2006/main">
              <a:ext uri="{FF2B5EF4-FFF2-40B4-BE49-F238E27FC236}">
                <a16:creationId xmlns:a16="http://schemas.microsoft.com/office/drawing/2014/main" id="{0FCA7EA7-A6E7-4E06-860C-F7E1DF3ECBBA}"/>
              </a:ext>
            </a:extLst>
          </p:cNvPr>
          <p:cNvSpPr>
            <a:spLocks xmlns:a="http://schemas.openxmlformats.org/drawingml/2006/main" noGrp="1"/>
          </p:cNvSpPr>
          <p:nvPr/>
        </p:nvSpPr>
        <p:spPr>
          <a:xfrm xmlns:a="http://schemas.openxmlformats.org/drawingml/2006/main">
            <a:off x="38385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Modules &amp; Workspaces</a:t>
            </a:r>
          </a:p>
        </p:txBody>
      </p:sp>
      <p:sp>
        <p:nvSpPr>
          <p:cNvPr id="24" name="">
            <a:extLst xmlns:a="http://schemas.openxmlformats.org/drawingml/2006/main">
              <a:ext uri="{FF2B5EF4-FFF2-40B4-BE49-F238E27FC236}">
                <a16:creationId xmlns:a16="http://schemas.microsoft.com/office/drawing/2014/main" id="{28DA0C2E-5536-4229-B7A0-C0FDC7B08F91}"/>
              </a:ext>
            </a:extLst>
          </p:cNvPr>
          <p:cNvSpPr>
            <a:spLocks xmlns:a="http://schemas.openxmlformats.org/drawingml/2006/main" noGrp="1"/>
          </p:cNvSpPr>
          <p:nvPr/>
        </p:nvSpPr>
        <p:spPr>
          <a:xfrm xmlns:a="http://schemas.openxmlformats.org/drawingml/2006/main">
            <a:off x="62865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3</a:t>
            </a:r>
          </a:p>
        </p:txBody>
      </p:sp>
      <p:sp>
        <p:nvSpPr>
          <p:cNvPr id="25" name="">
            <a:extLst xmlns:a="http://schemas.openxmlformats.org/drawingml/2006/main">
              <a:ext uri="{FF2B5EF4-FFF2-40B4-BE49-F238E27FC236}">
                <a16:creationId xmlns:a16="http://schemas.microsoft.com/office/drawing/2014/main" id="{5F6C8682-8E2E-48E4-947D-03A3F84F602B}"/>
              </a:ext>
            </a:extLst>
          </p:cNvPr>
          <p:cNvSpPr>
            <a:spLocks xmlns:a="http://schemas.openxmlformats.org/drawingml/2006/main" noGrp="1"/>
          </p:cNvSpPr>
          <p:nvPr/>
        </p:nvSpPr>
        <p:spPr>
          <a:xfrm xmlns:a="http://schemas.openxmlformats.org/drawingml/2006/main">
            <a:off x="62865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The system</a:t>
            </a:r>
          </a:p>
        </p:txBody>
      </p:sp>
      <p:sp>
        <p:nvSpPr>
          <p:cNvPr id="26" name="">
            <a:extLst xmlns:a="http://schemas.openxmlformats.org/drawingml/2006/main">
              <a:ext uri="{FF2B5EF4-FFF2-40B4-BE49-F238E27FC236}">
                <a16:creationId xmlns:a16="http://schemas.microsoft.com/office/drawing/2014/main" id="{7A741431-76D4-4132-A2B3-5E717ECAEB18}"/>
              </a:ext>
            </a:extLst>
          </p:cNvPr>
          <p:cNvSpPr>
            <a:spLocks xmlns:a="http://schemas.openxmlformats.org/drawingml/2006/main" noGrp="1"/>
          </p:cNvSpPr>
          <p:nvPr/>
        </p:nvSpPr>
        <p:spPr>
          <a:xfrm xmlns:a="http://schemas.openxmlformats.org/drawingml/2006/main">
            <a:off x="6953250" y="2876550"/>
            <a:ext cx="2047875" cy="0"/>
          </a:xfrm>
          <a:prstGeom xmlns:a="http://schemas.openxmlformats.org/drawingml/2006/main" prst="line">
            <a:avLst/>
          </a:prstGeom>
          <a:ln xmlns:a="http://schemas.openxmlformats.org/drawingml/2006/main" w="19050">
            <a:solidFill>
              <a:srgbClr val="1557FF"/>
            </a:solidFill>
          </a:ln>
        </p:spPr>
      </p:sp>
      <p:sp>
        <p:nvSpPr>
          <p:cNvPr id="27" name="">
            <a:extLst xmlns:a="http://schemas.openxmlformats.org/drawingml/2006/main">
              <a:ext uri="{FF2B5EF4-FFF2-40B4-BE49-F238E27FC236}">
                <a16:creationId xmlns:a16="http://schemas.microsoft.com/office/drawing/2014/main" id="{29D020C0-7DA1-4CCB-8EEC-AED1F2745DA8}"/>
              </a:ext>
            </a:extLst>
          </p:cNvPr>
          <p:cNvSpPr>
            <a:spLocks xmlns:a="http://schemas.openxmlformats.org/drawingml/2006/main" noGrp="1"/>
          </p:cNvSpPr>
          <p:nvPr/>
        </p:nvSpPr>
        <p:spPr>
          <a:xfrm xmlns:a="http://schemas.openxmlformats.org/drawingml/2006/main">
            <a:off x="8905875" y="26860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8" name="">
            <a:extLst xmlns:a="http://schemas.openxmlformats.org/drawingml/2006/main">
              <a:ext uri="{FF2B5EF4-FFF2-40B4-BE49-F238E27FC236}">
                <a16:creationId xmlns:a16="http://schemas.microsoft.com/office/drawing/2014/main" id="{40898D1D-DC99-49DB-B419-5E4A3E3E16C0}"/>
              </a:ext>
            </a:extLst>
          </p:cNvPr>
          <p:cNvSpPr>
            <a:spLocks xmlns:a="http://schemas.openxmlformats.org/drawingml/2006/main" noGrp="1"/>
          </p:cNvSpPr>
          <p:nvPr/>
        </p:nvSpPr>
        <p:spPr>
          <a:xfrm xmlns:a="http://schemas.openxmlformats.org/drawingml/2006/main">
            <a:off x="62865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29" name="">
            <a:extLst xmlns:a="http://schemas.openxmlformats.org/drawingml/2006/main">
              <a:ext uri="{FF2B5EF4-FFF2-40B4-BE49-F238E27FC236}">
                <a16:creationId xmlns:a16="http://schemas.microsoft.com/office/drawing/2014/main" id="{2A0A53D7-47A5-4081-9DA7-6906E6E0706B}"/>
              </a:ext>
            </a:extLst>
          </p:cNvPr>
          <p:cNvSpPr>
            <a:spLocks xmlns:a="http://schemas.openxmlformats.org/drawingml/2006/main" noGrp="1"/>
          </p:cNvSpPr>
          <p:nvPr/>
        </p:nvSpPr>
        <p:spPr>
          <a:xfrm xmlns:a="http://schemas.openxmlformats.org/drawingml/2006/main">
            <a:off x="66960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Architecture &amp; Technology</a:t>
            </a:r>
          </a:p>
        </p:txBody>
      </p:sp>
      <p:sp>
        <p:nvSpPr>
          <p:cNvPr id="30" name="">
            <a:extLst xmlns:a="http://schemas.openxmlformats.org/drawingml/2006/main">
              <a:ext uri="{FF2B5EF4-FFF2-40B4-BE49-F238E27FC236}">
                <a16:creationId xmlns:a16="http://schemas.microsoft.com/office/drawing/2014/main" id="{B9AF5BA3-0E24-4482-BE63-C67288565F47}"/>
              </a:ext>
            </a:extLst>
          </p:cNvPr>
          <p:cNvSpPr>
            <a:spLocks xmlns:a="http://schemas.openxmlformats.org/drawingml/2006/main" noGrp="1"/>
          </p:cNvSpPr>
          <p:nvPr/>
        </p:nvSpPr>
        <p:spPr>
          <a:xfrm xmlns:a="http://schemas.openxmlformats.org/drawingml/2006/main">
            <a:off x="62865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31" name="">
            <a:extLst xmlns:a="http://schemas.openxmlformats.org/drawingml/2006/main">
              <a:ext uri="{FF2B5EF4-FFF2-40B4-BE49-F238E27FC236}">
                <a16:creationId xmlns:a16="http://schemas.microsoft.com/office/drawing/2014/main" id="{C1E8EB18-EBC1-4534-B4FF-DFF988127C19}"/>
              </a:ext>
            </a:extLst>
          </p:cNvPr>
          <p:cNvSpPr>
            <a:spLocks xmlns:a="http://schemas.openxmlformats.org/drawingml/2006/main" noGrp="1"/>
          </p:cNvSpPr>
          <p:nvPr/>
        </p:nvSpPr>
        <p:spPr>
          <a:xfrm xmlns:a="http://schemas.openxmlformats.org/drawingml/2006/main">
            <a:off x="66960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Database Relationships</a:t>
            </a:r>
          </a:p>
        </p:txBody>
      </p:sp>
      <p:sp>
        <p:nvSpPr>
          <p:cNvPr id="32" name="">
            <a:extLst xmlns:a="http://schemas.openxmlformats.org/drawingml/2006/main">
              <a:ext uri="{FF2B5EF4-FFF2-40B4-BE49-F238E27FC236}">
                <a16:creationId xmlns:a16="http://schemas.microsoft.com/office/drawing/2014/main" id="{B2FD85FE-F571-4509-B02E-7F0294FBFC6D}"/>
              </a:ext>
            </a:extLst>
          </p:cNvPr>
          <p:cNvSpPr>
            <a:spLocks xmlns:a="http://schemas.openxmlformats.org/drawingml/2006/main" noGrp="1"/>
          </p:cNvSpPr>
          <p:nvPr/>
        </p:nvSpPr>
        <p:spPr>
          <a:xfrm xmlns:a="http://schemas.openxmlformats.org/drawingml/2006/main">
            <a:off x="6286500" y="503872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07</a:t>
            </a:r>
          </a:p>
        </p:txBody>
      </p:sp>
      <p:sp>
        <p:nvSpPr>
          <p:cNvPr id="33" name="">
            <a:extLst xmlns:a="http://schemas.openxmlformats.org/drawingml/2006/main">
              <a:ext uri="{FF2B5EF4-FFF2-40B4-BE49-F238E27FC236}">
                <a16:creationId xmlns:a16="http://schemas.microsoft.com/office/drawing/2014/main" id="{21DC3298-C341-4AAD-A94D-00201CC187BD}"/>
              </a:ext>
            </a:extLst>
          </p:cNvPr>
          <p:cNvSpPr>
            <a:spLocks xmlns:a="http://schemas.openxmlformats.org/drawingml/2006/main" noGrp="1"/>
          </p:cNvSpPr>
          <p:nvPr/>
        </p:nvSpPr>
        <p:spPr>
          <a:xfrm xmlns:a="http://schemas.openxmlformats.org/drawingml/2006/main">
            <a:off x="6696075" y="503872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Frontend &amp; Backend</a:t>
            </a:r>
          </a:p>
        </p:txBody>
      </p:sp>
      <p:sp>
        <p:nvSpPr>
          <p:cNvPr id="34" name="">
            <a:extLst xmlns:a="http://schemas.openxmlformats.org/drawingml/2006/main">
              <a:ext uri="{FF2B5EF4-FFF2-40B4-BE49-F238E27FC236}">
                <a16:creationId xmlns:a16="http://schemas.microsoft.com/office/drawing/2014/main" id="{4121C439-82CE-44BE-B386-92BE54B4A58F}"/>
              </a:ext>
            </a:extLst>
          </p:cNvPr>
          <p:cNvSpPr>
            <a:spLocks xmlns:a="http://schemas.openxmlformats.org/drawingml/2006/main" noGrp="1"/>
          </p:cNvSpPr>
          <p:nvPr/>
        </p:nvSpPr>
        <p:spPr>
          <a:xfrm xmlns:a="http://schemas.openxmlformats.org/drawingml/2006/main">
            <a:off x="6286500" y="558165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08</a:t>
            </a:r>
          </a:p>
        </p:txBody>
      </p:sp>
      <p:sp>
        <p:nvSpPr>
          <p:cNvPr id="35" name="">
            <a:extLst xmlns:a="http://schemas.openxmlformats.org/drawingml/2006/main">
              <a:ext uri="{FF2B5EF4-FFF2-40B4-BE49-F238E27FC236}">
                <a16:creationId xmlns:a16="http://schemas.microsoft.com/office/drawing/2014/main" id="{8D7DBD0E-7099-4D4F-865F-BCE22CDCA8C8}"/>
              </a:ext>
            </a:extLst>
          </p:cNvPr>
          <p:cNvSpPr>
            <a:spLocks xmlns:a="http://schemas.openxmlformats.org/drawingml/2006/main" noGrp="1"/>
          </p:cNvSpPr>
          <p:nvPr/>
        </p:nvSpPr>
        <p:spPr>
          <a:xfrm xmlns:a="http://schemas.openxmlformats.org/drawingml/2006/main">
            <a:off x="6696075" y="558165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APIs &amp; Booking Workflow</a:t>
            </a:r>
          </a:p>
        </p:txBody>
      </p:sp>
      <p:sp>
        <p:nvSpPr>
          <p:cNvPr id="36" name="">
            <a:extLst xmlns:a="http://schemas.openxmlformats.org/drawingml/2006/main">
              <a:ext uri="{FF2B5EF4-FFF2-40B4-BE49-F238E27FC236}">
                <a16:creationId xmlns:a16="http://schemas.microsoft.com/office/drawing/2014/main" id="{225D7E9A-8CF1-4245-BBEC-94C3F5D06671}"/>
              </a:ext>
            </a:extLst>
          </p:cNvPr>
          <p:cNvSpPr>
            <a:spLocks xmlns:a="http://schemas.openxmlformats.org/drawingml/2006/main" noGrp="1"/>
          </p:cNvSpPr>
          <p:nvPr/>
        </p:nvSpPr>
        <p:spPr>
          <a:xfrm xmlns:a="http://schemas.openxmlformats.org/drawingml/2006/main">
            <a:off x="91440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4</a:t>
            </a:r>
          </a:p>
        </p:txBody>
      </p:sp>
      <p:sp>
        <p:nvSpPr>
          <p:cNvPr id="37" name="">
            <a:extLst xmlns:a="http://schemas.openxmlformats.org/drawingml/2006/main">
              <a:ext uri="{FF2B5EF4-FFF2-40B4-BE49-F238E27FC236}">
                <a16:creationId xmlns:a16="http://schemas.microsoft.com/office/drawing/2014/main" id="{A84F1540-41DF-43BA-92AF-97EB5118DD2E}"/>
              </a:ext>
            </a:extLst>
          </p:cNvPr>
          <p:cNvSpPr>
            <a:spLocks xmlns:a="http://schemas.openxmlformats.org/drawingml/2006/main" noGrp="1"/>
          </p:cNvSpPr>
          <p:nvPr/>
        </p:nvSpPr>
        <p:spPr>
          <a:xfrm xmlns:a="http://schemas.openxmlformats.org/drawingml/2006/main">
            <a:off x="91440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Launch &amp; future</a:t>
            </a:r>
          </a:p>
        </p:txBody>
      </p:sp>
      <p:sp>
        <p:nvSpPr>
          <p:cNvPr id="38" name="">
            <a:extLst xmlns:a="http://schemas.openxmlformats.org/drawingml/2006/main">
              <a:ext uri="{FF2B5EF4-FFF2-40B4-BE49-F238E27FC236}">
                <a16:creationId xmlns:a16="http://schemas.microsoft.com/office/drawing/2014/main" id="{33138F9B-D85C-44D7-9815-194D41B904B0}"/>
              </a:ext>
            </a:extLst>
          </p:cNvPr>
          <p:cNvSpPr>
            <a:spLocks xmlns:a="http://schemas.openxmlformats.org/drawingml/2006/main" noGrp="1"/>
          </p:cNvSpPr>
          <p:nvPr/>
        </p:nvSpPr>
        <p:spPr>
          <a:xfrm xmlns:a="http://schemas.openxmlformats.org/drawingml/2006/main">
            <a:off x="91440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09</a:t>
            </a:r>
          </a:p>
        </p:txBody>
      </p:sp>
      <p:sp>
        <p:nvSpPr>
          <p:cNvPr id="39" name="">
            <a:extLst xmlns:a="http://schemas.openxmlformats.org/drawingml/2006/main">
              <a:ext uri="{FF2B5EF4-FFF2-40B4-BE49-F238E27FC236}">
                <a16:creationId xmlns:a16="http://schemas.microsoft.com/office/drawing/2014/main" id="{AA7B4AD9-9EDD-412A-B66E-63E38DBA18D3}"/>
              </a:ext>
            </a:extLst>
          </p:cNvPr>
          <p:cNvSpPr>
            <a:spLocks xmlns:a="http://schemas.openxmlformats.org/drawingml/2006/main" noGrp="1"/>
          </p:cNvSpPr>
          <p:nvPr/>
        </p:nvSpPr>
        <p:spPr>
          <a:xfrm xmlns:a="http://schemas.openxmlformats.org/drawingml/2006/main">
            <a:off x="95535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Challenges &amp; Limitations</a:t>
            </a:r>
          </a:p>
        </p:txBody>
      </p:sp>
      <p:sp>
        <p:nvSpPr>
          <p:cNvPr id="40" name="">
            <a:extLst xmlns:a="http://schemas.openxmlformats.org/drawingml/2006/main">
              <a:ext uri="{FF2B5EF4-FFF2-40B4-BE49-F238E27FC236}">
                <a16:creationId xmlns:a16="http://schemas.microsoft.com/office/drawing/2014/main" id="{2FAFBA4F-4B3C-4685-AF7D-A1972E0D5941}"/>
              </a:ext>
            </a:extLst>
          </p:cNvPr>
          <p:cNvSpPr>
            <a:spLocks xmlns:a="http://schemas.openxmlformats.org/drawingml/2006/main" noGrp="1"/>
          </p:cNvSpPr>
          <p:nvPr/>
        </p:nvSpPr>
        <p:spPr>
          <a:xfrm xmlns:a="http://schemas.openxmlformats.org/drawingml/2006/main">
            <a:off x="91440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10</a:t>
            </a:r>
          </a:p>
        </p:txBody>
      </p:sp>
      <p:sp>
        <p:nvSpPr>
          <p:cNvPr id="41" name="">
            <a:extLst xmlns:a="http://schemas.openxmlformats.org/drawingml/2006/main">
              <a:ext uri="{FF2B5EF4-FFF2-40B4-BE49-F238E27FC236}">
                <a16:creationId xmlns:a16="http://schemas.microsoft.com/office/drawing/2014/main" id="{C0BD3EB7-59B1-4C4D-853C-FD7062BD7871}"/>
              </a:ext>
            </a:extLst>
          </p:cNvPr>
          <p:cNvSpPr>
            <a:spLocks xmlns:a="http://schemas.openxmlformats.org/drawingml/2006/main" noGrp="1"/>
          </p:cNvSpPr>
          <p:nvPr/>
        </p:nvSpPr>
        <p:spPr>
          <a:xfrm xmlns:a="http://schemas.openxmlformats.org/drawingml/2006/main">
            <a:off x="95535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Conclusion &amp; Future Scope</a:t>
            </a:r>
          </a:p>
        </p:txBody>
      </p:sp>
    </p:spTree>
    <p:extLst>
      <p:ext uri="{BB962C8B-B14F-4D97-AF65-F5344CB8AC3E}">
        <p14:creationId xmlns:p14="http://schemas.microsoft.com/office/powerpoint/2010/main" val="14732659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EB71CA11-B776-4238-BD10-74C886EC2770}"/>
              </a:ext>
            </a:extLst>
          </p:cNvPr>
          <p:cNvPicPr>
            <a:picLocks xmlns:a="http://schemas.openxmlformats.org/drawingml/2006/main" noChangeAspect="1"/>
          </p:cNvPicPr>
          <p:nvPr/>
        </p:nvPicPr>
        <p:blipFill>
          <a:blip xmlns:r="http://schemas.openxmlformats.org/officeDocument/2006/relationships" xmlns:a="http://schemas.openxmlformats.org/drawingml/2006/main" r:embed="Rdc3f3a5071d94cf5"/>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CDC7C3A-5A6A-4B72-8F06-CE6464AECBE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C05AD169-7AF6-4B4F-8855-B7DCFEA881A7}"/>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Problem &amp; Existing vs Proposed System</a:t>
            </a:r>
          </a:p>
        </p:txBody>
      </p:sp>
      <p:sp>
        <p:nvSpPr>
          <p:cNvPr id="4" name="">
            <a:extLst xmlns:a="http://schemas.openxmlformats.org/drawingml/2006/main">
              <a:ext uri="{FF2B5EF4-FFF2-40B4-BE49-F238E27FC236}">
                <a16:creationId xmlns:a16="http://schemas.microsoft.com/office/drawing/2014/main" id="{076980E1-B0FB-4329-AD88-A4BC521F7ED2}"/>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79B554C0-2C61-430D-B916-C4BA4A382267}"/>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299EE51D-E2D8-4873-B29E-347F5927DCC7}"/>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7" name="">
            <a:extLst xmlns:a="http://schemas.openxmlformats.org/drawingml/2006/main">
              <a:ext uri="{FF2B5EF4-FFF2-40B4-BE49-F238E27FC236}">
                <a16:creationId xmlns:a16="http://schemas.microsoft.com/office/drawing/2014/main" id="{D993CFCB-7E21-4EE9-A793-05802C4EF00A}"/>
              </a:ext>
            </a:extLst>
          </p:cNvPr>
          <p:cNvSpPr>
            <a:spLocks xmlns:a="http://schemas.openxmlformats.org/drawingml/2006/main" noGrp="1"/>
          </p:cNvSpPr>
          <p:nvPr/>
        </p:nvSpPr>
        <p:spPr>
          <a:xfrm xmlns:a="http://schemas.openxmlformats.org/drawingml/2006/main">
            <a:off x="571500" y="162877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Fragmented Service Process</a:t>
            </a:r>
          </a:p>
        </p:txBody>
      </p:sp>
      <p:sp>
        <p:nvSpPr>
          <p:cNvPr id="8" name="">
            <a:extLst xmlns:a="http://schemas.openxmlformats.org/drawingml/2006/main">
              <a:ext uri="{FF2B5EF4-FFF2-40B4-BE49-F238E27FC236}">
                <a16:creationId xmlns:a16="http://schemas.microsoft.com/office/drawing/2014/main" id="{753F4E81-314E-490F-B27F-79EA8A7EE7C5}"/>
              </a:ext>
            </a:extLst>
          </p:cNvPr>
          <p:cNvSpPr>
            <a:spLocks xmlns:a="http://schemas.openxmlformats.org/drawingml/2006/main" noGrp="1"/>
          </p:cNvSpPr>
          <p:nvPr/>
        </p:nvSpPr>
        <p:spPr>
          <a:xfrm xmlns:a="http://schemas.openxmlformats.org/drawingml/2006/main">
            <a:off x="571500"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1</a:t>
            </a:r>
          </a:p>
        </p:txBody>
      </p:sp>
      <p:sp>
        <p:nvSpPr>
          <p:cNvPr id="9" name="">
            <a:extLst xmlns:a="http://schemas.openxmlformats.org/drawingml/2006/main">
              <a:ext uri="{FF2B5EF4-FFF2-40B4-BE49-F238E27FC236}">
                <a16:creationId xmlns:a16="http://schemas.microsoft.com/office/drawing/2014/main" id="{34C6C830-259A-49A5-A1A2-2A1629B16A9C}"/>
              </a:ext>
            </a:extLst>
          </p:cNvPr>
          <p:cNvSpPr>
            <a:spLocks xmlns:a="http://schemas.openxmlformats.org/drawingml/2006/main" noGrp="1"/>
          </p:cNvSpPr>
          <p:nvPr/>
        </p:nvSpPr>
        <p:spPr>
          <a:xfrm xmlns:a="http://schemas.openxmlformats.org/drawingml/2006/main">
            <a:off x="571500"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Search across listings and contacts</a:t>
            </a:r>
          </a:p>
        </p:txBody>
      </p:sp>
      <p:sp>
        <p:nvSpPr>
          <p:cNvPr id="10" name="">
            <a:extLst xmlns:a="http://schemas.openxmlformats.org/drawingml/2006/main">
              <a:ext uri="{FF2B5EF4-FFF2-40B4-BE49-F238E27FC236}">
                <a16:creationId xmlns:a16="http://schemas.microsoft.com/office/drawing/2014/main" id="{D2A4028D-304F-4B1A-BB2B-94F59B0ED097}"/>
              </a:ext>
            </a:extLst>
          </p:cNvPr>
          <p:cNvSpPr>
            <a:spLocks xmlns:a="http://schemas.openxmlformats.org/drawingml/2006/main" noGrp="1"/>
          </p:cNvSpPr>
          <p:nvPr/>
        </p:nvSpPr>
        <p:spPr>
          <a:xfrm xmlns:a="http://schemas.openxmlformats.org/drawingml/2006/main">
            <a:off x="1333500" y="2390775"/>
            <a:ext cx="1143000" cy="0"/>
          </a:xfrm>
          <a:prstGeom xmlns:a="http://schemas.openxmlformats.org/drawingml/2006/main" prst="line">
            <a:avLst/>
          </a:prstGeom>
          <a:ln xmlns:a="http://schemas.openxmlformats.org/drawingml/2006/main" w="19050">
            <a:solidFill>
              <a:srgbClr val="CFD2D8"/>
            </a:solidFill>
          </a:ln>
        </p:spPr>
      </p:sp>
      <p:sp>
        <p:nvSpPr>
          <p:cNvPr id="11" name="">
            <a:extLst xmlns:a="http://schemas.openxmlformats.org/drawingml/2006/main">
              <a:ext uri="{FF2B5EF4-FFF2-40B4-BE49-F238E27FC236}">
                <a16:creationId xmlns:a16="http://schemas.microsoft.com/office/drawing/2014/main" id="{8631C9CB-B024-4BDC-B47C-C020ADCE8875}"/>
              </a:ext>
            </a:extLst>
          </p:cNvPr>
          <p:cNvSpPr>
            <a:spLocks xmlns:a="http://schemas.openxmlformats.org/drawingml/2006/main" noGrp="1"/>
          </p:cNvSpPr>
          <p:nvPr/>
        </p:nvSpPr>
        <p:spPr>
          <a:xfrm xmlns:a="http://schemas.openxmlformats.org/drawingml/2006/main">
            <a:off x="2828925"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2</a:t>
            </a:r>
          </a:p>
        </p:txBody>
      </p:sp>
      <p:sp>
        <p:nvSpPr>
          <p:cNvPr id="12" name="">
            <a:extLst xmlns:a="http://schemas.openxmlformats.org/drawingml/2006/main">
              <a:ext uri="{FF2B5EF4-FFF2-40B4-BE49-F238E27FC236}">
                <a16:creationId xmlns:a16="http://schemas.microsoft.com/office/drawing/2014/main" id="{0BD6A69A-474E-4DEE-BD49-14AB7ED38864}"/>
              </a:ext>
            </a:extLst>
          </p:cNvPr>
          <p:cNvSpPr>
            <a:spLocks xmlns:a="http://schemas.openxmlformats.org/drawingml/2006/main" noGrp="1"/>
          </p:cNvSpPr>
          <p:nvPr/>
        </p:nvSpPr>
        <p:spPr>
          <a:xfrm xmlns:a="http://schemas.openxmlformats.org/drawingml/2006/main">
            <a:off x="2828925"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Confirm coverage through calls</a:t>
            </a:r>
          </a:p>
        </p:txBody>
      </p:sp>
      <p:sp>
        <p:nvSpPr>
          <p:cNvPr id="13" name="">
            <a:extLst xmlns:a="http://schemas.openxmlformats.org/drawingml/2006/main">
              <a:ext uri="{FF2B5EF4-FFF2-40B4-BE49-F238E27FC236}">
                <a16:creationId xmlns:a16="http://schemas.microsoft.com/office/drawing/2014/main" id="{C6FA598B-6B94-4296-BFF7-A5C15FC4F1A9}"/>
              </a:ext>
            </a:extLst>
          </p:cNvPr>
          <p:cNvSpPr>
            <a:spLocks xmlns:a="http://schemas.openxmlformats.org/drawingml/2006/main" noGrp="1"/>
          </p:cNvSpPr>
          <p:nvPr/>
        </p:nvSpPr>
        <p:spPr>
          <a:xfrm xmlns:a="http://schemas.openxmlformats.org/drawingml/2006/main">
            <a:off x="3590925" y="2390775"/>
            <a:ext cx="1143000" cy="0"/>
          </a:xfrm>
          <a:prstGeom xmlns:a="http://schemas.openxmlformats.org/drawingml/2006/main" prst="line">
            <a:avLst/>
          </a:prstGeom>
          <a:ln xmlns:a="http://schemas.openxmlformats.org/drawingml/2006/main" w="19050">
            <a:solidFill>
              <a:srgbClr val="CFD2D8"/>
            </a:solidFill>
          </a:ln>
        </p:spPr>
      </p:sp>
      <p:sp>
        <p:nvSpPr>
          <p:cNvPr id="14" name="">
            <a:extLst xmlns:a="http://schemas.openxmlformats.org/drawingml/2006/main">
              <a:ext uri="{FF2B5EF4-FFF2-40B4-BE49-F238E27FC236}">
                <a16:creationId xmlns:a16="http://schemas.microsoft.com/office/drawing/2014/main" id="{202DCDC7-670E-43D8-83F4-744BC8B201CC}"/>
              </a:ext>
            </a:extLst>
          </p:cNvPr>
          <p:cNvSpPr>
            <a:spLocks xmlns:a="http://schemas.openxmlformats.org/drawingml/2006/main" noGrp="1"/>
          </p:cNvSpPr>
          <p:nvPr/>
        </p:nvSpPr>
        <p:spPr>
          <a:xfrm xmlns:a="http://schemas.openxmlformats.org/drawingml/2006/main">
            <a:off x="5086350"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3</a:t>
            </a:r>
          </a:p>
        </p:txBody>
      </p:sp>
      <p:sp>
        <p:nvSpPr>
          <p:cNvPr id="15" name="">
            <a:extLst xmlns:a="http://schemas.openxmlformats.org/drawingml/2006/main">
              <a:ext uri="{FF2B5EF4-FFF2-40B4-BE49-F238E27FC236}">
                <a16:creationId xmlns:a16="http://schemas.microsoft.com/office/drawing/2014/main" id="{EB1BEC82-6B37-40AC-A75B-0C5FC98A3635}"/>
              </a:ext>
            </a:extLst>
          </p:cNvPr>
          <p:cNvSpPr>
            <a:spLocks xmlns:a="http://schemas.openxmlformats.org/drawingml/2006/main" noGrp="1"/>
          </p:cNvSpPr>
          <p:nvPr/>
        </p:nvSpPr>
        <p:spPr>
          <a:xfrm xmlns:a="http://schemas.openxmlformats.org/drawingml/2006/main">
            <a:off x="5086350"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Arrange time through separate chats</a:t>
            </a:r>
          </a:p>
        </p:txBody>
      </p:sp>
      <p:sp>
        <p:nvSpPr>
          <p:cNvPr id="16" name="">
            <a:extLst xmlns:a="http://schemas.openxmlformats.org/drawingml/2006/main">
              <a:ext uri="{FF2B5EF4-FFF2-40B4-BE49-F238E27FC236}">
                <a16:creationId xmlns:a16="http://schemas.microsoft.com/office/drawing/2014/main" id="{723BB7B9-077D-4195-BF8F-69AAAF4332D8}"/>
              </a:ext>
            </a:extLst>
          </p:cNvPr>
          <p:cNvSpPr>
            <a:spLocks xmlns:a="http://schemas.openxmlformats.org/drawingml/2006/main" noGrp="1"/>
          </p:cNvSpPr>
          <p:nvPr/>
        </p:nvSpPr>
        <p:spPr>
          <a:xfrm xmlns:a="http://schemas.openxmlformats.org/drawingml/2006/main">
            <a:off x="5848350" y="2390775"/>
            <a:ext cx="1143000" cy="0"/>
          </a:xfrm>
          <a:prstGeom xmlns:a="http://schemas.openxmlformats.org/drawingml/2006/main" prst="line">
            <a:avLst/>
          </a:prstGeom>
          <a:ln xmlns:a="http://schemas.openxmlformats.org/drawingml/2006/main" w="19050">
            <a:solidFill>
              <a:srgbClr val="CFD2D8"/>
            </a:solidFill>
          </a:ln>
        </p:spPr>
      </p:sp>
      <p:sp>
        <p:nvSpPr>
          <p:cNvPr id="17" name="">
            <a:extLst xmlns:a="http://schemas.openxmlformats.org/drawingml/2006/main">
              <a:ext uri="{FF2B5EF4-FFF2-40B4-BE49-F238E27FC236}">
                <a16:creationId xmlns:a16="http://schemas.microsoft.com/office/drawing/2014/main" id="{7F6D2421-64AB-432B-A7B1-8DEDE3C79F5B}"/>
              </a:ext>
            </a:extLst>
          </p:cNvPr>
          <p:cNvSpPr>
            <a:spLocks xmlns:a="http://schemas.openxmlformats.org/drawingml/2006/main" noGrp="1"/>
          </p:cNvSpPr>
          <p:nvPr/>
        </p:nvSpPr>
        <p:spPr>
          <a:xfrm xmlns:a="http://schemas.openxmlformats.org/drawingml/2006/main">
            <a:off x="7343775"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4</a:t>
            </a:r>
          </a:p>
        </p:txBody>
      </p:sp>
      <p:sp>
        <p:nvSpPr>
          <p:cNvPr id="18" name="">
            <a:extLst xmlns:a="http://schemas.openxmlformats.org/drawingml/2006/main">
              <a:ext uri="{FF2B5EF4-FFF2-40B4-BE49-F238E27FC236}">
                <a16:creationId xmlns:a16="http://schemas.microsoft.com/office/drawing/2014/main" id="{4F96573A-C4DC-4FDD-A6FF-970701306A76}"/>
              </a:ext>
            </a:extLst>
          </p:cNvPr>
          <p:cNvSpPr>
            <a:spLocks xmlns:a="http://schemas.openxmlformats.org/drawingml/2006/main" noGrp="1"/>
          </p:cNvSpPr>
          <p:nvPr/>
        </p:nvSpPr>
        <p:spPr>
          <a:xfrm xmlns:a="http://schemas.openxmlformats.org/drawingml/2006/main">
            <a:off x="7343775"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Track booking and payment separately</a:t>
            </a:r>
          </a:p>
        </p:txBody>
      </p:sp>
      <p:sp>
        <p:nvSpPr>
          <p:cNvPr id="19" name="">
            <a:extLst xmlns:a="http://schemas.openxmlformats.org/drawingml/2006/main">
              <a:ext uri="{FF2B5EF4-FFF2-40B4-BE49-F238E27FC236}">
                <a16:creationId xmlns:a16="http://schemas.microsoft.com/office/drawing/2014/main" id="{A57F410C-37F4-4DFA-BC41-707850D9B56C}"/>
              </a:ext>
            </a:extLst>
          </p:cNvPr>
          <p:cNvSpPr>
            <a:spLocks xmlns:a="http://schemas.openxmlformats.org/drawingml/2006/main" noGrp="1"/>
          </p:cNvSpPr>
          <p:nvPr/>
        </p:nvSpPr>
        <p:spPr>
          <a:xfrm xmlns:a="http://schemas.openxmlformats.org/drawingml/2006/main">
            <a:off x="8105775" y="2390775"/>
            <a:ext cx="1143000" cy="0"/>
          </a:xfrm>
          <a:prstGeom xmlns:a="http://schemas.openxmlformats.org/drawingml/2006/main" prst="line">
            <a:avLst/>
          </a:prstGeom>
          <a:ln xmlns:a="http://schemas.openxmlformats.org/drawingml/2006/main" w="19050">
            <a:solidFill>
              <a:srgbClr val="CFD2D8"/>
            </a:solidFill>
          </a:ln>
        </p:spPr>
      </p:sp>
      <p:sp>
        <p:nvSpPr>
          <p:cNvPr id="20" name="">
            <a:extLst xmlns:a="http://schemas.openxmlformats.org/drawingml/2006/main">
              <a:ext uri="{FF2B5EF4-FFF2-40B4-BE49-F238E27FC236}">
                <a16:creationId xmlns:a16="http://schemas.microsoft.com/office/drawing/2014/main" id="{F0BCB28E-EA8D-4717-8A39-A82B34509059}"/>
              </a:ext>
            </a:extLst>
          </p:cNvPr>
          <p:cNvSpPr>
            <a:spLocks xmlns:a="http://schemas.openxmlformats.org/drawingml/2006/main" noGrp="1"/>
          </p:cNvSpPr>
          <p:nvPr/>
        </p:nvSpPr>
        <p:spPr>
          <a:xfrm xmlns:a="http://schemas.openxmlformats.org/drawingml/2006/main">
            <a:off x="9601200"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5</a:t>
            </a:r>
          </a:p>
        </p:txBody>
      </p:sp>
      <p:sp>
        <p:nvSpPr>
          <p:cNvPr id="21" name="">
            <a:extLst xmlns:a="http://schemas.openxmlformats.org/drawingml/2006/main">
              <a:ext uri="{FF2B5EF4-FFF2-40B4-BE49-F238E27FC236}">
                <a16:creationId xmlns:a16="http://schemas.microsoft.com/office/drawing/2014/main" id="{B917E533-4767-4C20-B401-DA2B7F7E4D20}"/>
              </a:ext>
            </a:extLst>
          </p:cNvPr>
          <p:cNvSpPr>
            <a:spLocks xmlns:a="http://schemas.openxmlformats.org/drawingml/2006/main" noGrp="1"/>
          </p:cNvSpPr>
          <p:nvPr/>
        </p:nvSpPr>
        <p:spPr>
          <a:xfrm xmlns:a="http://schemas.openxmlformats.org/drawingml/2006/main">
            <a:off x="9601200"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Resolve issues through informal follow-up</a:t>
            </a:r>
          </a:p>
        </p:txBody>
      </p:sp>
      <p:sp>
        <p:nvSpPr>
          <p:cNvPr id="22" name="">
            <a:extLst xmlns:a="http://schemas.openxmlformats.org/drawingml/2006/main">
              <a:ext uri="{FF2B5EF4-FFF2-40B4-BE49-F238E27FC236}">
                <a16:creationId xmlns:a16="http://schemas.microsoft.com/office/drawing/2014/main" id="{6161DD6C-77D6-405A-9408-1635A255C5D5}"/>
              </a:ext>
            </a:extLst>
          </p:cNvPr>
          <p:cNvSpPr>
            <a:spLocks xmlns:a="http://schemas.openxmlformats.org/drawingml/2006/main" noGrp="1"/>
          </p:cNvSpPr>
          <p:nvPr/>
        </p:nvSpPr>
        <p:spPr>
          <a:xfrm xmlns:a="http://schemas.openxmlformats.org/drawingml/2006/main">
            <a:off x="400050" y="4048125"/>
            <a:ext cx="11410950" cy="2047875"/>
          </a:xfrm>
          <a:prstGeom xmlns:a="http://schemas.openxmlformats.org/drawingml/2006/main" prst="rect">
            <a:avLst/>
          </a:prstGeom>
          <a:solidFill xmlns:a="http://schemas.openxmlformats.org/drawingml/2006/main">
            <a:srgbClr val="FFF7CD"/>
          </a:solidFill>
          <a:ln xmlns:a="http://schemas.openxmlformats.org/drawingml/2006/main" w="9525">
            <a:solidFill>
              <a:srgbClr val="FFF7CD"/>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3" name="">
            <a:extLst xmlns:a="http://schemas.openxmlformats.org/drawingml/2006/main">
              <a:ext uri="{FF2B5EF4-FFF2-40B4-BE49-F238E27FC236}">
                <a16:creationId xmlns:a16="http://schemas.microsoft.com/office/drawing/2014/main" id="{6C188A6E-F182-4703-91E2-92195C0EDCCA}"/>
              </a:ext>
            </a:extLst>
          </p:cNvPr>
          <p:cNvSpPr>
            <a:spLocks xmlns:a="http://schemas.openxmlformats.org/drawingml/2006/main" noGrp="1"/>
          </p:cNvSpPr>
          <p:nvPr/>
        </p:nvSpPr>
        <p:spPr>
          <a:xfrm xmlns:a="http://schemas.openxmlformats.org/drawingml/2006/main">
            <a:off x="571500" y="42291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Nearby Platform</a:t>
            </a:r>
          </a:p>
        </p:txBody>
      </p:sp>
      <p:sp>
        <p:nvSpPr>
          <p:cNvPr id="24" name="">
            <a:extLst xmlns:a="http://schemas.openxmlformats.org/drawingml/2006/main">
              <a:ext uri="{FF2B5EF4-FFF2-40B4-BE49-F238E27FC236}">
                <a16:creationId xmlns:a16="http://schemas.microsoft.com/office/drawing/2014/main" id="{1A37E1A5-4115-4C14-9311-2BAA2ED8C110}"/>
              </a:ext>
            </a:extLst>
          </p:cNvPr>
          <p:cNvSpPr>
            <a:spLocks xmlns:a="http://schemas.openxmlformats.org/drawingml/2006/main" noGrp="1"/>
          </p:cNvSpPr>
          <p:nvPr/>
        </p:nvSpPr>
        <p:spPr>
          <a:xfrm xmlns:a="http://schemas.openxmlformats.org/drawingml/2006/main">
            <a:off x="571500"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Discover services by exact pincode</a:t>
            </a:r>
          </a:p>
        </p:txBody>
      </p:sp>
      <p:sp>
        <p:nvSpPr>
          <p:cNvPr id="25" name="">
            <a:extLst xmlns:a="http://schemas.openxmlformats.org/drawingml/2006/main">
              <a:ext uri="{FF2B5EF4-FFF2-40B4-BE49-F238E27FC236}">
                <a16:creationId xmlns:a16="http://schemas.microsoft.com/office/drawing/2014/main" id="{5BC3C6C5-2C05-4AFC-B5C4-B592EEB81D52}"/>
              </a:ext>
            </a:extLst>
          </p:cNvPr>
          <p:cNvSpPr>
            <a:spLocks xmlns:a="http://schemas.openxmlformats.org/drawingml/2006/main" noGrp="1"/>
          </p:cNvSpPr>
          <p:nvPr/>
        </p:nvSpPr>
        <p:spPr>
          <a:xfrm xmlns:a="http://schemas.openxmlformats.org/drawingml/2006/main">
            <a:off x="2571750" y="4610100"/>
            <a:ext cx="238125" cy="0"/>
          </a:xfrm>
          <a:prstGeom xmlns:a="http://schemas.openxmlformats.org/drawingml/2006/main" prst="line">
            <a:avLst/>
          </a:prstGeom>
          <a:ln xmlns:a="http://schemas.openxmlformats.org/drawingml/2006/main" w="19050">
            <a:solidFill>
              <a:srgbClr val="1557FF"/>
            </a:solidFill>
          </a:ln>
        </p:spPr>
      </p:sp>
      <p:sp>
        <p:nvSpPr>
          <p:cNvPr id="26" name="">
            <a:extLst xmlns:a="http://schemas.openxmlformats.org/drawingml/2006/main">
              <a:ext uri="{FF2B5EF4-FFF2-40B4-BE49-F238E27FC236}">
                <a16:creationId xmlns:a16="http://schemas.microsoft.com/office/drawing/2014/main" id="{AB6833F0-FDD0-4AFE-A229-DA14E3817D15}"/>
              </a:ext>
            </a:extLst>
          </p:cNvPr>
          <p:cNvSpPr>
            <a:spLocks xmlns:a="http://schemas.openxmlformats.org/drawingml/2006/main" noGrp="1"/>
          </p:cNvSpPr>
          <p:nvPr/>
        </p:nvSpPr>
        <p:spPr>
          <a:xfrm xmlns:a="http://schemas.openxmlformats.org/drawingml/2006/main">
            <a:off x="2714625" y="44196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7" name="">
            <a:extLst xmlns:a="http://schemas.openxmlformats.org/drawingml/2006/main">
              <a:ext uri="{FF2B5EF4-FFF2-40B4-BE49-F238E27FC236}">
                <a16:creationId xmlns:a16="http://schemas.microsoft.com/office/drawing/2014/main" id="{4AB18143-E3DE-46D1-930B-233E01FC6F07}"/>
              </a:ext>
            </a:extLst>
          </p:cNvPr>
          <p:cNvSpPr>
            <a:spLocks xmlns:a="http://schemas.openxmlformats.org/drawingml/2006/main" noGrp="1"/>
          </p:cNvSpPr>
          <p:nvPr/>
        </p:nvSpPr>
        <p:spPr>
          <a:xfrm xmlns:a="http://schemas.openxmlformats.org/drawingml/2006/main">
            <a:off x="2828925"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Check published service areas</a:t>
            </a:r>
          </a:p>
        </p:txBody>
      </p:sp>
      <p:sp>
        <p:nvSpPr>
          <p:cNvPr id="28" name="">
            <a:extLst xmlns:a="http://schemas.openxmlformats.org/drawingml/2006/main">
              <a:ext uri="{FF2B5EF4-FFF2-40B4-BE49-F238E27FC236}">
                <a16:creationId xmlns:a16="http://schemas.microsoft.com/office/drawing/2014/main" id="{8161C622-B8D6-45FF-93DF-EDDB67F24940}"/>
              </a:ext>
            </a:extLst>
          </p:cNvPr>
          <p:cNvSpPr>
            <a:spLocks xmlns:a="http://schemas.openxmlformats.org/drawingml/2006/main" noGrp="1"/>
          </p:cNvSpPr>
          <p:nvPr/>
        </p:nvSpPr>
        <p:spPr>
          <a:xfrm xmlns:a="http://schemas.openxmlformats.org/drawingml/2006/main">
            <a:off x="4829175" y="4610100"/>
            <a:ext cx="238125" cy="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7F3163DA-D1BA-44A2-869A-BF12613D0BA6}"/>
              </a:ext>
            </a:extLst>
          </p:cNvPr>
          <p:cNvSpPr>
            <a:spLocks xmlns:a="http://schemas.openxmlformats.org/drawingml/2006/main" noGrp="1"/>
          </p:cNvSpPr>
          <p:nvPr/>
        </p:nvSpPr>
        <p:spPr>
          <a:xfrm xmlns:a="http://schemas.openxmlformats.org/drawingml/2006/main">
            <a:off x="4972050" y="44196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0" name="">
            <a:extLst xmlns:a="http://schemas.openxmlformats.org/drawingml/2006/main">
              <a:ext uri="{FF2B5EF4-FFF2-40B4-BE49-F238E27FC236}">
                <a16:creationId xmlns:a16="http://schemas.microsoft.com/office/drawing/2014/main" id="{3BE40341-8B93-44D5-B536-2F84D8E43E65}"/>
              </a:ext>
            </a:extLst>
          </p:cNvPr>
          <p:cNvSpPr>
            <a:spLocks xmlns:a="http://schemas.openxmlformats.org/drawingml/2006/main" noGrp="1"/>
          </p:cNvSpPr>
          <p:nvPr/>
        </p:nvSpPr>
        <p:spPr>
          <a:xfrm xmlns:a="http://schemas.openxmlformats.org/drawingml/2006/main">
            <a:off x="5086350"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Request a published availability slot</a:t>
            </a:r>
          </a:p>
        </p:txBody>
      </p:sp>
      <p:sp>
        <p:nvSpPr>
          <p:cNvPr id="31" name="">
            <a:extLst xmlns:a="http://schemas.openxmlformats.org/drawingml/2006/main">
              <a:ext uri="{FF2B5EF4-FFF2-40B4-BE49-F238E27FC236}">
                <a16:creationId xmlns:a16="http://schemas.microsoft.com/office/drawing/2014/main" id="{2D828F9F-7791-484E-8E64-D8249AD05FAF}"/>
              </a:ext>
            </a:extLst>
          </p:cNvPr>
          <p:cNvSpPr>
            <a:spLocks xmlns:a="http://schemas.openxmlformats.org/drawingml/2006/main" noGrp="1"/>
          </p:cNvSpPr>
          <p:nvPr/>
        </p:nvSpPr>
        <p:spPr>
          <a:xfrm xmlns:a="http://schemas.openxmlformats.org/drawingml/2006/main">
            <a:off x="7086600" y="4610100"/>
            <a:ext cx="238125" cy="0"/>
          </a:xfrm>
          <a:prstGeom xmlns:a="http://schemas.openxmlformats.org/drawingml/2006/main" prst="line">
            <a:avLst/>
          </a:prstGeom>
          <a:ln xmlns:a="http://schemas.openxmlformats.org/drawingml/2006/main" w="19050">
            <a:solidFill>
              <a:srgbClr val="1557FF"/>
            </a:solidFill>
          </a:ln>
        </p:spPr>
      </p:sp>
      <p:sp>
        <p:nvSpPr>
          <p:cNvPr id="32" name="">
            <a:extLst xmlns:a="http://schemas.openxmlformats.org/drawingml/2006/main">
              <a:ext uri="{FF2B5EF4-FFF2-40B4-BE49-F238E27FC236}">
                <a16:creationId xmlns:a16="http://schemas.microsoft.com/office/drawing/2014/main" id="{0515FAE1-BFC9-45AC-933C-73387595ABB1}"/>
              </a:ext>
            </a:extLst>
          </p:cNvPr>
          <p:cNvSpPr>
            <a:spLocks xmlns:a="http://schemas.openxmlformats.org/drawingml/2006/main" noGrp="1"/>
          </p:cNvSpPr>
          <p:nvPr/>
        </p:nvSpPr>
        <p:spPr>
          <a:xfrm xmlns:a="http://schemas.openxmlformats.org/drawingml/2006/main">
            <a:off x="7229475" y="44196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3" name="">
            <a:extLst xmlns:a="http://schemas.openxmlformats.org/drawingml/2006/main">
              <a:ext uri="{FF2B5EF4-FFF2-40B4-BE49-F238E27FC236}">
                <a16:creationId xmlns:a16="http://schemas.microsoft.com/office/drawing/2014/main" id="{904DE35E-5F68-44F4-84F3-F316968BD46E}"/>
              </a:ext>
            </a:extLst>
          </p:cNvPr>
          <p:cNvSpPr>
            <a:spLocks xmlns:a="http://schemas.openxmlformats.org/drawingml/2006/main" noGrp="1"/>
          </p:cNvSpPr>
          <p:nvPr/>
        </p:nvSpPr>
        <p:spPr>
          <a:xfrm xmlns:a="http://schemas.openxmlformats.org/drawingml/2006/main">
            <a:off x="7343775"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Manage booking and INR checkout together</a:t>
            </a:r>
          </a:p>
        </p:txBody>
      </p:sp>
      <p:sp>
        <p:nvSpPr>
          <p:cNvPr id="34" name="">
            <a:extLst xmlns:a="http://schemas.openxmlformats.org/drawingml/2006/main">
              <a:ext uri="{FF2B5EF4-FFF2-40B4-BE49-F238E27FC236}">
                <a16:creationId xmlns:a16="http://schemas.microsoft.com/office/drawing/2014/main" id="{F8892A2D-2AD0-484E-8FCE-2E80BBA56F0C}"/>
              </a:ext>
            </a:extLst>
          </p:cNvPr>
          <p:cNvSpPr>
            <a:spLocks xmlns:a="http://schemas.openxmlformats.org/drawingml/2006/main" noGrp="1"/>
          </p:cNvSpPr>
          <p:nvPr/>
        </p:nvSpPr>
        <p:spPr>
          <a:xfrm xmlns:a="http://schemas.openxmlformats.org/drawingml/2006/main">
            <a:off x="9344025" y="4610100"/>
            <a:ext cx="238125" cy="0"/>
          </a:xfrm>
          <a:prstGeom xmlns:a="http://schemas.openxmlformats.org/drawingml/2006/main" prst="line">
            <a:avLst/>
          </a:prstGeom>
          <a:ln xmlns:a="http://schemas.openxmlformats.org/drawingml/2006/main" w="19050">
            <a:solidFill>
              <a:srgbClr val="1557FF"/>
            </a:solidFill>
          </a:ln>
        </p:spPr>
      </p:sp>
      <p:sp>
        <p:nvSpPr>
          <p:cNvPr id="35" name="">
            <a:extLst xmlns:a="http://schemas.openxmlformats.org/drawingml/2006/main">
              <a:ext uri="{FF2B5EF4-FFF2-40B4-BE49-F238E27FC236}">
                <a16:creationId xmlns:a16="http://schemas.microsoft.com/office/drawing/2014/main" id="{13245995-C9E6-448A-94D5-E00E1AD11B91}"/>
              </a:ext>
            </a:extLst>
          </p:cNvPr>
          <p:cNvSpPr>
            <a:spLocks xmlns:a="http://schemas.openxmlformats.org/drawingml/2006/main" noGrp="1"/>
          </p:cNvSpPr>
          <p:nvPr/>
        </p:nvSpPr>
        <p:spPr>
          <a:xfrm xmlns:a="http://schemas.openxmlformats.org/drawingml/2006/main">
            <a:off x="9486900" y="44196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6" name="">
            <a:extLst xmlns:a="http://schemas.openxmlformats.org/drawingml/2006/main">
              <a:ext uri="{FF2B5EF4-FFF2-40B4-BE49-F238E27FC236}">
                <a16:creationId xmlns:a16="http://schemas.microsoft.com/office/drawing/2014/main" id="{E70BCD50-4745-4834-8257-ECEF81FFAE9C}"/>
              </a:ext>
            </a:extLst>
          </p:cNvPr>
          <p:cNvSpPr>
            <a:spLocks xmlns:a="http://schemas.openxmlformats.org/drawingml/2006/main" noGrp="1"/>
          </p:cNvSpPr>
          <p:nvPr/>
        </p:nvSpPr>
        <p:spPr>
          <a:xfrm xmlns:a="http://schemas.openxmlformats.org/drawingml/2006/main">
            <a:off x="9601200"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Use booking-linked chat, reviews and disputes</a:t>
            </a:r>
          </a:p>
        </p:txBody>
      </p:sp>
    </p:spTree>
    <p:extLst>
      <p:ext uri="{BB962C8B-B14F-4D97-AF65-F5344CB8AC3E}">
        <p14:creationId xmlns:p14="http://schemas.microsoft.com/office/powerpoint/2010/main" val="3185445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6" name="">
            <a:extLst xmlns:a="http://schemas.openxmlformats.org/drawingml/2006/main">
              <a:ext uri="{FF2B5EF4-FFF2-40B4-BE49-F238E27FC236}">
                <a16:creationId xmlns:a16="http://schemas.microsoft.com/office/drawing/2014/main" id="{BC779611-9817-4203-9EE6-585D6F2407F4}"/>
              </a:ext>
            </a:extLst>
          </p:cNvPr>
          <p:cNvPicPr>
            <a:picLocks xmlns:a="http://schemas.openxmlformats.org/drawingml/2006/main" noChangeAspect="1"/>
          </p:cNvPicPr>
          <p:nvPr/>
        </p:nvPicPr>
        <p:blipFill>
          <a:blip xmlns:r="http://schemas.openxmlformats.org/officeDocument/2006/relationships" xmlns:a="http://schemas.openxmlformats.org/drawingml/2006/main" r:embed="Ra0d617fefba94040"/>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BAF5EFE-7254-4700-84EC-8111614D2BD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C4809AB2-4BBD-4EE3-8ED4-7E64440C3FA3}"/>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Functional &amp; Non-Functional Requirements</a:t>
            </a:r>
          </a:p>
        </p:txBody>
      </p:sp>
      <p:sp>
        <p:nvSpPr>
          <p:cNvPr id="4" name="">
            <a:extLst xmlns:a="http://schemas.openxmlformats.org/drawingml/2006/main">
              <a:ext uri="{FF2B5EF4-FFF2-40B4-BE49-F238E27FC236}">
                <a16:creationId xmlns:a16="http://schemas.microsoft.com/office/drawing/2014/main" id="{6992952C-C0DB-4C77-8E00-CEF4B1D0C348}"/>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D543E272-67EE-42AB-A172-E4ABC5BC1CB1}"/>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8B5596B8-1388-4B1B-8682-1BAE092E9759}"/>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7" name="">
            <a:extLst xmlns:a="http://schemas.openxmlformats.org/drawingml/2006/main">
              <a:ext uri="{FF2B5EF4-FFF2-40B4-BE49-F238E27FC236}">
                <a16:creationId xmlns:a16="http://schemas.microsoft.com/office/drawing/2014/main" id="{B5128A9C-0744-46C6-9AFA-564CED829FEA}"/>
              </a:ext>
            </a:extLst>
          </p:cNvPr>
          <p:cNvSpPr>
            <a:spLocks xmlns:a="http://schemas.openxmlformats.org/drawingml/2006/main" noGrp="1"/>
          </p:cNvSpPr>
          <p:nvPr/>
        </p:nvSpPr>
        <p:spPr>
          <a:xfrm xmlns:a="http://schemas.openxmlformats.org/drawingml/2006/main">
            <a:off x="571500" y="1571625"/>
            <a:ext cx="685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Functional Requirements</a:t>
            </a:r>
          </a:p>
        </p:txBody>
      </p:sp>
      <p:sp>
        <p:nvSpPr>
          <p:cNvPr id="8" name="">
            <a:extLst xmlns:a="http://schemas.openxmlformats.org/drawingml/2006/main">
              <a:ext uri="{FF2B5EF4-FFF2-40B4-BE49-F238E27FC236}">
                <a16:creationId xmlns:a16="http://schemas.microsoft.com/office/drawing/2014/main" id="{551F4410-4E25-4064-8ED7-FD25CF197DF0}"/>
              </a:ext>
            </a:extLst>
          </p:cNvPr>
          <p:cNvSpPr>
            <a:spLocks xmlns:a="http://schemas.openxmlformats.org/drawingml/2006/main" noGrp="1"/>
          </p:cNvSpPr>
          <p:nvPr/>
        </p:nvSpPr>
        <p:spPr>
          <a:xfrm xmlns:a="http://schemas.openxmlformats.org/drawingml/2006/main">
            <a:off x="5715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1</a:t>
            </a:r>
          </a:p>
        </p:txBody>
      </p:sp>
      <p:sp>
        <p:nvSpPr>
          <p:cNvPr id="9" name="">
            <a:extLst xmlns:a="http://schemas.openxmlformats.org/drawingml/2006/main">
              <a:ext uri="{FF2B5EF4-FFF2-40B4-BE49-F238E27FC236}">
                <a16:creationId xmlns:a16="http://schemas.microsoft.com/office/drawing/2014/main" id="{E03E05B4-C86F-4C73-922C-93E4473816D6}"/>
              </a:ext>
            </a:extLst>
          </p:cNvPr>
          <p:cNvSpPr>
            <a:spLocks xmlns:a="http://schemas.openxmlformats.org/drawingml/2006/main" noGrp="1"/>
          </p:cNvSpPr>
          <p:nvPr/>
        </p:nvSpPr>
        <p:spPr>
          <a:xfrm xmlns:a="http://schemas.openxmlformats.org/drawingml/2006/main">
            <a:off x="10287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Login for customer, provider and admin roles</a:t>
            </a:r>
          </a:p>
        </p:txBody>
      </p:sp>
      <p:sp>
        <p:nvSpPr>
          <p:cNvPr id="10" name="">
            <a:extLst xmlns:a="http://schemas.openxmlformats.org/drawingml/2006/main">
              <a:ext uri="{FF2B5EF4-FFF2-40B4-BE49-F238E27FC236}">
                <a16:creationId xmlns:a16="http://schemas.microsoft.com/office/drawing/2014/main" id="{8CDDE8E9-2B17-47FA-A1E3-224DDC01B448}"/>
              </a:ext>
            </a:extLst>
          </p:cNvPr>
          <p:cNvSpPr>
            <a:spLocks xmlns:a="http://schemas.openxmlformats.org/drawingml/2006/main" noGrp="1"/>
          </p:cNvSpPr>
          <p:nvPr/>
        </p:nvSpPr>
        <p:spPr>
          <a:xfrm xmlns:a="http://schemas.openxmlformats.org/drawingml/2006/main">
            <a:off x="34290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2</a:t>
            </a:r>
          </a:p>
        </p:txBody>
      </p:sp>
      <p:sp>
        <p:nvSpPr>
          <p:cNvPr id="11" name="">
            <a:extLst xmlns:a="http://schemas.openxmlformats.org/drawingml/2006/main">
              <a:ext uri="{FF2B5EF4-FFF2-40B4-BE49-F238E27FC236}">
                <a16:creationId xmlns:a16="http://schemas.microsoft.com/office/drawing/2014/main" id="{47C5B3E7-F055-4F03-B275-B097D4E654A3}"/>
              </a:ext>
            </a:extLst>
          </p:cNvPr>
          <p:cNvSpPr>
            <a:spLocks xmlns:a="http://schemas.openxmlformats.org/drawingml/2006/main" noGrp="1"/>
          </p:cNvSpPr>
          <p:nvPr/>
        </p:nvSpPr>
        <p:spPr>
          <a:xfrm xmlns:a="http://schemas.openxmlformats.org/drawingml/2006/main">
            <a:off x="38862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Search services by six-digit pincode</a:t>
            </a:r>
          </a:p>
        </p:txBody>
      </p:sp>
      <p:sp>
        <p:nvSpPr>
          <p:cNvPr id="12" name="">
            <a:extLst xmlns:a="http://schemas.openxmlformats.org/drawingml/2006/main">
              <a:ext uri="{FF2B5EF4-FFF2-40B4-BE49-F238E27FC236}">
                <a16:creationId xmlns:a16="http://schemas.microsoft.com/office/drawing/2014/main" id="{8F56C22D-F1E0-44EB-81FB-D59AA259C8D2}"/>
              </a:ext>
            </a:extLst>
          </p:cNvPr>
          <p:cNvSpPr>
            <a:spLocks xmlns:a="http://schemas.openxmlformats.org/drawingml/2006/main" noGrp="1"/>
          </p:cNvSpPr>
          <p:nvPr/>
        </p:nvSpPr>
        <p:spPr>
          <a:xfrm xmlns:a="http://schemas.openxmlformats.org/drawingml/2006/main">
            <a:off x="62865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3</a:t>
            </a:r>
          </a:p>
        </p:txBody>
      </p:sp>
      <p:sp>
        <p:nvSpPr>
          <p:cNvPr id="13" name="">
            <a:extLst xmlns:a="http://schemas.openxmlformats.org/drawingml/2006/main">
              <a:ext uri="{FF2B5EF4-FFF2-40B4-BE49-F238E27FC236}">
                <a16:creationId xmlns:a16="http://schemas.microsoft.com/office/drawing/2014/main" id="{7E2CA776-FC83-4EA6-A565-787D0B07E660}"/>
              </a:ext>
            </a:extLst>
          </p:cNvPr>
          <p:cNvSpPr>
            <a:spLocks xmlns:a="http://schemas.openxmlformats.org/drawingml/2006/main" noGrp="1"/>
          </p:cNvSpPr>
          <p:nvPr/>
        </p:nvSpPr>
        <p:spPr>
          <a:xfrm xmlns:a="http://schemas.openxmlformats.org/drawingml/2006/main">
            <a:off x="67437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Manage provider profiles and service listings</a:t>
            </a:r>
          </a:p>
        </p:txBody>
      </p:sp>
      <p:sp>
        <p:nvSpPr>
          <p:cNvPr id="14" name="">
            <a:extLst xmlns:a="http://schemas.openxmlformats.org/drawingml/2006/main">
              <a:ext uri="{FF2B5EF4-FFF2-40B4-BE49-F238E27FC236}">
                <a16:creationId xmlns:a16="http://schemas.microsoft.com/office/drawing/2014/main" id="{9A6A3BFA-142A-4918-B120-ED41CF2E1248}"/>
              </a:ext>
            </a:extLst>
          </p:cNvPr>
          <p:cNvSpPr>
            <a:spLocks xmlns:a="http://schemas.openxmlformats.org/drawingml/2006/main" noGrp="1"/>
          </p:cNvSpPr>
          <p:nvPr/>
        </p:nvSpPr>
        <p:spPr>
          <a:xfrm xmlns:a="http://schemas.openxmlformats.org/drawingml/2006/main">
            <a:off x="91440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4</a:t>
            </a:r>
          </a:p>
        </p:txBody>
      </p:sp>
      <p:sp>
        <p:nvSpPr>
          <p:cNvPr id="15" name="">
            <a:extLst xmlns:a="http://schemas.openxmlformats.org/drawingml/2006/main">
              <a:ext uri="{FF2B5EF4-FFF2-40B4-BE49-F238E27FC236}">
                <a16:creationId xmlns:a16="http://schemas.microsoft.com/office/drawing/2014/main" id="{0FC0236E-7DEE-4199-8C96-C341D080E840}"/>
              </a:ext>
            </a:extLst>
          </p:cNvPr>
          <p:cNvSpPr>
            <a:spLocks xmlns:a="http://schemas.openxmlformats.org/drawingml/2006/main" noGrp="1"/>
          </p:cNvSpPr>
          <p:nvPr/>
        </p:nvSpPr>
        <p:spPr>
          <a:xfrm xmlns:a="http://schemas.openxmlformats.org/drawingml/2006/main">
            <a:off x="96012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Publish availability and request bookings</a:t>
            </a:r>
          </a:p>
        </p:txBody>
      </p:sp>
      <p:sp>
        <p:nvSpPr>
          <p:cNvPr id="16" name="">
            <a:extLst xmlns:a="http://schemas.openxmlformats.org/drawingml/2006/main">
              <a:ext uri="{FF2B5EF4-FFF2-40B4-BE49-F238E27FC236}">
                <a16:creationId xmlns:a16="http://schemas.microsoft.com/office/drawing/2014/main" id="{EFDC123B-E6B7-4FAE-99BB-8900E569E995}"/>
              </a:ext>
            </a:extLst>
          </p:cNvPr>
          <p:cNvSpPr>
            <a:spLocks xmlns:a="http://schemas.openxmlformats.org/drawingml/2006/main" noGrp="1"/>
          </p:cNvSpPr>
          <p:nvPr/>
        </p:nvSpPr>
        <p:spPr>
          <a:xfrm xmlns:a="http://schemas.openxmlformats.org/drawingml/2006/main">
            <a:off x="571500" y="31051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5</a:t>
            </a:r>
          </a:p>
        </p:txBody>
      </p:sp>
      <p:sp>
        <p:nvSpPr>
          <p:cNvPr id="17" name="">
            <a:extLst xmlns:a="http://schemas.openxmlformats.org/drawingml/2006/main">
              <a:ext uri="{FF2B5EF4-FFF2-40B4-BE49-F238E27FC236}">
                <a16:creationId xmlns:a16="http://schemas.microsoft.com/office/drawing/2014/main" id="{2FBAEB56-C48E-4C13-9F76-48923F2DB051}"/>
              </a:ext>
            </a:extLst>
          </p:cNvPr>
          <p:cNvSpPr>
            <a:spLocks xmlns:a="http://schemas.openxmlformats.org/drawingml/2006/main" noGrp="1"/>
          </p:cNvSpPr>
          <p:nvPr/>
        </p:nvSpPr>
        <p:spPr>
          <a:xfrm xmlns:a="http://schemas.openxmlformats.org/drawingml/2006/main">
            <a:off x="1028700" y="31051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Accept requests before customer checkout</a:t>
            </a:r>
          </a:p>
        </p:txBody>
      </p:sp>
      <p:sp>
        <p:nvSpPr>
          <p:cNvPr id="18" name="">
            <a:extLst xmlns:a="http://schemas.openxmlformats.org/drawingml/2006/main">
              <a:ext uri="{FF2B5EF4-FFF2-40B4-BE49-F238E27FC236}">
                <a16:creationId xmlns:a16="http://schemas.microsoft.com/office/drawing/2014/main" id="{CA3D6FDC-77F9-456D-8724-103F22283681}"/>
              </a:ext>
            </a:extLst>
          </p:cNvPr>
          <p:cNvSpPr>
            <a:spLocks xmlns:a="http://schemas.openxmlformats.org/drawingml/2006/main" noGrp="1"/>
          </p:cNvSpPr>
          <p:nvPr/>
        </p:nvSpPr>
        <p:spPr>
          <a:xfrm xmlns:a="http://schemas.openxmlformats.org/drawingml/2006/main">
            <a:off x="3429000" y="31051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6</a:t>
            </a:r>
          </a:p>
        </p:txBody>
      </p:sp>
      <p:sp>
        <p:nvSpPr>
          <p:cNvPr id="19" name="">
            <a:extLst xmlns:a="http://schemas.openxmlformats.org/drawingml/2006/main">
              <a:ext uri="{FF2B5EF4-FFF2-40B4-BE49-F238E27FC236}">
                <a16:creationId xmlns:a16="http://schemas.microsoft.com/office/drawing/2014/main" id="{E4BB7B43-1DCC-4C5E-BB9C-14FC82FE7011}"/>
              </a:ext>
            </a:extLst>
          </p:cNvPr>
          <p:cNvSpPr>
            <a:spLocks xmlns:a="http://schemas.openxmlformats.org/drawingml/2006/main" noGrp="1"/>
          </p:cNvSpPr>
          <p:nvPr/>
        </p:nvSpPr>
        <p:spPr>
          <a:xfrm xmlns:a="http://schemas.openxmlformats.org/drawingml/2006/main">
            <a:off x="3886200" y="31051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Exchange booking-linked messages</a:t>
            </a:r>
          </a:p>
        </p:txBody>
      </p:sp>
      <p:sp>
        <p:nvSpPr>
          <p:cNvPr id="20" name="">
            <a:extLst xmlns:a="http://schemas.openxmlformats.org/drawingml/2006/main">
              <a:ext uri="{FF2B5EF4-FFF2-40B4-BE49-F238E27FC236}">
                <a16:creationId xmlns:a16="http://schemas.microsoft.com/office/drawing/2014/main" id="{1F261623-06BF-4877-8BA2-FF42AEF72A0F}"/>
              </a:ext>
            </a:extLst>
          </p:cNvPr>
          <p:cNvSpPr>
            <a:spLocks xmlns:a="http://schemas.openxmlformats.org/drawingml/2006/main" noGrp="1"/>
          </p:cNvSpPr>
          <p:nvPr/>
        </p:nvSpPr>
        <p:spPr>
          <a:xfrm xmlns:a="http://schemas.openxmlformats.org/drawingml/2006/main">
            <a:off x="6286500" y="31051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7</a:t>
            </a:r>
          </a:p>
        </p:txBody>
      </p:sp>
      <p:sp>
        <p:nvSpPr>
          <p:cNvPr id="21" name="">
            <a:extLst xmlns:a="http://schemas.openxmlformats.org/drawingml/2006/main">
              <a:ext uri="{FF2B5EF4-FFF2-40B4-BE49-F238E27FC236}">
                <a16:creationId xmlns:a16="http://schemas.microsoft.com/office/drawing/2014/main" id="{3CB2E8F6-FD85-4410-82D9-2957EA88967C}"/>
              </a:ext>
            </a:extLst>
          </p:cNvPr>
          <p:cNvSpPr>
            <a:spLocks xmlns:a="http://schemas.openxmlformats.org/drawingml/2006/main" noGrp="1"/>
          </p:cNvSpPr>
          <p:nvPr/>
        </p:nvSpPr>
        <p:spPr>
          <a:xfrm xmlns:a="http://schemas.openxmlformats.org/drawingml/2006/main">
            <a:off x="6743700" y="31051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Submit reviews and raise disputes</a:t>
            </a:r>
          </a:p>
        </p:txBody>
      </p:sp>
      <p:sp>
        <p:nvSpPr>
          <p:cNvPr id="22" name="">
            <a:extLst xmlns:a="http://schemas.openxmlformats.org/drawingml/2006/main">
              <a:ext uri="{FF2B5EF4-FFF2-40B4-BE49-F238E27FC236}">
                <a16:creationId xmlns:a16="http://schemas.microsoft.com/office/drawing/2014/main" id="{9C607556-B5B7-4CE5-BAF8-63F48EE70E9C}"/>
              </a:ext>
            </a:extLst>
          </p:cNvPr>
          <p:cNvSpPr>
            <a:spLocks xmlns:a="http://schemas.openxmlformats.org/drawingml/2006/main" noGrp="1"/>
          </p:cNvSpPr>
          <p:nvPr/>
        </p:nvSpPr>
        <p:spPr>
          <a:xfrm xmlns:a="http://schemas.openxmlformats.org/drawingml/2006/main">
            <a:off x="571500" y="4095750"/>
            <a:ext cx="11049000" cy="0"/>
          </a:xfrm>
          <a:prstGeom xmlns:a="http://schemas.openxmlformats.org/drawingml/2006/main" prst="line">
            <a:avLst/>
          </a:prstGeom>
          <a:ln xmlns:a="http://schemas.openxmlformats.org/drawingml/2006/main" w="38100">
            <a:solidFill>
              <a:srgbClr val="FFDA35"/>
            </a:solidFill>
          </a:ln>
        </p:spPr>
      </p:sp>
      <p:sp>
        <p:nvSpPr>
          <p:cNvPr id="23" name="">
            <a:extLst xmlns:a="http://schemas.openxmlformats.org/drawingml/2006/main">
              <a:ext uri="{FF2B5EF4-FFF2-40B4-BE49-F238E27FC236}">
                <a16:creationId xmlns:a16="http://schemas.microsoft.com/office/drawing/2014/main" id="{6DFD5EEF-427B-41AB-82FD-4D9F2489323A}"/>
              </a:ext>
            </a:extLst>
          </p:cNvPr>
          <p:cNvSpPr>
            <a:spLocks xmlns:a="http://schemas.openxmlformats.org/drawingml/2006/main" noGrp="1"/>
          </p:cNvSpPr>
          <p:nvPr/>
        </p:nvSpPr>
        <p:spPr>
          <a:xfrm xmlns:a="http://schemas.openxmlformats.org/drawingml/2006/main">
            <a:off x="571500" y="42862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Non-Functional Requirements</a:t>
            </a:r>
          </a:p>
        </p:txBody>
      </p:sp>
      <p:sp>
        <p:nvSpPr>
          <p:cNvPr id="24" name="">
            <a:extLst xmlns:a="http://schemas.openxmlformats.org/drawingml/2006/main">
              <a:ext uri="{FF2B5EF4-FFF2-40B4-BE49-F238E27FC236}">
                <a16:creationId xmlns:a16="http://schemas.microsoft.com/office/drawing/2014/main" id="{7A60C8F9-F904-457C-A6A8-15D50EFE5B19}"/>
              </a:ext>
            </a:extLst>
          </p:cNvPr>
          <p:cNvSpPr>
            <a:spLocks xmlns:a="http://schemas.openxmlformats.org/drawingml/2006/main" noGrp="1"/>
          </p:cNvSpPr>
          <p:nvPr/>
        </p:nvSpPr>
        <p:spPr>
          <a:xfrm xmlns:a="http://schemas.openxmlformats.org/drawingml/2006/main">
            <a:off x="571500" y="4810125"/>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Security</a:t>
            </a:r>
          </a:p>
        </p:txBody>
      </p:sp>
      <p:sp>
        <p:nvSpPr>
          <p:cNvPr id="25" name="">
            <a:extLst xmlns:a="http://schemas.openxmlformats.org/drawingml/2006/main">
              <a:ext uri="{FF2B5EF4-FFF2-40B4-BE49-F238E27FC236}">
                <a16:creationId xmlns:a16="http://schemas.microsoft.com/office/drawing/2014/main" id="{7AE683DD-63C1-4457-80EC-A9517C2DDF7B}"/>
              </a:ext>
            </a:extLst>
          </p:cNvPr>
          <p:cNvSpPr>
            <a:spLocks xmlns:a="http://schemas.openxmlformats.org/drawingml/2006/main" noGrp="1"/>
          </p:cNvSpPr>
          <p:nvPr/>
        </p:nvSpPr>
        <p:spPr>
          <a:xfrm xmlns:a="http://schemas.openxmlformats.org/drawingml/2006/main">
            <a:off x="571500" y="50958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JWT, hashed passwords and role checks</a:t>
            </a:r>
          </a:p>
        </p:txBody>
      </p:sp>
      <p:sp>
        <p:nvSpPr>
          <p:cNvPr id="26" name="">
            <a:extLst xmlns:a="http://schemas.openxmlformats.org/drawingml/2006/main">
              <a:ext uri="{FF2B5EF4-FFF2-40B4-BE49-F238E27FC236}">
                <a16:creationId xmlns:a16="http://schemas.microsoft.com/office/drawing/2014/main" id="{CC85C7F6-70A8-484D-9CA6-0E306FD5D050}"/>
              </a:ext>
            </a:extLst>
          </p:cNvPr>
          <p:cNvSpPr>
            <a:spLocks xmlns:a="http://schemas.openxmlformats.org/drawingml/2006/main" noGrp="1"/>
          </p:cNvSpPr>
          <p:nvPr/>
        </p:nvSpPr>
        <p:spPr>
          <a:xfrm xmlns:a="http://schemas.openxmlformats.org/drawingml/2006/main">
            <a:off x="4381500" y="4810125"/>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Usability</a:t>
            </a:r>
          </a:p>
        </p:txBody>
      </p:sp>
      <p:sp>
        <p:nvSpPr>
          <p:cNvPr id="27" name="">
            <a:extLst xmlns:a="http://schemas.openxmlformats.org/drawingml/2006/main">
              <a:ext uri="{FF2B5EF4-FFF2-40B4-BE49-F238E27FC236}">
                <a16:creationId xmlns:a16="http://schemas.microsoft.com/office/drawing/2014/main" id="{D72867D9-18AE-49DF-9E2C-EBDB16D1E443}"/>
              </a:ext>
            </a:extLst>
          </p:cNvPr>
          <p:cNvSpPr>
            <a:spLocks xmlns:a="http://schemas.openxmlformats.org/drawingml/2006/main" noGrp="1"/>
          </p:cNvSpPr>
          <p:nvPr/>
        </p:nvSpPr>
        <p:spPr>
          <a:xfrm xmlns:a="http://schemas.openxmlformats.org/drawingml/2006/main">
            <a:off x="4381500" y="50958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Responsive pages and role-based navigation</a:t>
            </a:r>
          </a:p>
        </p:txBody>
      </p:sp>
      <p:sp>
        <p:nvSpPr>
          <p:cNvPr id="28" name="">
            <a:extLst xmlns:a="http://schemas.openxmlformats.org/drawingml/2006/main">
              <a:ext uri="{FF2B5EF4-FFF2-40B4-BE49-F238E27FC236}">
                <a16:creationId xmlns:a16="http://schemas.microsoft.com/office/drawing/2014/main" id="{C42A5675-9980-4A89-B782-6E55C81B3717}"/>
              </a:ext>
            </a:extLst>
          </p:cNvPr>
          <p:cNvSpPr>
            <a:spLocks xmlns:a="http://schemas.openxmlformats.org/drawingml/2006/main" noGrp="1"/>
          </p:cNvSpPr>
          <p:nvPr/>
        </p:nvSpPr>
        <p:spPr>
          <a:xfrm xmlns:a="http://schemas.openxmlformats.org/drawingml/2006/main">
            <a:off x="8191500" y="4810125"/>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Integrity</a:t>
            </a:r>
          </a:p>
        </p:txBody>
      </p:sp>
      <p:sp>
        <p:nvSpPr>
          <p:cNvPr id="29" name="">
            <a:extLst xmlns:a="http://schemas.openxmlformats.org/drawingml/2006/main">
              <a:ext uri="{FF2B5EF4-FFF2-40B4-BE49-F238E27FC236}">
                <a16:creationId xmlns:a16="http://schemas.microsoft.com/office/drawing/2014/main" id="{4A67F100-42DD-45FD-90BF-9D52210390BE}"/>
              </a:ext>
            </a:extLst>
          </p:cNvPr>
          <p:cNvSpPr>
            <a:spLocks xmlns:a="http://schemas.openxmlformats.org/drawingml/2006/main" noGrp="1"/>
          </p:cNvSpPr>
          <p:nvPr/>
        </p:nvSpPr>
        <p:spPr>
          <a:xfrm xmlns:a="http://schemas.openxmlformats.org/drawingml/2006/main">
            <a:off x="8191500" y="50958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Validated fields and unique booking records</a:t>
            </a:r>
          </a:p>
        </p:txBody>
      </p:sp>
      <p:sp>
        <p:nvSpPr>
          <p:cNvPr id="30" name="">
            <a:extLst xmlns:a="http://schemas.openxmlformats.org/drawingml/2006/main">
              <a:ext uri="{FF2B5EF4-FFF2-40B4-BE49-F238E27FC236}">
                <a16:creationId xmlns:a16="http://schemas.microsoft.com/office/drawing/2014/main" id="{489E98CA-E077-4C47-950B-F35600294209}"/>
              </a:ext>
            </a:extLst>
          </p:cNvPr>
          <p:cNvSpPr>
            <a:spLocks xmlns:a="http://schemas.openxmlformats.org/drawingml/2006/main" noGrp="1"/>
          </p:cNvSpPr>
          <p:nvPr/>
        </p:nvSpPr>
        <p:spPr>
          <a:xfrm xmlns:a="http://schemas.openxmlformats.org/drawingml/2006/main">
            <a:off x="571500" y="5562600"/>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Performance</a:t>
            </a:r>
          </a:p>
        </p:txBody>
      </p:sp>
      <p:sp>
        <p:nvSpPr>
          <p:cNvPr id="31" name="">
            <a:extLst xmlns:a="http://schemas.openxmlformats.org/drawingml/2006/main">
              <a:ext uri="{FF2B5EF4-FFF2-40B4-BE49-F238E27FC236}">
                <a16:creationId xmlns:a16="http://schemas.microsoft.com/office/drawing/2014/main" id="{E31DB5F1-C916-4139-AE32-FD9CDE5310B3}"/>
              </a:ext>
            </a:extLst>
          </p:cNvPr>
          <p:cNvSpPr>
            <a:spLocks xmlns:a="http://schemas.openxmlformats.org/drawingml/2006/main" noGrp="1"/>
          </p:cNvSpPr>
          <p:nvPr/>
        </p:nvSpPr>
        <p:spPr>
          <a:xfrm xmlns:a="http://schemas.openxmlformats.org/drawingml/2006/main">
            <a:off x="571500" y="58483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Indexed searches and paginated results</a:t>
            </a:r>
          </a:p>
        </p:txBody>
      </p:sp>
      <p:sp>
        <p:nvSpPr>
          <p:cNvPr id="32" name="">
            <a:extLst xmlns:a="http://schemas.openxmlformats.org/drawingml/2006/main">
              <a:ext uri="{FF2B5EF4-FFF2-40B4-BE49-F238E27FC236}">
                <a16:creationId xmlns:a16="http://schemas.microsoft.com/office/drawing/2014/main" id="{4F7B94EE-28E9-4621-AA7D-8F5417BE101F}"/>
              </a:ext>
            </a:extLst>
          </p:cNvPr>
          <p:cNvSpPr>
            <a:spLocks xmlns:a="http://schemas.openxmlformats.org/drawingml/2006/main" noGrp="1"/>
          </p:cNvSpPr>
          <p:nvPr/>
        </p:nvSpPr>
        <p:spPr>
          <a:xfrm xmlns:a="http://schemas.openxmlformats.org/drawingml/2006/main">
            <a:off x="4381500" y="5562600"/>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Maintainability</a:t>
            </a:r>
          </a:p>
        </p:txBody>
      </p:sp>
      <p:sp>
        <p:nvSpPr>
          <p:cNvPr id="33" name="">
            <a:extLst xmlns:a="http://schemas.openxmlformats.org/drawingml/2006/main">
              <a:ext uri="{FF2B5EF4-FFF2-40B4-BE49-F238E27FC236}">
                <a16:creationId xmlns:a16="http://schemas.microsoft.com/office/drawing/2014/main" id="{C9D5903B-20D9-49DB-AD5F-31F823FE044E}"/>
              </a:ext>
            </a:extLst>
          </p:cNvPr>
          <p:cNvSpPr>
            <a:spLocks xmlns:a="http://schemas.openxmlformats.org/drawingml/2006/main" noGrp="1"/>
          </p:cNvSpPr>
          <p:nvPr/>
        </p:nvSpPr>
        <p:spPr>
          <a:xfrm xmlns:a="http://schemas.openxmlformats.org/drawingml/2006/main">
            <a:off x="4381500" y="58483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Modular API routes and Mongoose models</a:t>
            </a:r>
          </a:p>
        </p:txBody>
      </p:sp>
      <p:sp>
        <p:nvSpPr>
          <p:cNvPr id="34" name="">
            <a:extLst xmlns:a="http://schemas.openxmlformats.org/drawingml/2006/main">
              <a:ext uri="{FF2B5EF4-FFF2-40B4-BE49-F238E27FC236}">
                <a16:creationId xmlns:a16="http://schemas.microsoft.com/office/drawing/2014/main" id="{2862C21D-8680-4E99-8476-701257D1532C}"/>
              </a:ext>
            </a:extLst>
          </p:cNvPr>
          <p:cNvSpPr>
            <a:spLocks xmlns:a="http://schemas.openxmlformats.org/drawingml/2006/main" noGrp="1"/>
          </p:cNvSpPr>
          <p:nvPr/>
        </p:nvSpPr>
        <p:spPr>
          <a:xfrm xmlns:a="http://schemas.openxmlformats.org/drawingml/2006/main">
            <a:off x="8191500" y="5562600"/>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Reliability</a:t>
            </a:r>
          </a:p>
        </p:txBody>
      </p:sp>
      <p:sp>
        <p:nvSpPr>
          <p:cNvPr id="35" name="">
            <a:extLst xmlns:a="http://schemas.openxmlformats.org/drawingml/2006/main">
              <a:ext uri="{FF2B5EF4-FFF2-40B4-BE49-F238E27FC236}">
                <a16:creationId xmlns:a16="http://schemas.microsoft.com/office/drawing/2014/main" id="{3BE04A28-13F8-4A5D-BB95-6F2832904E65}"/>
              </a:ext>
            </a:extLst>
          </p:cNvPr>
          <p:cNvSpPr>
            <a:spLocks xmlns:a="http://schemas.openxmlformats.org/drawingml/2006/main" noGrp="1"/>
          </p:cNvSpPr>
          <p:nvPr/>
        </p:nvSpPr>
        <p:spPr>
          <a:xfrm xmlns:a="http://schemas.openxmlformats.org/drawingml/2006/main">
            <a:off x="8191500" y="58483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Database health checks and signed webhooks</a:t>
            </a:r>
          </a:p>
        </p:txBody>
      </p:sp>
    </p:spTree>
    <p:extLst>
      <p:ext uri="{BB962C8B-B14F-4D97-AF65-F5344CB8AC3E}">
        <p14:creationId xmlns:p14="http://schemas.microsoft.com/office/powerpoint/2010/main" val="10280770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CC17A142-AEA0-44C8-B7A9-0BFDEF3D0397}"/>
              </a:ext>
            </a:extLst>
          </p:cNvPr>
          <p:cNvPicPr>
            <a:picLocks xmlns:a="http://schemas.openxmlformats.org/drawingml/2006/main" noChangeAspect="1"/>
          </p:cNvPicPr>
          <p:nvPr/>
        </p:nvPicPr>
        <p:blipFill>
          <a:blip xmlns:r="http://schemas.openxmlformats.org/officeDocument/2006/relationships" xmlns:a="http://schemas.openxmlformats.org/drawingml/2006/main" r:embed="Ra991247894684254"/>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3490DE8-9F2F-47DF-B128-8DFEFE73A17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57D6FCB1-2241-4998-8D83-D4A924436DCD}"/>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System Architecture &amp; Technology Stack</a:t>
            </a:r>
          </a:p>
        </p:txBody>
      </p:sp>
      <p:sp>
        <p:nvSpPr>
          <p:cNvPr id="4" name="">
            <a:extLst xmlns:a="http://schemas.openxmlformats.org/drawingml/2006/main">
              <a:ext uri="{FF2B5EF4-FFF2-40B4-BE49-F238E27FC236}">
                <a16:creationId xmlns:a16="http://schemas.microsoft.com/office/drawing/2014/main" id="{3268B6E5-4AB0-4BCB-9709-C6A9E2866653}"/>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C925D4B9-7EE9-419F-BFA3-FD1AA58AE5A5}"/>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0153513E-DE3F-4DCB-85FA-E4E845E9B2C8}"/>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7" name="">
            <a:extLst xmlns:a="http://schemas.openxmlformats.org/drawingml/2006/main">
              <a:ext uri="{FF2B5EF4-FFF2-40B4-BE49-F238E27FC236}">
                <a16:creationId xmlns:a16="http://schemas.microsoft.com/office/drawing/2014/main" id="{9987E8A6-25A9-479F-AA1E-B9BFE5EC85AD}"/>
              </a:ext>
            </a:extLst>
          </p:cNvPr>
          <p:cNvSpPr>
            <a:spLocks xmlns:a="http://schemas.openxmlformats.org/drawingml/2006/main" noGrp="1"/>
          </p:cNvSpPr>
          <p:nvPr/>
        </p:nvSpPr>
        <p:spPr>
          <a:xfrm xmlns:a="http://schemas.openxmlformats.org/drawingml/2006/main">
            <a:off x="571500" y="1952625"/>
            <a:ext cx="3095625" cy="11906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Presentation Tier</a:t>
            </a:r>
          </a:p>
          <a:p xmlns:a="http://schemas.openxmlformats.org/drawingml/2006/main">
            <a:pPr algn="ctr">
              <a:defRPr sz="1725" b="1">
                <a:solidFill>
                  <a:srgbClr val="15191D"/>
                </a:solidFill>
              </a:defRPr>
            </a:pPr>
            <a:r>
              <a:rPr sz="1725" b="1">
                <a:solidFill>
                  <a:srgbClr val="15191D"/>
                </a:solidFill>
              </a:rPr>
              <a:t>React + Vite + Tailwind CSS</a:t>
            </a:r>
          </a:p>
        </p:txBody>
      </p:sp>
      <p:sp>
        <p:nvSpPr>
          <p:cNvPr id="8" name="">
            <a:extLst xmlns:a="http://schemas.openxmlformats.org/drawingml/2006/main">
              <a:ext uri="{FF2B5EF4-FFF2-40B4-BE49-F238E27FC236}">
                <a16:creationId xmlns:a16="http://schemas.microsoft.com/office/drawing/2014/main" id="{4BD3FEF6-1C6B-4938-A669-B7EF50CE483E}"/>
              </a:ext>
            </a:extLst>
          </p:cNvPr>
          <p:cNvSpPr>
            <a:spLocks xmlns:a="http://schemas.openxmlformats.org/drawingml/2006/main" noGrp="1"/>
          </p:cNvSpPr>
          <p:nvPr/>
        </p:nvSpPr>
        <p:spPr>
          <a:xfrm xmlns:a="http://schemas.openxmlformats.org/drawingml/2006/main">
            <a:off x="4543425" y="1952625"/>
            <a:ext cx="3095625" cy="11906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Application Tier</a:t>
            </a:r>
          </a:p>
          <a:p xmlns:a="http://schemas.openxmlformats.org/drawingml/2006/main">
            <a:pPr algn="ctr">
              <a:defRPr sz="1725" b="1">
                <a:solidFill>
                  <a:srgbClr val="15191D"/>
                </a:solidFill>
              </a:defRPr>
            </a:pPr>
            <a:r>
              <a:rPr sz="1725" b="1">
                <a:solidFill>
                  <a:srgbClr val="15191D"/>
                </a:solidFill>
              </a:rPr>
              <a:t>Node.js + Express</a:t>
            </a:r>
          </a:p>
          <a:p xmlns:a="http://schemas.openxmlformats.org/drawingml/2006/main">
            <a:pPr algn="ctr">
              <a:defRPr sz="1725" b="1">
                <a:solidFill>
                  <a:srgbClr val="15191D"/>
                </a:solidFill>
              </a:defRPr>
            </a:pPr>
            <a:r>
              <a:rPr sz="1725" b="1">
                <a:solidFill>
                  <a:srgbClr val="15191D"/>
                </a:solidFill>
              </a:rPr>
              <a:t>JWT + REST APIs</a:t>
            </a:r>
          </a:p>
        </p:txBody>
      </p:sp>
      <p:sp>
        <p:nvSpPr>
          <p:cNvPr id="9" name="">
            <a:extLst xmlns:a="http://schemas.openxmlformats.org/drawingml/2006/main">
              <a:ext uri="{FF2B5EF4-FFF2-40B4-BE49-F238E27FC236}">
                <a16:creationId xmlns:a16="http://schemas.microsoft.com/office/drawing/2014/main" id="{68A86C16-8775-4F8E-BEF5-85DABB89C999}"/>
              </a:ext>
            </a:extLst>
          </p:cNvPr>
          <p:cNvSpPr>
            <a:spLocks xmlns:a="http://schemas.openxmlformats.org/drawingml/2006/main" noGrp="1"/>
          </p:cNvSpPr>
          <p:nvPr/>
        </p:nvSpPr>
        <p:spPr>
          <a:xfrm xmlns:a="http://schemas.openxmlformats.org/drawingml/2006/main">
            <a:off x="8524875" y="1952625"/>
            <a:ext cx="3095625" cy="11906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Data Tier</a:t>
            </a:r>
          </a:p>
          <a:p xmlns:a="http://schemas.openxmlformats.org/drawingml/2006/main">
            <a:pPr algn="ctr">
              <a:defRPr sz="1725" b="1">
                <a:solidFill>
                  <a:srgbClr val="15191D"/>
                </a:solidFill>
              </a:defRPr>
            </a:pPr>
            <a:r>
              <a:rPr sz="1725" b="1">
                <a:solidFill>
                  <a:srgbClr val="15191D"/>
                </a:solidFill>
              </a:rPr>
              <a:t>MongoDB + Mongoose</a:t>
            </a:r>
          </a:p>
          <a:p xmlns:a="http://schemas.openxmlformats.org/drawingml/2006/main">
            <a:pPr algn="ctr">
              <a:defRPr sz="1725" b="1">
                <a:solidFill>
                  <a:srgbClr val="15191D"/>
                </a:solidFill>
              </a:defRPr>
            </a:pPr>
            <a:r>
              <a:rPr sz="1725" b="1">
                <a:solidFill>
                  <a:srgbClr val="15191D"/>
                </a:solidFill>
              </a:rPr>
              <a:t>Referenced collections</a:t>
            </a:r>
          </a:p>
        </p:txBody>
      </p:sp>
      <p:sp>
        <p:nvSpPr>
          <p:cNvPr id="10" name="">
            <a:extLst xmlns:a="http://schemas.openxmlformats.org/drawingml/2006/main">
              <a:ext uri="{FF2B5EF4-FFF2-40B4-BE49-F238E27FC236}">
                <a16:creationId xmlns:a16="http://schemas.microsoft.com/office/drawing/2014/main" id="{3BA069B2-E0BF-49F2-9239-6E30CDCCFBE8}"/>
              </a:ext>
            </a:extLst>
          </p:cNvPr>
          <p:cNvSpPr>
            <a:spLocks xmlns:a="http://schemas.openxmlformats.org/drawingml/2006/main" noGrp="1"/>
          </p:cNvSpPr>
          <p:nvPr/>
        </p:nvSpPr>
        <p:spPr>
          <a:xfrm xmlns:a="http://schemas.openxmlformats.org/drawingml/2006/main">
            <a:off x="3667125" y="2543175"/>
            <a:ext cx="876300" cy="0"/>
          </a:xfrm>
          <a:prstGeom xmlns:a="http://schemas.openxmlformats.org/drawingml/2006/main" prst="line">
            <a:avLst/>
          </a:prstGeom>
          <a:ln xmlns:a="http://schemas.openxmlformats.org/drawingml/2006/main" w="28575">
            <a:solidFill>
              <a:srgbClr val="1557FF"/>
            </a:solidFill>
          </a:ln>
        </p:spPr>
      </p:sp>
      <p:sp>
        <p:nvSpPr>
          <p:cNvPr id="11" name="">
            <a:extLst xmlns:a="http://schemas.openxmlformats.org/drawingml/2006/main">
              <a:ext uri="{FF2B5EF4-FFF2-40B4-BE49-F238E27FC236}">
                <a16:creationId xmlns:a16="http://schemas.microsoft.com/office/drawing/2014/main" id="{7F350FA4-4502-407A-9489-087DA47D95FE}"/>
              </a:ext>
            </a:extLst>
          </p:cNvPr>
          <p:cNvSpPr>
            <a:spLocks xmlns:a="http://schemas.openxmlformats.org/drawingml/2006/main" noGrp="1"/>
          </p:cNvSpPr>
          <p:nvPr/>
        </p:nvSpPr>
        <p:spPr>
          <a:xfrm xmlns:a="http://schemas.openxmlformats.org/drawingml/2006/main">
            <a:off x="7639050" y="2543175"/>
            <a:ext cx="885825" cy="0"/>
          </a:xfrm>
          <a:prstGeom xmlns:a="http://schemas.openxmlformats.org/drawingml/2006/main" prst="line">
            <a:avLst/>
          </a:prstGeom>
          <a:ln xmlns:a="http://schemas.openxmlformats.org/drawingml/2006/main" w="28575">
            <a:solidFill>
              <a:srgbClr val="1557FF"/>
            </a:solidFill>
          </a:ln>
        </p:spPr>
      </p:sp>
      <p:sp>
        <p:nvSpPr>
          <p:cNvPr id="12" name="">
            <a:extLst xmlns:a="http://schemas.openxmlformats.org/drawingml/2006/main">
              <a:ext uri="{FF2B5EF4-FFF2-40B4-BE49-F238E27FC236}">
                <a16:creationId xmlns:a16="http://schemas.microsoft.com/office/drawing/2014/main" id="{92458D69-9099-49DF-B7AD-D0C9D0FEE673}"/>
              </a:ext>
            </a:extLst>
          </p:cNvPr>
          <p:cNvSpPr>
            <a:spLocks xmlns:a="http://schemas.openxmlformats.org/drawingml/2006/main" noGrp="1"/>
          </p:cNvSpPr>
          <p:nvPr/>
        </p:nvSpPr>
        <p:spPr>
          <a:xfrm xmlns:a="http://schemas.openxmlformats.org/drawingml/2006/main">
            <a:off x="3724275" y="2124075"/>
            <a:ext cx="80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557FF"/>
                </a:solidFill>
              </a:defRPr>
            </a:defPPr>
          </a:lstStyle>
          <a:p xmlns:a="http://schemas.openxmlformats.org/drawingml/2006/main">
            <a:pPr>
              <a:defRPr sz="1200" b="0">
                <a:solidFill>
                  <a:srgbClr val="1557FF"/>
                </a:solidFill>
              </a:defRPr>
            </a:pPr>
            <a:r>
              <a:rPr sz="1200" b="0">
                <a:solidFill>
                  <a:srgbClr val="1557FF"/>
                </a:solidFill>
              </a:rPr>
              <a:t>HTTPS / JSON</a:t>
            </a:r>
          </a:p>
        </p:txBody>
      </p:sp>
      <p:sp>
        <p:nvSpPr>
          <p:cNvPr id="13" name="">
            <a:extLst xmlns:a="http://schemas.openxmlformats.org/drawingml/2006/main">
              <a:ext uri="{FF2B5EF4-FFF2-40B4-BE49-F238E27FC236}">
                <a16:creationId xmlns:a16="http://schemas.microsoft.com/office/drawing/2014/main" id="{14F607AE-FF57-47D0-94AB-9068A31E550E}"/>
              </a:ext>
            </a:extLst>
          </p:cNvPr>
          <p:cNvSpPr>
            <a:spLocks xmlns:a="http://schemas.openxmlformats.org/drawingml/2006/main" noGrp="1"/>
          </p:cNvSpPr>
          <p:nvPr/>
        </p:nvSpPr>
        <p:spPr>
          <a:xfrm xmlns:a="http://schemas.openxmlformats.org/drawingml/2006/main">
            <a:off x="7762875" y="2124075"/>
            <a:ext cx="74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1557FF"/>
                </a:solidFill>
              </a:defRPr>
            </a:defPPr>
          </a:lstStyle>
          <a:p xmlns:a="http://schemas.openxmlformats.org/drawingml/2006/main">
            <a:pPr>
              <a:defRPr sz="1275" b="0">
                <a:solidFill>
                  <a:srgbClr val="1557FF"/>
                </a:solidFill>
              </a:defRPr>
            </a:pPr>
            <a:r>
              <a:rPr sz="1275" b="0">
                <a:solidFill>
                  <a:srgbClr val="1557FF"/>
                </a:solidFill>
              </a:rPr>
              <a:t>Queries</a:t>
            </a:r>
          </a:p>
        </p:txBody>
      </p:sp>
      <p:sp>
        <p:nvSpPr>
          <p:cNvPr id="14" name="">
            <a:extLst xmlns:a="http://schemas.openxmlformats.org/drawingml/2006/main">
              <a:ext uri="{FF2B5EF4-FFF2-40B4-BE49-F238E27FC236}">
                <a16:creationId xmlns:a16="http://schemas.microsoft.com/office/drawing/2014/main" id="{05C0DC91-D62E-4ED4-9AF7-36BD9C6887CE}"/>
              </a:ext>
            </a:extLst>
          </p:cNvPr>
          <p:cNvSpPr>
            <a:spLocks xmlns:a="http://schemas.openxmlformats.org/drawingml/2006/main" noGrp="1"/>
          </p:cNvSpPr>
          <p:nvPr/>
        </p:nvSpPr>
        <p:spPr>
          <a:xfrm xmlns:a="http://schemas.openxmlformats.org/drawingml/2006/main">
            <a:off x="6096000" y="3143250"/>
            <a:ext cx="0" cy="714375"/>
          </a:xfrm>
          <a:prstGeom xmlns:a="http://schemas.openxmlformats.org/drawingml/2006/main" prst="line">
            <a:avLst/>
          </a:prstGeom>
          <a:ln xmlns:a="http://schemas.openxmlformats.org/drawingml/2006/main" w="19050">
            <a:solidFill>
              <a:srgbClr val="1557FF"/>
            </a:solidFill>
          </a:ln>
        </p:spPr>
      </p:sp>
      <p:sp>
        <p:nvSpPr>
          <p:cNvPr id="15" name="">
            <a:extLst xmlns:a="http://schemas.openxmlformats.org/drawingml/2006/main">
              <a:ext uri="{FF2B5EF4-FFF2-40B4-BE49-F238E27FC236}">
                <a16:creationId xmlns:a16="http://schemas.microsoft.com/office/drawing/2014/main" id="{38F1F521-B192-4DF6-B7D8-7F5AB741121A}"/>
              </a:ext>
            </a:extLst>
          </p:cNvPr>
          <p:cNvSpPr>
            <a:spLocks xmlns:a="http://schemas.openxmlformats.org/drawingml/2006/main" noGrp="1"/>
          </p:cNvSpPr>
          <p:nvPr/>
        </p:nvSpPr>
        <p:spPr>
          <a:xfrm xmlns:a="http://schemas.openxmlformats.org/drawingml/2006/main">
            <a:off x="2114550" y="3857625"/>
            <a:ext cx="7953375" cy="0"/>
          </a:xfrm>
          <a:prstGeom xmlns:a="http://schemas.openxmlformats.org/drawingml/2006/main" prst="line">
            <a:avLst/>
          </a:prstGeom>
          <a:ln xmlns:a="http://schemas.openxmlformats.org/drawingml/2006/main" w="19050">
            <a:solidFill>
              <a:srgbClr val="1557FF"/>
            </a:solidFill>
          </a:ln>
        </p:spPr>
      </p:sp>
      <p:sp>
        <p:nvSpPr>
          <p:cNvPr id="16" name="">
            <a:extLst xmlns:a="http://schemas.openxmlformats.org/drawingml/2006/main">
              <a:ext uri="{FF2B5EF4-FFF2-40B4-BE49-F238E27FC236}">
                <a16:creationId xmlns:a16="http://schemas.microsoft.com/office/drawing/2014/main" id="{E6609EEF-A084-44A6-9715-C9D61D061832}"/>
              </a:ext>
            </a:extLst>
          </p:cNvPr>
          <p:cNvSpPr>
            <a:spLocks xmlns:a="http://schemas.openxmlformats.org/drawingml/2006/main" noGrp="1"/>
          </p:cNvSpPr>
          <p:nvPr/>
        </p:nvSpPr>
        <p:spPr>
          <a:xfrm xmlns:a="http://schemas.openxmlformats.org/drawingml/2006/main">
            <a:off x="2114550" y="3857625"/>
            <a:ext cx="0" cy="304800"/>
          </a:xfrm>
          <a:prstGeom xmlns:a="http://schemas.openxmlformats.org/drawingml/2006/main" prst="line">
            <a:avLst/>
          </a:prstGeom>
          <a:ln xmlns:a="http://schemas.openxmlformats.org/drawingml/2006/main" w="19050">
            <a:solidFill>
              <a:srgbClr val="1557FF"/>
            </a:solidFill>
          </a:ln>
        </p:spPr>
      </p:sp>
      <p:sp>
        <p:nvSpPr>
          <p:cNvPr id="17" name="">
            <a:extLst xmlns:a="http://schemas.openxmlformats.org/drawingml/2006/main">
              <a:ext uri="{FF2B5EF4-FFF2-40B4-BE49-F238E27FC236}">
                <a16:creationId xmlns:a16="http://schemas.microsoft.com/office/drawing/2014/main" id="{67C5E230-6C1B-4499-B33F-B1040BE417A4}"/>
              </a:ext>
            </a:extLst>
          </p:cNvPr>
          <p:cNvSpPr>
            <a:spLocks xmlns:a="http://schemas.openxmlformats.org/drawingml/2006/main" noGrp="1"/>
          </p:cNvSpPr>
          <p:nvPr/>
        </p:nvSpPr>
        <p:spPr>
          <a:xfrm xmlns:a="http://schemas.openxmlformats.org/drawingml/2006/main">
            <a:off x="571500" y="4162425"/>
            <a:ext cx="309562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Socket.IO</a:t>
            </a:r>
          </a:p>
          <a:p xmlns:a="http://schemas.openxmlformats.org/drawingml/2006/main">
            <a:pPr algn="ctr">
              <a:defRPr sz="1725" b="1">
                <a:solidFill>
                  <a:srgbClr val="15191D"/>
                </a:solidFill>
              </a:defRPr>
            </a:pPr>
            <a:r>
              <a:rPr sz="1725" b="1">
                <a:solidFill>
                  <a:srgbClr val="15191D"/>
                </a:solidFill>
              </a:rPr>
              <a:t>Booking-linked live chat</a:t>
            </a:r>
          </a:p>
        </p:txBody>
      </p:sp>
      <p:sp>
        <p:nvSpPr>
          <p:cNvPr id="18" name="">
            <a:extLst xmlns:a="http://schemas.openxmlformats.org/drawingml/2006/main">
              <a:ext uri="{FF2B5EF4-FFF2-40B4-BE49-F238E27FC236}">
                <a16:creationId xmlns:a16="http://schemas.microsoft.com/office/drawing/2014/main" id="{42BC893E-6118-48B6-AE51-4B2D30A7DDE1}"/>
              </a:ext>
            </a:extLst>
          </p:cNvPr>
          <p:cNvSpPr>
            <a:spLocks xmlns:a="http://schemas.openxmlformats.org/drawingml/2006/main" noGrp="1"/>
          </p:cNvSpPr>
          <p:nvPr/>
        </p:nvSpPr>
        <p:spPr>
          <a:xfrm xmlns:a="http://schemas.openxmlformats.org/drawingml/2006/main">
            <a:off x="6086475" y="3857625"/>
            <a:ext cx="0" cy="30480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A8137427-110D-40AA-91C3-5EC2EBAA82B6}"/>
              </a:ext>
            </a:extLst>
          </p:cNvPr>
          <p:cNvSpPr>
            <a:spLocks xmlns:a="http://schemas.openxmlformats.org/drawingml/2006/main" noGrp="1"/>
          </p:cNvSpPr>
          <p:nvPr/>
        </p:nvSpPr>
        <p:spPr>
          <a:xfrm xmlns:a="http://schemas.openxmlformats.org/drawingml/2006/main">
            <a:off x="4543425" y="4162425"/>
            <a:ext cx="309562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Razorpay Checkout + Route</a:t>
            </a:r>
          </a:p>
          <a:p xmlns:a="http://schemas.openxmlformats.org/drawingml/2006/main">
            <a:pPr algn="ctr">
              <a:defRPr sz="1725" b="1">
                <a:solidFill>
                  <a:srgbClr val="15191D"/>
                </a:solidFill>
              </a:defRPr>
            </a:pPr>
            <a:r>
              <a:rPr sz="1725" b="1">
                <a:solidFill>
                  <a:srgbClr val="15191D"/>
                </a:solidFill>
              </a:rPr>
              <a:t>Payments and provider transfers</a:t>
            </a:r>
          </a:p>
        </p:txBody>
      </p:sp>
      <p:sp>
        <p:nvSpPr>
          <p:cNvPr id="20" name="">
            <a:extLst xmlns:a="http://schemas.openxmlformats.org/drawingml/2006/main">
              <a:ext uri="{FF2B5EF4-FFF2-40B4-BE49-F238E27FC236}">
                <a16:creationId xmlns:a16="http://schemas.microsoft.com/office/drawing/2014/main" id="{0BAFA0AD-B649-4E40-A31C-A0F1556CF9B3}"/>
              </a:ext>
            </a:extLst>
          </p:cNvPr>
          <p:cNvSpPr>
            <a:spLocks xmlns:a="http://schemas.openxmlformats.org/drawingml/2006/main" noGrp="1"/>
          </p:cNvSpPr>
          <p:nvPr/>
        </p:nvSpPr>
        <p:spPr>
          <a:xfrm xmlns:a="http://schemas.openxmlformats.org/drawingml/2006/main">
            <a:off x="10058400" y="3857625"/>
            <a:ext cx="0" cy="304800"/>
          </a:xfrm>
          <a:prstGeom xmlns:a="http://schemas.openxmlformats.org/drawingml/2006/main" prst="line">
            <a:avLst/>
          </a:prstGeom>
          <a:ln xmlns:a="http://schemas.openxmlformats.org/drawingml/2006/main" w="19050">
            <a:solidFill>
              <a:srgbClr val="1557FF"/>
            </a:solidFill>
          </a:ln>
        </p:spPr>
      </p:sp>
      <p:sp>
        <p:nvSpPr>
          <p:cNvPr id="21" name="">
            <a:extLst xmlns:a="http://schemas.openxmlformats.org/drawingml/2006/main">
              <a:ext uri="{FF2B5EF4-FFF2-40B4-BE49-F238E27FC236}">
                <a16:creationId xmlns:a16="http://schemas.microsoft.com/office/drawing/2014/main" id="{ED831C1A-7004-4447-BA78-5677EB574E6E}"/>
              </a:ext>
            </a:extLst>
          </p:cNvPr>
          <p:cNvSpPr>
            <a:spLocks xmlns:a="http://schemas.openxmlformats.org/drawingml/2006/main" noGrp="1"/>
          </p:cNvSpPr>
          <p:nvPr/>
        </p:nvSpPr>
        <p:spPr>
          <a:xfrm xmlns:a="http://schemas.openxmlformats.org/drawingml/2006/main">
            <a:off x="8515350" y="4162425"/>
            <a:ext cx="309562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KYC vendor + Email</a:t>
            </a:r>
          </a:p>
          <a:p xmlns:a="http://schemas.openxmlformats.org/drawingml/2006/main">
            <a:pPr algn="ctr">
              <a:defRPr sz="1725" b="1">
                <a:solidFill>
                  <a:srgbClr val="15191D"/>
                </a:solidFill>
              </a:defRPr>
            </a:pPr>
            <a:r>
              <a:rPr sz="1725" b="1">
                <a:solidFill>
                  <a:srgbClr val="15191D"/>
                </a:solidFill>
              </a:rPr>
              <a:t>External service adapters</a:t>
            </a:r>
          </a:p>
        </p:txBody>
      </p:sp>
      <p:sp>
        <p:nvSpPr>
          <p:cNvPr id="22" name="">
            <a:extLst xmlns:a="http://schemas.openxmlformats.org/drawingml/2006/main">
              <a:ext uri="{FF2B5EF4-FFF2-40B4-BE49-F238E27FC236}">
                <a16:creationId xmlns:a16="http://schemas.microsoft.com/office/drawing/2014/main" id="{F97CA996-EB8B-47BB-8A0F-9A9C275D4EB2}"/>
              </a:ext>
            </a:extLst>
          </p:cNvPr>
          <p:cNvSpPr>
            <a:spLocks xmlns:a="http://schemas.openxmlformats.org/drawingml/2006/main" noGrp="1"/>
          </p:cNvSpPr>
          <p:nvPr/>
        </p:nvSpPr>
        <p:spPr>
          <a:xfrm xmlns:a="http://schemas.openxmlformats.org/drawingml/2006/main">
            <a:off x="571500" y="5619750"/>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3565E"/>
                </a:solidFill>
              </a:defRPr>
            </a:defPPr>
          </a:lstStyle>
          <a:p xmlns:a="http://schemas.openxmlformats.org/drawingml/2006/main">
            <a:pPr>
              <a:defRPr sz="1800" b="0">
                <a:solidFill>
                  <a:srgbClr val="53565E"/>
                </a:solidFill>
              </a:defRPr>
            </a:pPr>
            <a:r>
              <a:rPr sz="1800" b="0">
                <a:solidFill>
                  <a:srgbClr val="53565E"/>
                </a:solidFill>
              </a:rPr>
              <a:t>Production payments and KYC require configured external accounts and vendor approval.</a:t>
            </a:r>
          </a:p>
        </p:txBody>
      </p:sp>
    </p:spTree>
    <p:extLst>
      <p:ext uri="{BB962C8B-B14F-4D97-AF65-F5344CB8AC3E}">
        <p14:creationId xmlns:p14="http://schemas.microsoft.com/office/powerpoint/2010/main" val="177912589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BCCBBAB1-88B1-4A72-A6C3-33495FE53FC3}"/>
              </a:ext>
            </a:extLst>
          </p:cNvPr>
          <p:cNvPicPr>
            <a:picLocks xmlns:a="http://schemas.openxmlformats.org/drawingml/2006/main" noChangeAspect="1"/>
          </p:cNvPicPr>
          <p:nvPr/>
        </p:nvPicPr>
        <p:blipFill>
          <a:blip xmlns:r="http://schemas.openxmlformats.org/officeDocument/2006/relationships" xmlns:a="http://schemas.openxmlformats.org/drawingml/2006/main" r:embed="R9dea9b080e0f4bd7"/>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7CE2384-D641-41DC-81BD-C0434570BC3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9FE2115A-D00E-4628-80C8-E1204E329FBC}"/>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Use Cases: Customer, Provider &amp; Admin</a:t>
            </a:r>
          </a:p>
        </p:txBody>
      </p:sp>
      <p:sp>
        <p:nvSpPr>
          <p:cNvPr id="4" name="">
            <a:extLst xmlns:a="http://schemas.openxmlformats.org/drawingml/2006/main">
              <a:ext uri="{FF2B5EF4-FFF2-40B4-BE49-F238E27FC236}">
                <a16:creationId xmlns:a16="http://schemas.microsoft.com/office/drawing/2014/main" id="{29EEB409-E351-4AD7-9599-8A19029BB117}"/>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380433F7-FC87-418A-A30F-CD289A679C0E}"/>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2908C9F1-0D32-4A43-BD0F-3C193A9652C7}"/>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7" name="">
            <a:extLst xmlns:a="http://schemas.openxmlformats.org/drawingml/2006/main">
              <a:ext uri="{FF2B5EF4-FFF2-40B4-BE49-F238E27FC236}">
                <a16:creationId xmlns:a16="http://schemas.microsoft.com/office/drawing/2014/main" id="{810F3EE5-726C-47F0-B152-D979A3489257}"/>
              </a:ext>
            </a:extLst>
          </p:cNvPr>
          <p:cNvSpPr>
            <a:spLocks xmlns:a="http://schemas.openxmlformats.org/drawingml/2006/main" noGrp="1"/>
          </p:cNvSpPr>
          <p:nvPr/>
        </p:nvSpPr>
        <p:spPr>
          <a:xfrm xmlns:a="http://schemas.openxmlformats.org/drawingml/2006/main">
            <a:off x="571500" y="1733550"/>
            <a:ext cx="1952625" cy="1000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Customer</a:t>
            </a:r>
          </a:p>
        </p:txBody>
      </p:sp>
      <p:sp>
        <p:nvSpPr>
          <p:cNvPr id="8" name="">
            <a:extLst xmlns:a="http://schemas.openxmlformats.org/drawingml/2006/main">
              <a:ext uri="{FF2B5EF4-FFF2-40B4-BE49-F238E27FC236}">
                <a16:creationId xmlns:a16="http://schemas.microsoft.com/office/drawing/2014/main" id="{F727C9D7-C8E7-45CD-AB65-80C5BF8285D9}"/>
              </a:ext>
            </a:extLst>
          </p:cNvPr>
          <p:cNvSpPr>
            <a:spLocks xmlns:a="http://schemas.openxmlformats.org/drawingml/2006/main" noGrp="1"/>
          </p:cNvSpPr>
          <p:nvPr/>
        </p:nvSpPr>
        <p:spPr>
          <a:xfrm xmlns:a="http://schemas.openxmlformats.org/drawingml/2006/main">
            <a:off x="3048000" y="173355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Discover services</a:t>
            </a:r>
          </a:p>
        </p:txBody>
      </p:sp>
      <p:sp>
        <p:nvSpPr>
          <p:cNvPr id="9" name="">
            <a:extLst xmlns:a="http://schemas.openxmlformats.org/drawingml/2006/main">
              <a:ext uri="{FF2B5EF4-FFF2-40B4-BE49-F238E27FC236}">
                <a16:creationId xmlns:a16="http://schemas.microsoft.com/office/drawing/2014/main" id="{43E296B8-8FB5-409D-B0AA-F1E77FF7A351}"/>
              </a:ext>
            </a:extLst>
          </p:cNvPr>
          <p:cNvSpPr>
            <a:spLocks xmlns:a="http://schemas.openxmlformats.org/drawingml/2006/main" noGrp="1"/>
          </p:cNvSpPr>
          <p:nvPr/>
        </p:nvSpPr>
        <p:spPr>
          <a:xfrm xmlns:a="http://schemas.openxmlformats.org/drawingml/2006/main">
            <a:off x="5667375" y="2228850"/>
            <a:ext cx="333375" cy="0"/>
          </a:xfrm>
          <a:prstGeom xmlns:a="http://schemas.openxmlformats.org/drawingml/2006/main" prst="line">
            <a:avLst/>
          </a:prstGeom>
          <a:ln xmlns:a="http://schemas.openxmlformats.org/drawingml/2006/main" w="19050">
            <a:solidFill>
              <a:srgbClr val="1557FF"/>
            </a:solidFill>
          </a:ln>
        </p:spPr>
      </p:sp>
      <p:sp>
        <p:nvSpPr>
          <p:cNvPr id="10" name="">
            <a:extLst xmlns:a="http://schemas.openxmlformats.org/drawingml/2006/main">
              <a:ext uri="{FF2B5EF4-FFF2-40B4-BE49-F238E27FC236}">
                <a16:creationId xmlns:a16="http://schemas.microsoft.com/office/drawing/2014/main" id="{4243AC88-C6B1-4F3A-B5FD-B2FCD3A380A4}"/>
              </a:ext>
            </a:extLst>
          </p:cNvPr>
          <p:cNvSpPr>
            <a:spLocks xmlns:a="http://schemas.openxmlformats.org/drawingml/2006/main" noGrp="1"/>
          </p:cNvSpPr>
          <p:nvPr/>
        </p:nvSpPr>
        <p:spPr>
          <a:xfrm xmlns:a="http://schemas.openxmlformats.org/drawingml/2006/main">
            <a:off x="5905500" y="20383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1" name="">
            <a:extLst xmlns:a="http://schemas.openxmlformats.org/drawingml/2006/main">
              <a:ext uri="{FF2B5EF4-FFF2-40B4-BE49-F238E27FC236}">
                <a16:creationId xmlns:a16="http://schemas.microsoft.com/office/drawing/2014/main" id="{A7A4C721-BB05-478B-9003-3C183D380075}"/>
              </a:ext>
            </a:extLst>
          </p:cNvPr>
          <p:cNvSpPr>
            <a:spLocks xmlns:a="http://schemas.openxmlformats.org/drawingml/2006/main" noGrp="1"/>
          </p:cNvSpPr>
          <p:nvPr/>
        </p:nvSpPr>
        <p:spPr>
          <a:xfrm xmlns:a="http://schemas.openxmlformats.org/drawingml/2006/main">
            <a:off x="6000750" y="173355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Request and pay for bookings</a:t>
            </a:r>
          </a:p>
        </p:txBody>
      </p:sp>
      <p:sp>
        <p:nvSpPr>
          <p:cNvPr id="12" name="">
            <a:extLst xmlns:a="http://schemas.openxmlformats.org/drawingml/2006/main">
              <a:ext uri="{FF2B5EF4-FFF2-40B4-BE49-F238E27FC236}">
                <a16:creationId xmlns:a16="http://schemas.microsoft.com/office/drawing/2014/main" id="{CB1858BA-3093-48AD-9231-A00EAD3A5B0D}"/>
              </a:ext>
            </a:extLst>
          </p:cNvPr>
          <p:cNvSpPr>
            <a:spLocks xmlns:a="http://schemas.openxmlformats.org/drawingml/2006/main" noGrp="1"/>
          </p:cNvSpPr>
          <p:nvPr/>
        </p:nvSpPr>
        <p:spPr>
          <a:xfrm xmlns:a="http://schemas.openxmlformats.org/drawingml/2006/main">
            <a:off x="8620125" y="2228850"/>
            <a:ext cx="333375" cy="0"/>
          </a:xfrm>
          <a:prstGeom xmlns:a="http://schemas.openxmlformats.org/drawingml/2006/main" prst="line">
            <a:avLst/>
          </a:prstGeom>
          <a:ln xmlns:a="http://schemas.openxmlformats.org/drawingml/2006/main" w="19050">
            <a:solidFill>
              <a:srgbClr val="1557FF"/>
            </a:solidFill>
          </a:ln>
        </p:spPr>
      </p:sp>
      <p:sp>
        <p:nvSpPr>
          <p:cNvPr id="13" name="">
            <a:extLst xmlns:a="http://schemas.openxmlformats.org/drawingml/2006/main">
              <a:ext uri="{FF2B5EF4-FFF2-40B4-BE49-F238E27FC236}">
                <a16:creationId xmlns:a16="http://schemas.microsoft.com/office/drawing/2014/main" id="{95A07F3E-DEAD-4E22-A563-6AB950824D51}"/>
              </a:ext>
            </a:extLst>
          </p:cNvPr>
          <p:cNvSpPr>
            <a:spLocks xmlns:a="http://schemas.openxmlformats.org/drawingml/2006/main" noGrp="1"/>
          </p:cNvSpPr>
          <p:nvPr/>
        </p:nvSpPr>
        <p:spPr>
          <a:xfrm xmlns:a="http://schemas.openxmlformats.org/drawingml/2006/main">
            <a:off x="8858250" y="20383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4" name="">
            <a:extLst xmlns:a="http://schemas.openxmlformats.org/drawingml/2006/main">
              <a:ext uri="{FF2B5EF4-FFF2-40B4-BE49-F238E27FC236}">
                <a16:creationId xmlns:a16="http://schemas.microsoft.com/office/drawing/2014/main" id="{3104D875-9B48-4D74-9E72-914CDFBA6D9D}"/>
              </a:ext>
            </a:extLst>
          </p:cNvPr>
          <p:cNvSpPr>
            <a:spLocks xmlns:a="http://schemas.openxmlformats.org/drawingml/2006/main" noGrp="1"/>
          </p:cNvSpPr>
          <p:nvPr/>
        </p:nvSpPr>
        <p:spPr>
          <a:xfrm xmlns:a="http://schemas.openxmlformats.org/drawingml/2006/main">
            <a:off x="8953500" y="173355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Chat, review and raise disputes</a:t>
            </a:r>
          </a:p>
        </p:txBody>
      </p:sp>
      <p:sp>
        <p:nvSpPr>
          <p:cNvPr id="15" name="">
            <a:extLst xmlns:a="http://schemas.openxmlformats.org/drawingml/2006/main">
              <a:ext uri="{FF2B5EF4-FFF2-40B4-BE49-F238E27FC236}">
                <a16:creationId xmlns:a16="http://schemas.microsoft.com/office/drawing/2014/main" id="{6FFEC37C-8E38-45AD-9210-8603F188073D}"/>
              </a:ext>
            </a:extLst>
          </p:cNvPr>
          <p:cNvSpPr>
            <a:spLocks xmlns:a="http://schemas.openxmlformats.org/drawingml/2006/main" noGrp="1"/>
          </p:cNvSpPr>
          <p:nvPr/>
        </p:nvSpPr>
        <p:spPr>
          <a:xfrm xmlns:a="http://schemas.openxmlformats.org/drawingml/2006/main">
            <a:off x="571500" y="3190875"/>
            <a:ext cx="1952625" cy="1000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Provider</a:t>
            </a:r>
          </a:p>
        </p:txBody>
      </p:sp>
      <p:sp>
        <p:nvSpPr>
          <p:cNvPr id="16" name="">
            <a:extLst xmlns:a="http://schemas.openxmlformats.org/drawingml/2006/main">
              <a:ext uri="{FF2B5EF4-FFF2-40B4-BE49-F238E27FC236}">
                <a16:creationId xmlns:a16="http://schemas.microsoft.com/office/drawing/2014/main" id="{427214AD-EAD0-42A8-B701-74B42C975DE0}"/>
              </a:ext>
            </a:extLst>
          </p:cNvPr>
          <p:cNvSpPr>
            <a:spLocks xmlns:a="http://schemas.openxmlformats.org/drawingml/2006/main" noGrp="1"/>
          </p:cNvSpPr>
          <p:nvPr/>
        </p:nvSpPr>
        <p:spPr>
          <a:xfrm xmlns:a="http://schemas.openxmlformats.org/drawingml/2006/main">
            <a:off x="3048000" y="3190875"/>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Maintain profile and listings</a:t>
            </a:r>
          </a:p>
        </p:txBody>
      </p:sp>
      <p:sp>
        <p:nvSpPr>
          <p:cNvPr id="17" name="">
            <a:extLst xmlns:a="http://schemas.openxmlformats.org/drawingml/2006/main">
              <a:ext uri="{FF2B5EF4-FFF2-40B4-BE49-F238E27FC236}">
                <a16:creationId xmlns:a16="http://schemas.microsoft.com/office/drawing/2014/main" id="{AB1F485F-97D2-4E1F-ACD2-06E9CA207A84}"/>
              </a:ext>
            </a:extLst>
          </p:cNvPr>
          <p:cNvSpPr>
            <a:spLocks xmlns:a="http://schemas.openxmlformats.org/drawingml/2006/main" noGrp="1"/>
          </p:cNvSpPr>
          <p:nvPr/>
        </p:nvSpPr>
        <p:spPr>
          <a:xfrm xmlns:a="http://schemas.openxmlformats.org/drawingml/2006/main">
            <a:off x="5667375" y="3686175"/>
            <a:ext cx="333375" cy="0"/>
          </a:xfrm>
          <a:prstGeom xmlns:a="http://schemas.openxmlformats.org/drawingml/2006/main" prst="line">
            <a:avLst/>
          </a:prstGeom>
          <a:ln xmlns:a="http://schemas.openxmlformats.org/drawingml/2006/main" w="19050">
            <a:solidFill>
              <a:srgbClr val="1557FF"/>
            </a:solidFill>
          </a:ln>
        </p:spPr>
      </p:sp>
      <p:sp>
        <p:nvSpPr>
          <p:cNvPr id="18" name="">
            <a:extLst xmlns:a="http://schemas.openxmlformats.org/drawingml/2006/main">
              <a:ext uri="{FF2B5EF4-FFF2-40B4-BE49-F238E27FC236}">
                <a16:creationId xmlns:a16="http://schemas.microsoft.com/office/drawing/2014/main" id="{5424108B-990A-4148-A0CA-CC764782752D}"/>
              </a:ext>
            </a:extLst>
          </p:cNvPr>
          <p:cNvSpPr>
            <a:spLocks xmlns:a="http://schemas.openxmlformats.org/drawingml/2006/main" noGrp="1"/>
          </p:cNvSpPr>
          <p:nvPr/>
        </p:nvSpPr>
        <p:spPr>
          <a:xfrm xmlns:a="http://schemas.openxmlformats.org/drawingml/2006/main">
            <a:off x="5905500" y="34956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9" name="">
            <a:extLst xmlns:a="http://schemas.openxmlformats.org/drawingml/2006/main">
              <a:ext uri="{FF2B5EF4-FFF2-40B4-BE49-F238E27FC236}">
                <a16:creationId xmlns:a16="http://schemas.microsoft.com/office/drawing/2014/main" id="{7E4F42A5-24D7-4B9C-AF8B-8C0D8C62B806}"/>
              </a:ext>
            </a:extLst>
          </p:cNvPr>
          <p:cNvSpPr>
            <a:spLocks xmlns:a="http://schemas.openxmlformats.org/drawingml/2006/main" noGrp="1"/>
          </p:cNvSpPr>
          <p:nvPr/>
        </p:nvSpPr>
        <p:spPr>
          <a:xfrm xmlns:a="http://schemas.openxmlformats.org/drawingml/2006/main">
            <a:off x="6000750" y="3190875"/>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Publish availability</a:t>
            </a:r>
          </a:p>
        </p:txBody>
      </p:sp>
      <p:sp>
        <p:nvSpPr>
          <p:cNvPr id="20" name="">
            <a:extLst xmlns:a="http://schemas.openxmlformats.org/drawingml/2006/main">
              <a:ext uri="{FF2B5EF4-FFF2-40B4-BE49-F238E27FC236}">
                <a16:creationId xmlns:a16="http://schemas.microsoft.com/office/drawing/2014/main" id="{64D73727-7AA9-4551-BDCB-E8F53D833BBD}"/>
              </a:ext>
            </a:extLst>
          </p:cNvPr>
          <p:cNvSpPr>
            <a:spLocks xmlns:a="http://schemas.openxmlformats.org/drawingml/2006/main" noGrp="1"/>
          </p:cNvSpPr>
          <p:nvPr/>
        </p:nvSpPr>
        <p:spPr>
          <a:xfrm xmlns:a="http://schemas.openxmlformats.org/drawingml/2006/main">
            <a:off x="8620125" y="3686175"/>
            <a:ext cx="333375" cy="0"/>
          </a:xfrm>
          <a:prstGeom xmlns:a="http://schemas.openxmlformats.org/drawingml/2006/main" prst="line">
            <a:avLst/>
          </a:prstGeom>
          <a:ln xmlns:a="http://schemas.openxmlformats.org/drawingml/2006/main" w="19050">
            <a:solidFill>
              <a:srgbClr val="1557FF"/>
            </a:solidFill>
          </a:ln>
        </p:spPr>
      </p:sp>
      <p:sp>
        <p:nvSpPr>
          <p:cNvPr id="21" name="">
            <a:extLst xmlns:a="http://schemas.openxmlformats.org/drawingml/2006/main">
              <a:ext uri="{FF2B5EF4-FFF2-40B4-BE49-F238E27FC236}">
                <a16:creationId xmlns:a16="http://schemas.microsoft.com/office/drawing/2014/main" id="{B20DCB85-781E-4F36-BA3D-5B69765807D7}"/>
              </a:ext>
            </a:extLst>
          </p:cNvPr>
          <p:cNvSpPr>
            <a:spLocks xmlns:a="http://schemas.openxmlformats.org/drawingml/2006/main" noGrp="1"/>
          </p:cNvSpPr>
          <p:nvPr/>
        </p:nvSpPr>
        <p:spPr>
          <a:xfrm xmlns:a="http://schemas.openxmlformats.org/drawingml/2006/main">
            <a:off x="8858250" y="34956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2" name="">
            <a:extLst xmlns:a="http://schemas.openxmlformats.org/drawingml/2006/main">
              <a:ext uri="{FF2B5EF4-FFF2-40B4-BE49-F238E27FC236}">
                <a16:creationId xmlns:a16="http://schemas.microsoft.com/office/drawing/2014/main" id="{55F6E4A4-4783-4715-BE4A-621F81885D58}"/>
              </a:ext>
            </a:extLst>
          </p:cNvPr>
          <p:cNvSpPr>
            <a:spLocks xmlns:a="http://schemas.openxmlformats.org/drawingml/2006/main" noGrp="1"/>
          </p:cNvSpPr>
          <p:nvPr/>
        </p:nvSpPr>
        <p:spPr>
          <a:xfrm xmlns:a="http://schemas.openxmlformats.org/drawingml/2006/main">
            <a:off x="8953500" y="3190875"/>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Accept and complete bookings</a:t>
            </a:r>
          </a:p>
        </p:txBody>
      </p:sp>
      <p:sp>
        <p:nvSpPr>
          <p:cNvPr id="23" name="">
            <a:extLst xmlns:a="http://schemas.openxmlformats.org/drawingml/2006/main">
              <a:ext uri="{FF2B5EF4-FFF2-40B4-BE49-F238E27FC236}">
                <a16:creationId xmlns:a16="http://schemas.microsoft.com/office/drawing/2014/main" id="{E69FA551-27DB-4B3B-9F4D-939BB7BEEDF2}"/>
              </a:ext>
            </a:extLst>
          </p:cNvPr>
          <p:cNvSpPr>
            <a:spLocks xmlns:a="http://schemas.openxmlformats.org/drawingml/2006/main" noGrp="1"/>
          </p:cNvSpPr>
          <p:nvPr/>
        </p:nvSpPr>
        <p:spPr>
          <a:xfrm xmlns:a="http://schemas.openxmlformats.org/drawingml/2006/main">
            <a:off x="571500" y="4648200"/>
            <a:ext cx="1952625" cy="1000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Admin</a:t>
            </a:r>
          </a:p>
        </p:txBody>
      </p:sp>
      <p:sp>
        <p:nvSpPr>
          <p:cNvPr id="24" name="">
            <a:extLst xmlns:a="http://schemas.openxmlformats.org/drawingml/2006/main">
              <a:ext uri="{FF2B5EF4-FFF2-40B4-BE49-F238E27FC236}">
                <a16:creationId xmlns:a16="http://schemas.microsoft.com/office/drawing/2014/main" id="{6B4849DC-94F5-4377-B6C8-0915680AA894}"/>
              </a:ext>
            </a:extLst>
          </p:cNvPr>
          <p:cNvSpPr>
            <a:spLocks xmlns:a="http://schemas.openxmlformats.org/drawingml/2006/main" noGrp="1"/>
          </p:cNvSpPr>
          <p:nvPr/>
        </p:nvSpPr>
        <p:spPr>
          <a:xfrm xmlns:a="http://schemas.openxmlformats.org/drawingml/2006/main">
            <a:off x="3048000" y="464820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Review provider status</a:t>
            </a:r>
          </a:p>
        </p:txBody>
      </p:sp>
      <p:sp>
        <p:nvSpPr>
          <p:cNvPr id="25" name="">
            <a:extLst xmlns:a="http://schemas.openxmlformats.org/drawingml/2006/main">
              <a:ext uri="{FF2B5EF4-FFF2-40B4-BE49-F238E27FC236}">
                <a16:creationId xmlns:a16="http://schemas.microsoft.com/office/drawing/2014/main" id="{2D9D73C1-E076-433A-9654-437D1EC8E5A2}"/>
              </a:ext>
            </a:extLst>
          </p:cNvPr>
          <p:cNvSpPr>
            <a:spLocks xmlns:a="http://schemas.openxmlformats.org/drawingml/2006/main" noGrp="1"/>
          </p:cNvSpPr>
          <p:nvPr/>
        </p:nvSpPr>
        <p:spPr>
          <a:xfrm xmlns:a="http://schemas.openxmlformats.org/drawingml/2006/main">
            <a:off x="5667375" y="5143500"/>
            <a:ext cx="333375" cy="0"/>
          </a:xfrm>
          <a:prstGeom xmlns:a="http://schemas.openxmlformats.org/drawingml/2006/main" prst="line">
            <a:avLst/>
          </a:prstGeom>
          <a:ln xmlns:a="http://schemas.openxmlformats.org/drawingml/2006/main" w="19050">
            <a:solidFill>
              <a:srgbClr val="1557FF"/>
            </a:solidFill>
          </a:ln>
        </p:spPr>
      </p:sp>
      <p:sp>
        <p:nvSpPr>
          <p:cNvPr id="26" name="">
            <a:extLst xmlns:a="http://schemas.openxmlformats.org/drawingml/2006/main">
              <a:ext uri="{FF2B5EF4-FFF2-40B4-BE49-F238E27FC236}">
                <a16:creationId xmlns:a16="http://schemas.microsoft.com/office/drawing/2014/main" id="{8282392F-0030-45A9-BF83-8F531E4B4A4C}"/>
              </a:ext>
            </a:extLst>
          </p:cNvPr>
          <p:cNvSpPr>
            <a:spLocks xmlns:a="http://schemas.openxmlformats.org/drawingml/2006/main" noGrp="1"/>
          </p:cNvSpPr>
          <p:nvPr/>
        </p:nvSpPr>
        <p:spPr>
          <a:xfrm xmlns:a="http://schemas.openxmlformats.org/drawingml/2006/main">
            <a:off x="5905500" y="49530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7" name="">
            <a:extLst xmlns:a="http://schemas.openxmlformats.org/drawingml/2006/main">
              <a:ext uri="{FF2B5EF4-FFF2-40B4-BE49-F238E27FC236}">
                <a16:creationId xmlns:a16="http://schemas.microsoft.com/office/drawing/2014/main" id="{D0581753-5972-4EAE-9B14-0D4F339E6194}"/>
              </a:ext>
            </a:extLst>
          </p:cNvPr>
          <p:cNvSpPr>
            <a:spLocks xmlns:a="http://schemas.openxmlformats.org/drawingml/2006/main" noGrp="1"/>
          </p:cNvSpPr>
          <p:nvPr/>
        </p:nvSpPr>
        <p:spPr>
          <a:xfrm xmlns:a="http://schemas.openxmlformats.org/drawingml/2006/main">
            <a:off x="6000750" y="464820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Configure marketplace policies</a:t>
            </a:r>
          </a:p>
        </p:txBody>
      </p:sp>
      <p:sp>
        <p:nvSpPr>
          <p:cNvPr id="28" name="">
            <a:extLst xmlns:a="http://schemas.openxmlformats.org/drawingml/2006/main">
              <a:ext uri="{FF2B5EF4-FFF2-40B4-BE49-F238E27FC236}">
                <a16:creationId xmlns:a16="http://schemas.microsoft.com/office/drawing/2014/main" id="{D255BFA3-8640-4197-838B-A4D5373B4E5E}"/>
              </a:ext>
            </a:extLst>
          </p:cNvPr>
          <p:cNvSpPr>
            <a:spLocks xmlns:a="http://schemas.openxmlformats.org/drawingml/2006/main" noGrp="1"/>
          </p:cNvSpPr>
          <p:nvPr/>
        </p:nvSpPr>
        <p:spPr>
          <a:xfrm xmlns:a="http://schemas.openxmlformats.org/drawingml/2006/main">
            <a:off x="8620125" y="5143500"/>
            <a:ext cx="333375" cy="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D80D7F59-A137-492D-B342-96FD1CB6C3A7}"/>
              </a:ext>
            </a:extLst>
          </p:cNvPr>
          <p:cNvSpPr>
            <a:spLocks xmlns:a="http://schemas.openxmlformats.org/drawingml/2006/main" noGrp="1"/>
          </p:cNvSpPr>
          <p:nvPr/>
        </p:nvSpPr>
        <p:spPr>
          <a:xfrm xmlns:a="http://schemas.openxmlformats.org/drawingml/2006/main">
            <a:off x="8858250" y="49530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0" name="">
            <a:extLst xmlns:a="http://schemas.openxmlformats.org/drawingml/2006/main">
              <a:ext uri="{FF2B5EF4-FFF2-40B4-BE49-F238E27FC236}">
                <a16:creationId xmlns:a16="http://schemas.microsoft.com/office/drawing/2014/main" id="{E707CC52-6F0A-42B8-9665-6F45F4C128FA}"/>
              </a:ext>
            </a:extLst>
          </p:cNvPr>
          <p:cNvSpPr>
            <a:spLocks xmlns:a="http://schemas.openxmlformats.org/drawingml/2006/main" noGrp="1"/>
          </p:cNvSpPr>
          <p:nvPr/>
        </p:nvSpPr>
        <p:spPr>
          <a:xfrm xmlns:a="http://schemas.openxmlformats.org/drawingml/2006/main">
            <a:off x="8953500" y="464820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Resolve disputes and refunds</a:t>
            </a:r>
          </a:p>
        </p:txBody>
      </p:sp>
      <p:sp>
        <p:nvSpPr>
          <p:cNvPr id="31" name="">
            <a:extLst xmlns:a="http://schemas.openxmlformats.org/drawingml/2006/main">
              <a:ext uri="{FF2B5EF4-FFF2-40B4-BE49-F238E27FC236}">
                <a16:creationId xmlns:a16="http://schemas.microsoft.com/office/drawing/2014/main" id="{A91CAC94-BB6E-44D0-A729-990D53517EB5}"/>
              </a:ext>
            </a:extLst>
          </p:cNvPr>
          <p:cNvSpPr>
            <a:spLocks xmlns:a="http://schemas.openxmlformats.org/drawingml/2006/main" noGrp="1"/>
          </p:cNvSpPr>
          <p:nvPr/>
        </p:nvSpPr>
        <p:spPr>
          <a:xfrm xmlns:a="http://schemas.openxmlformats.org/drawingml/2006/main">
            <a:off x="571500" y="61722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Each role has a distinct set of permitted actions.</a:t>
            </a:r>
          </a:p>
        </p:txBody>
      </p:sp>
    </p:spTree>
    <p:extLst>
      <p:ext uri="{BB962C8B-B14F-4D97-AF65-F5344CB8AC3E}">
        <p14:creationId xmlns:p14="http://schemas.microsoft.com/office/powerpoint/2010/main" val="14860907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4" name="">
            <a:extLst xmlns:a="http://schemas.openxmlformats.org/drawingml/2006/main">
              <a:ext uri="{FF2B5EF4-FFF2-40B4-BE49-F238E27FC236}">
                <a16:creationId xmlns:a16="http://schemas.microsoft.com/office/drawing/2014/main" id="{9610D4C8-0CA4-4E87-937B-FD01F8B5C7CB}"/>
              </a:ext>
            </a:extLst>
          </p:cNvPr>
          <p:cNvPicPr>
            <a:picLocks xmlns:a="http://schemas.openxmlformats.org/drawingml/2006/main" noChangeAspect="1"/>
          </p:cNvPicPr>
          <p:nvPr/>
        </p:nvPicPr>
        <p:blipFill>
          <a:blip xmlns:r="http://schemas.openxmlformats.org/officeDocument/2006/relationships" xmlns:a="http://schemas.openxmlformats.org/drawingml/2006/main" r:embed="R71a7bff9b1484005"/>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4953F7D-8288-4906-8B7A-A8AE970C05C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65DBE594-5BBD-4215-8F4A-208A84DFA811}"/>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Database Design &amp; Key Relationships</a:t>
            </a:r>
          </a:p>
        </p:txBody>
      </p:sp>
      <p:sp>
        <p:nvSpPr>
          <p:cNvPr id="4" name="">
            <a:extLst xmlns:a="http://schemas.openxmlformats.org/drawingml/2006/main">
              <a:ext uri="{FF2B5EF4-FFF2-40B4-BE49-F238E27FC236}">
                <a16:creationId xmlns:a16="http://schemas.microsoft.com/office/drawing/2014/main" id="{F09E64B4-43C8-47B5-8631-AFEE7C14C9DA}"/>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0A627C83-DA65-4599-BB06-CD6DB346B276}"/>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605F79E5-AE5D-406C-B5BC-817850DA5C58}"/>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07</a:t>
            </a:r>
          </a:p>
        </p:txBody>
      </p:sp>
      <p:sp>
        <p:nvSpPr>
          <p:cNvPr id="7" name="">
            <a:extLst xmlns:a="http://schemas.openxmlformats.org/drawingml/2006/main">
              <a:ext uri="{FF2B5EF4-FFF2-40B4-BE49-F238E27FC236}">
                <a16:creationId xmlns:a16="http://schemas.microsoft.com/office/drawing/2014/main" id="{BCE77ED7-2A1E-4A6C-8A21-451A8F66A1F1}"/>
              </a:ext>
            </a:extLst>
          </p:cNvPr>
          <p:cNvSpPr>
            <a:spLocks xmlns:a="http://schemas.openxmlformats.org/drawingml/2006/main" noGrp="1"/>
          </p:cNvSpPr>
          <p:nvPr/>
        </p:nvSpPr>
        <p:spPr>
          <a:xfrm xmlns:a="http://schemas.openxmlformats.org/drawingml/2006/main">
            <a:off x="571500" y="1600200"/>
            <a:ext cx="2667000" cy="8382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User</a:t>
            </a:r>
          </a:p>
          <a:p xmlns:a="http://schemas.openxmlformats.org/drawingml/2006/main">
            <a:pPr algn="ctr">
              <a:defRPr sz="1725" b="1">
                <a:solidFill>
                  <a:srgbClr val="15191D"/>
                </a:solidFill>
              </a:defRPr>
            </a:pPr>
            <a:r>
              <a:rPr sz="1725" b="1">
                <a:solidFill>
                  <a:srgbClr val="15191D"/>
                </a:solidFill>
              </a:rPr>
              <a:t>name, email, role</a:t>
            </a:r>
          </a:p>
        </p:txBody>
      </p:sp>
      <p:sp>
        <p:nvSpPr>
          <p:cNvPr id="8" name="">
            <a:extLst xmlns:a="http://schemas.openxmlformats.org/drawingml/2006/main">
              <a:ext uri="{FF2B5EF4-FFF2-40B4-BE49-F238E27FC236}">
                <a16:creationId xmlns:a16="http://schemas.microsoft.com/office/drawing/2014/main" id="{603CB256-0248-489B-9E8E-F7EAA55DAD34}"/>
              </a:ext>
            </a:extLst>
          </p:cNvPr>
          <p:cNvSpPr>
            <a:spLocks xmlns:a="http://schemas.openxmlformats.org/drawingml/2006/main" noGrp="1"/>
          </p:cNvSpPr>
          <p:nvPr/>
        </p:nvSpPr>
        <p:spPr>
          <a:xfrm xmlns:a="http://schemas.openxmlformats.org/drawingml/2006/main">
            <a:off x="4619625" y="1600200"/>
            <a:ext cx="2952750" cy="8382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ProviderProfile</a:t>
            </a:r>
          </a:p>
          <a:p xmlns:a="http://schemas.openxmlformats.org/drawingml/2006/main">
            <a:pPr algn="ctr">
              <a:defRPr sz="1725" b="1">
                <a:solidFill>
                  <a:srgbClr val="15191D"/>
                </a:solidFill>
              </a:defRPr>
            </a:pPr>
            <a:r>
              <a:rPr sz="1725" b="1">
                <a:solidFill>
                  <a:srgbClr val="15191D"/>
                </a:solidFill>
              </a:rPr>
              <a:t>user, servicePincodes</a:t>
            </a:r>
          </a:p>
        </p:txBody>
      </p:sp>
      <p:sp>
        <p:nvSpPr>
          <p:cNvPr id="9" name="">
            <a:extLst xmlns:a="http://schemas.openxmlformats.org/drawingml/2006/main">
              <a:ext uri="{FF2B5EF4-FFF2-40B4-BE49-F238E27FC236}">
                <a16:creationId xmlns:a16="http://schemas.microsoft.com/office/drawing/2014/main" id="{61300542-F519-4589-8266-2F9F5CDE2907}"/>
              </a:ext>
            </a:extLst>
          </p:cNvPr>
          <p:cNvSpPr>
            <a:spLocks xmlns:a="http://schemas.openxmlformats.org/drawingml/2006/main" noGrp="1"/>
          </p:cNvSpPr>
          <p:nvPr/>
        </p:nvSpPr>
        <p:spPr>
          <a:xfrm xmlns:a="http://schemas.openxmlformats.org/drawingml/2006/main">
            <a:off x="8953500" y="1600200"/>
            <a:ext cx="2667000" cy="8382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Service</a:t>
            </a:r>
          </a:p>
          <a:p xmlns:a="http://schemas.openxmlformats.org/drawingml/2006/main">
            <a:pPr algn="ctr">
              <a:defRPr sz="1725" b="1">
                <a:solidFill>
                  <a:srgbClr val="15191D"/>
                </a:solidFill>
              </a:defRPr>
            </a:pPr>
            <a:r>
              <a:rPr sz="1725" b="1">
                <a:solidFill>
                  <a:srgbClr val="15191D"/>
                </a:solidFill>
              </a:rPr>
              <a:t>provider, pricePaise</a:t>
            </a:r>
          </a:p>
        </p:txBody>
      </p:sp>
      <p:sp>
        <p:nvSpPr>
          <p:cNvPr id="10" name="">
            <a:extLst xmlns:a="http://schemas.openxmlformats.org/drawingml/2006/main">
              <a:ext uri="{FF2B5EF4-FFF2-40B4-BE49-F238E27FC236}">
                <a16:creationId xmlns:a16="http://schemas.microsoft.com/office/drawing/2014/main" id="{5EC36CF9-2726-4E96-8697-9913556E9DF8}"/>
              </a:ext>
            </a:extLst>
          </p:cNvPr>
          <p:cNvSpPr>
            <a:spLocks xmlns:a="http://schemas.openxmlformats.org/drawingml/2006/main" noGrp="1"/>
          </p:cNvSpPr>
          <p:nvPr/>
        </p:nvSpPr>
        <p:spPr>
          <a:xfrm xmlns:a="http://schemas.openxmlformats.org/drawingml/2006/main">
            <a:off x="3238500" y="2009775"/>
            <a:ext cx="1381125" cy="0"/>
          </a:xfrm>
          <a:prstGeom xmlns:a="http://schemas.openxmlformats.org/drawingml/2006/main" prst="line">
            <a:avLst/>
          </a:prstGeom>
          <a:ln xmlns:a="http://schemas.openxmlformats.org/drawingml/2006/main" w="19050">
            <a:solidFill>
              <a:srgbClr val="1557FF"/>
            </a:solidFill>
          </a:ln>
        </p:spPr>
      </p:sp>
      <p:sp>
        <p:nvSpPr>
          <p:cNvPr id="11" name="">
            <a:extLst xmlns:a="http://schemas.openxmlformats.org/drawingml/2006/main">
              <a:ext uri="{FF2B5EF4-FFF2-40B4-BE49-F238E27FC236}">
                <a16:creationId xmlns:a16="http://schemas.microsoft.com/office/drawing/2014/main" id="{31CDFD22-CF78-41BF-9CCB-BB44E4169F4C}"/>
              </a:ext>
            </a:extLst>
          </p:cNvPr>
          <p:cNvSpPr>
            <a:spLocks xmlns:a="http://schemas.openxmlformats.org/drawingml/2006/main" noGrp="1"/>
          </p:cNvSpPr>
          <p:nvPr/>
        </p:nvSpPr>
        <p:spPr>
          <a:xfrm xmlns:a="http://schemas.openxmlformats.org/drawingml/2006/main">
            <a:off x="7572375" y="2009775"/>
            <a:ext cx="1381125" cy="0"/>
          </a:xfrm>
          <a:prstGeom xmlns:a="http://schemas.openxmlformats.org/drawingml/2006/main" prst="line">
            <a:avLst/>
          </a:prstGeom>
          <a:ln xmlns:a="http://schemas.openxmlformats.org/drawingml/2006/main" w="19050">
            <a:solidFill>
              <a:srgbClr val="1557FF"/>
            </a:solidFill>
          </a:ln>
        </p:spPr>
      </p:sp>
      <p:sp>
        <p:nvSpPr>
          <p:cNvPr id="12" name="">
            <a:extLst xmlns:a="http://schemas.openxmlformats.org/drawingml/2006/main">
              <a:ext uri="{FF2B5EF4-FFF2-40B4-BE49-F238E27FC236}">
                <a16:creationId xmlns:a16="http://schemas.microsoft.com/office/drawing/2014/main" id="{02E35F8C-4305-482F-8E5A-335FCC494814}"/>
              </a:ext>
            </a:extLst>
          </p:cNvPr>
          <p:cNvSpPr>
            <a:spLocks xmlns:a="http://schemas.openxmlformats.org/drawingml/2006/main" noGrp="1"/>
          </p:cNvSpPr>
          <p:nvPr/>
        </p:nvSpPr>
        <p:spPr>
          <a:xfrm xmlns:a="http://schemas.openxmlformats.org/drawingml/2006/main">
            <a:off x="3429000" y="16573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557FF"/>
                </a:solidFill>
              </a:defRPr>
            </a:defPPr>
          </a:lstStyle>
          <a:p xmlns:a="http://schemas.openxmlformats.org/drawingml/2006/main">
            <a:pPr>
              <a:defRPr sz="1350" b="0">
                <a:solidFill>
                  <a:srgbClr val="1557FF"/>
                </a:solidFill>
              </a:defRPr>
            </a:pPr>
            <a:r>
              <a:rPr sz="1350" b="0">
                <a:solidFill>
                  <a:srgbClr val="1557FF"/>
                </a:solidFill>
              </a:rPr>
              <a:t>1 to 0..1</a:t>
            </a:r>
          </a:p>
        </p:txBody>
      </p:sp>
      <p:sp>
        <p:nvSpPr>
          <p:cNvPr id="13" name="">
            <a:extLst xmlns:a="http://schemas.openxmlformats.org/drawingml/2006/main">
              <a:ext uri="{FF2B5EF4-FFF2-40B4-BE49-F238E27FC236}">
                <a16:creationId xmlns:a16="http://schemas.microsoft.com/office/drawing/2014/main" id="{6EEDE0A8-917E-4399-9916-9036B6E4A076}"/>
              </a:ext>
            </a:extLst>
          </p:cNvPr>
          <p:cNvSpPr>
            <a:spLocks xmlns:a="http://schemas.openxmlformats.org/drawingml/2006/main" noGrp="1"/>
          </p:cNvSpPr>
          <p:nvPr/>
        </p:nvSpPr>
        <p:spPr>
          <a:xfrm xmlns:a="http://schemas.openxmlformats.org/drawingml/2006/main">
            <a:off x="7762875" y="16573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557FF"/>
                </a:solidFill>
              </a:defRPr>
            </a:defPPr>
          </a:lstStyle>
          <a:p xmlns:a="http://schemas.openxmlformats.org/drawingml/2006/main">
            <a:pPr>
              <a:defRPr sz="1350" b="0">
                <a:solidFill>
                  <a:srgbClr val="1557FF"/>
                </a:solidFill>
              </a:defRPr>
            </a:pPr>
            <a:r>
              <a:rPr sz="1350" b="0">
                <a:solidFill>
                  <a:srgbClr val="1557FF"/>
                </a:solidFill>
              </a:rPr>
              <a:t>1 to many</a:t>
            </a:r>
          </a:p>
        </p:txBody>
      </p:sp>
      <p:sp>
        <p:nvSpPr>
          <p:cNvPr id="14" name="">
            <a:extLst xmlns:a="http://schemas.openxmlformats.org/drawingml/2006/main">
              <a:ext uri="{FF2B5EF4-FFF2-40B4-BE49-F238E27FC236}">
                <a16:creationId xmlns:a16="http://schemas.microsoft.com/office/drawing/2014/main" id="{2A0C72E5-A139-4DAF-9A40-11B64B35A630}"/>
              </a:ext>
            </a:extLst>
          </p:cNvPr>
          <p:cNvSpPr>
            <a:spLocks xmlns:a="http://schemas.openxmlformats.org/drawingml/2006/main" noGrp="1"/>
          </p:cNvSpPr>
          <p:nvPr/>
        </p:nvSpPr>
        <p:spPr>
          <a:xfrm xmlns:a="http://schemas.openxmlformats.org/drawingml/2006/main">
            <a:off x="4333875" y="3190875"/>
            <a:ext cx="3524250" cy="10477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Booking</a:t>
            </a:r>
          </a:p>
          <a:p xmlns:a="http://schemas.openxmlformats.org/drawingml/2006/main">
            <a:pPr algn="ctr">
              <a:defRPr sz="1800" b="1">
                <a:solidFill>
                  <a:srgbClr val="15191D"/>
                </a:solidFill>
              </a:defRPr>
            </a:pPr>
            <a:r>
              <a:rPr sz="1800" b="1">
                <a:solidFill>
                  <a:srgbClr val="15191D"/>
                </a:solidFill>
              </a:rPr>
              <a:t>customer, provider, service</a:t>
            </a:r>
          </a:p>
          <a:p xmlns:a="http://schemas.openxmlformats.org/drawingml/2006/main">
            <a:pPr algn="ctr">
              <a:defRPr sz="1800" b="1">
                <a:solidFill>
                  <a:srgbClr val="15191D"/>
                </a:solidFill>
              </a:defRPr>
            </a:pPr>
            <a:r>
              <a:rPr sz="1800" b="1">
                <a:solidFill>
                  <a:srgbClr val="15191D"/>
                </a:solidFill>
              </a:rPr>
              <a:t>scheduledAt, status</a:t>
            </a:r>
          </a:p>
        </p:txBody>
      </p:sp>
      <p:sp>
        <p:nvSpPr>
          <p:cNvPr id="15" name="">
            <a:extLst xmlns:a="http://schemas.openxmlformats.org/drawingml/2006/main">
              <a:ext uri="{FF2B5EF4-FFF2-40B4-BE49-F238E27FC236}">
                <a16:creationId xmlns:a16="http://schemas.microsoft.com/office/drawing/2014/main" id="{BFA9E169-2967-41C8-9DBA-9FD991E04AF7}"/>
              </a:ext>
            </a:extLst>
          </p:cNvPr>
          <p:cNvSpPr>
            <a:spLocks xmlns:a="http://schemas.openxmlformats.org/drawingml/2006/main" noGrp="1"/>
          </p:cNvSpPr>
          <p:nvPr/>
        </p:nvSpPr>
        <p:spPr>
          <a:xfrm xmlns:a="http://schemas.openxmlformats.org/drawingml/2006/main">
            <a:off x="6096000" y="2438400"/>
            <a:ext cx="0" cy="752475"/>
          </a:xfrm>
          <a:prstGeom xmlns:a="http://schemas.openxmlformats.org/drawingml/2006/main" prst="line">
            <a:avLst/>
          </a:prstGeom>
          <a:ln xmlns:a="http://schemas.openxmlformats.org/drawingml/2006/main" w="19050">
            <a:solidFill>
              <a:srgbClr val="1557FF"/>
            </a:solidFill>
          </a:ln>
        </p:spPr>
      </p:sp>
      <p:sp>
        <p:nvSpPr>
          <p:cNvPr id="16" name="">
            <a:extLst xmlns:a="http://schemas.openxmlformats.org/drawingml/2006/main">
              <a:ext uri="{FF2B5EF4-FFF2-40B4-BE49-F238E27FC236}">
                <a16:creationId xmlns:a16="http://schemas.microsoft.com/office/drawing/2014/main" id="{A432A2D6-5A94-4D31-B8C1-6E9FA8BCC5C0}"/>
              </a:ext>
            </a:extLst>
          </p:cNvPr>
          <p:cNvSpPr>
            <a:spLocks xmlns:a="http://schemas.openxmlformats.org/drawingml/2006/main" noGrp="1"/>
          </p:cNvSpPr>
          <p:nvPr/>
        </p:nvSpPr>
        <p:spPr>
          <a:xfrm xmlns:a="http://schemas.openxmlformats.org/drawingml/2006/main">
            <a:off x="1905000" y="2438400"/>
            <a:ext cx="0" cy="1276350"/>
          </a:xfrm>
          <a:prstGeom xmlns:a="http://schemas.openxmlformats.org/drawingml/2006/main" prst="line">
            <a:avLst/>
          </a:prstGeom>
          <a:ln xmlns:a="http://schemas.openxmlformats.org/drawingml/2006/main" w="19050">
            <a:solidFill>
              <a:srgbClr val="1557FF"/>
            </a:solidFill>
          </a:ln>
        </p:spPr>
      </p:sp>
      <p:sp>
        <p:nvSpPr>
          <p:cNvPr id="17" name="">
            <a:extLst xmlns:a="http://schemas.openxmlformats.org/drawingml/2006/main">
              <a:ext uri="{FF2B5EF4-FFF2-40B4-BE49-F238E27FC236}">
                <a16:creationId xmlns:a16="http://schemas.microsoft.com/office/drawing/2014/main" id="{2A6E5058-EF7B-4CC5-8B39-E48CF5F612F5}"/>
              </a:ext>
            </a:extLst>
          </p:cNvPr>
          <p:cNvSpPr>
            <a:spLocks xmlns:a="http://schemas.openxmlformats.org/drawingml/2006/main" noGrp="1"/>
          </p:cNvSpPr>
          <p:nvPr/>
        </p:nvSpPr>
        <p:spPr>
          <a:xfrm xmlns:a="http://schemas.openxmlformats.org/drawingml/2006/main">
            <a:off x="1905000" y="3714750"/>
            <a:ext cx="2428875" cy="0"/>
          </a:xfrm>
          <a:prstGeom xmlns:a="http://schemas.openxmlformats.org/drawingml/2006/main" prst="line">
            <a:avLst/>
          </a:prstGeom>
          <a:ln xmlns:a="http://schemas.openxmlformats.org/drawingml/2006/main" w="19050">
            <a:solidFill>
              <a:srgbClr val="1557FF"/>
            </a:solidFill>
          </a:ln>
        </p:spPr>
      </p:sp>
      <p:sp>
        <p:nvSpPr>
          <p:cNvPr id="18" name="">
            <a:extLst xmlns:a="http://schemas.openxmlformats.org/drawingml/2006/main">
              <a:ext uri="{FF2B5EF4-FFF2-40B4-BE49-F238E27FC236}">
                <a16:creationId xmlns:a16="http://schemas.microsoft.com/office/drawing/2014/main" id="{CEF23B71-C426-483A-9755-23761C044F9C}"/>
              </a:ext>
            </a:extLst>
          </p:cNvPr>
          <p:cNvSpPr>
            <a:spLocks xmlns:a="http://schemas.openxmlformats.org/drawingml/2006/main" noGrp="1"/>
          </p:cNvSpPr>
          <p:nvPr/>
        </p:nvSpPr>
        <p:spPr>
          <a:xfrm xmlns:a="http://schemas.openxmlformats.org/drawingml/2006/main">
            <a:off x="10287000" y="2438400"/>
            <a:ext cx="0" cy="127635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10BC1D42-CD3E-4C4A-83D4-F9CBC8F0DAE6}"/>
              </a:ext>
            </a:extLst>
          </p:cNvPr>
          <p:cNvSpPr>
            <a:spLocks xmlns:a="http://schemas.openxmlformats.org/drawingml/2006/main" noGrp="1"/>
          </p:cNvSpPr>
          <p:nvPr/>
        </p:nvSpPr>
        <p:spPr>
          <a:xfrm xmlns:a="http://schemas.openxmlformats.org/drawingml/2006/main">
            <a:off x="7858125" y="3714750"/>
            <a:ext cx="2428875" cy="0"/>
          </a:xfrm>
          <a:prstGeom xmlns:a="http://schemas.openxmlformats.org/drawingml/2006/main" prst="line">
            <a:avLst/>
          </a:prstGeom>
          <a:ln xmlns:a="http://schemas.openxmlformats.org/drawingml/2006/main" w="19050">
            <a:solidFill>
              <a:srgbClr val="1557FF"/>
            </a:solidFill>
          </a:ln>
        </p:spPr>
      </p:sp>
      <p:sp>
        <p:nvSpPr>
          <p:cNvPr id="20" name="">
            <a:extLst xmlns:a="http://schemas.openxmlformats.org/drawingml/2006/main">
              <a:ext uri="{FF2B5EF4-FFF2-40B4-BE49-F238E27FC236}">
                <a16:creationId xmlns:a16="http://schemas.microsoft.com/office/drawing/2014/main" id="{155C50B4-1BCF-4981-B704-4CB1FB11F055}"/>
              </a:ext>
            </a:extLst>
          </p:cNvPr>
          <p:cNvSpPr>
            <a:spLocks xmlns:a="http://schemas.openxmlformats.org/drawingml/2006/main" noGrp="1"/>
          </p:cNvSpPr>
          <p:nvPr/>
        </p:nvSpPr>
        <p:spPr>
          <a:xfrm xmlns:a="http://schemas.openxmlformats.org/drawingml/2006/main">
            <a:off x="6096000" y="4238625"/>
            <a:ext cx="0" cy="552450"/>
          </a:xfrm>
          <a:prstGeom xmlns:a="http://schemas.openxmlformats.org/drawingml/2006/main" prst="line">
            <a:avLst/>
          </a:prstGeom>
          <a:ln xmlns:a="http://schemas.openxmlformats.org/drawingml/2006/main" w="19050">
            <a:solidFill>
              <a:srgbClr val="1557FF"/>
            </a:solidFill>
          </a:ln>
        </p:spPr>
      </p:sp>
      <p:sp>
        <p:nvSpPr>
          <p:cNvPr id="21" name="">
            <a:extLst xmlns:a="http://schemas.openxmlformats.org/drawingml/2006/main">
              <a:ext uri="{FF2B5EF4-FFF2-40B4-BE49-F238E27FC236}">
                <a16:creationId xmlns:a16="http://schemas.microsoft.com/office/drawing/2014/main" id="{506DBE35-CED4-49F9-A1A3-3B1F78107850}"/>
              </a:ext>
            </a:extLst>
          </p:cNvPr>
          <p:cNvSpPr>
            <a:spLocks xmlns:a="http://schemas.openxmlformats.org/drawingml/2006/main" noGrp="1"/>
          </p:cNvSpPr>
          <p:nvPr/>
        </p:nvSpPr>
        <p:spPr>
          <a:xfrm xmlns:a="http://schemas.openxmlformats.org/drawingml/2006/main">
            <a:off x="1809750" y="4791075"/>
            <a:ext cx="8572500" cy="0"/>
          </a:xfrm>
          <a:prstGeom xmlns:a="http://schemas.openxmlformats.org/drawingml/2006/main" prst="line">
            <a:avLst/>
          </a:prstGeom>
          <a:ln xmlns:a="http://schemas.openxmlformats.org/drawingml/2006/main" w="19050">
            <a:solidFill>
              <a:srgbClr val="1557FF"/>
            </a:solidFill>
          </a:ln>
        </p:spPr>
      </p:sp>
      <p:sp>
        <p:nvSpPr>
          <p:cNvPr id="22" name="">
            <a:extLst xmlns:a="http://schemas.openxmlformats.org/drawingml/2006/main">
              <a:ext uri="{FF2B5EF4-FFF2-40B4-BE49-F238E27FC236}">
                <a16:creationId xmlns:a16="http://schemas.microsoft.com/office/drawing/2014/main" id="{D8F09FEC-282A-4EED-96FF-B6B3FF58D730}"/>
              </a:ext>
            </a:extLst>
          </p:cNvPr>
          <p:cNvSpPr>
            <a:spLocks xmlns:a="http://schemas.openxmlformats.org/drawingml/2006/main" noGrp="1"/>
          </p:cNvSpPr>
          <p:nvPr/>
        </p:nvSpPr>
        <p:spPr>
          <a:xfrm xmlns:a="http://schemas.openxmlformats.org/drawingml/2006/main">
            <a:off x="1809750" y="4791075"/>
            <a:ext cx="0" cy="304800"/>
          </a:xfrm>
          <a:prstGeom xmlns:a="http://schemas.openxmlformats.org/drawingml/2006/main" prst="line">
            <a:avLst/>
          </a:prstGeom>
          <a:ln xmlns:a="http://schemas.openxmlformats.org/drawingml/2006/main" w="19050">
            <a:solidFill>
              <a:srgbClr val="1557FF"/>
            </a:solidFill>
          </a:ln>
        </p:spPr>
      </p:sp>
      <p:sp>
        <p:nvSpPr>
          <p:cNvPr id="23" name="">
            <a:extLst xmlns:a="http://schemas.openxmlformats.org/drawingml/2006/main">
              <a:ext uri="{FF2B5EF4-FFF2-40B4-BE49-F238E27FC236}">
                <a16:creationId xmlns:a16="http://schemas.microsoft.com/office/drawing/2014/main" id="{156CF488-C9B8-454D-A4AF-633214E2A9F7}"/>
              </a:ext>
            </a:extLst>
          </p:cNvPr>
          <p:cNvSpPr>
            <a:spLocks xmlns:a="http://schemas.openxmlformats.org/drawingml/2006/main" noGrp="1"/>
          </p:cNvSpPr>
          <p:nvPr/>
        </p:nvSpPr>
        <p:spPr>
          <a:xfrm xmlns:a="http://schemas.openxmlformats.org/drawingml/2006/main">
            <a:off x="5715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Payment</a:t>
            </a:r>
          </a:p>
          <a:p xmlns:a="http://schemas.openxmlformats.org/drawingml/2006/main">
            <a:pPr algn="ctr">
              <a:defRPr sz="1650" b="1">
                <a:solidFill>
                  <a:srgbClr val="15191D"/>
                </a:solidFill>
              </a:defRPr>
            </a:pPr>
            <a:r>
              <a:rPr sz="1650" b="1">
                <a:solidFill>
                  <a:srgbClr val="15191D"/>
                </a:solidFill>
              </a:rPr>
              <a:t>booking, amountPaise</a:t>
            </a:r>
          </a:p>
        </p:txBody>
      </p:sp>
      <p:sp>
        <p:nvSpPr>
          <p:cNvPr id="24" name="">
            <a:extLst xmlns:a="http://schemas.openxmlformats.org/drawingml/2006/main">
              <a:ext uri="{FF2B5EF4-FFF2-40B4-BE49-F238E27FC236}">
                <a16:creationId xmlns:a16="http://schemas.microsoft.com/office/drawing/2014/main" id="{AEAC0500-BB53-4B03-B85B-71672DCB95C7}"/>
              </a:ext>
            </a:extLst>
          </p:cNvPr>
          <p:cNvSpPr>
            <a:spLocks xmlns:a="http://schemas.openxmlformats.org/drawingml/2006/main" noGrp="1"/>
          </p:cNvSpPr>
          <p:nvPr/>
        </p:nvSpPr>
        <p:spPr>
          <a:xfrm xmlns:a="http://schemas.openxmlformats.org/drawingml/2006/main">
            <a:off x="5715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0..1 per booking</a:t>
            </a:r>
          </a:p>
        </p:txBody>
      </p:sp>
      <p:sp>
        <p:nvSpPr>
          <p:cNvPr id="25" name="">
            <a:extLst xmlns:a="http://schemas.openxmlformats.org/drawingml/2006/main">
              <a:ext uri="{FF2B5EF4-FFF2-40B4-BE49-F238E27FC236}">
                <a16:creationId xmlns:a16="http://schemas.microsoft.com/office/drawing/2014/main" id="{8FAA7EDF-AFE2-4BBB-B385-A813FB371218}"/>
              </a:ext>
            </a:extLst>
          </p:cNvPr>
          <p:cNvSpPr>
            <a:spLocks xmlns:a="http://schemas.openxmlformats.org/drawingml/2006/main" noGrp="1"/>
          </p:cNvSpPr>
          <p:nvPr/>
        </p:nvSpPr>
        <p:spPr>
          <a:xfrm xmlns:a="http://schemas.openxmlformats.org/drawingml/2006/main">
            <a:off x="4667250" y="4791075"/>
            <a:ext cx="0" cy="304800"/>
          </a:xfrm>
          <a:prstGeom xmlns:a="http://schemas.openxmlformats.org/drawingml/2006/main" prst="line">
            <a:avLst/>
          </a:prstGeom>
          <a:ln xmlns:a="http://schemas.openxmlformats.org/drawingml/2006/main" w="19050">
            <a:solidFill>
              <a:srgbClr val="1557FF"/>
            </a:solidFill>
          </a:ln>
        </p:spPr>
      </p:sp>
      <p:sp>
        <p:nvSpPr>
          <p:cNvPr id="26" name="">
            <a:extLst xmlns:a="http://schemas.openxmlformats.org/drawingml/2006/main">
              <a:ext uri="{FF2B5EF4-FFF2-40B4-BE49-F238E27FC236}">
                <a16:creationId xmlns:a16="http://schemas.microsoft.com/office/drawing/2014/main" id="{B955558B-2401-41EC-A62C-99931ADF60C2}"/>
              </a:ext>
            </a:extLst>
          </p:cNvPr>
          <p:cNvSpPr>
            <a:spLocks xmlns:a="http://schemas.openxmlformats.org/drawingml/2006/main" noGrp="1"/>
          </p:cNvSpPr>
          <p:nvPr/>
        </p:nvSpPr>
        <p:spPr>
          <a:xfrm xmlns:a="http://schemas.openxmlformats.org/drawingml/2006/main">
            <a:off x="34290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Review</a:t>
            </a:r>
          </a:p>
          <a:p xmlns:a="http://schemas.openxmlformats.org/drawingml/2006/main">
            <a:pPr algn="ctr">
              <a:defRPr sz="1650" b="1">
                <a:solidFill>
                  <a:srgbClr val="15191D"/>
                </a:solidFill>
              </a:defRPr>
            </a:pPr>
            <a:r>
              <a:rPr sz="1650" b="1">
                <a:solidFill>
                  <a:srgbClr val="15191D"/>
                </a:solidFill>
              </a:rPr>
              <a:t>booking, rating</a:t>
            </a:r>
          </a:p>
        </p:txBody>
      </p:sp>
      <p:sp>
        <p:nvSpPr>
          <p:cNvPr id="27" name="">
            <a:extLst xmlns:a="http://schemas.openxmlformats.org/drawingml/2006/main">
              <a:ext uri="{FF2B5EF4-FFF2-40B4-BE49-F238E27FC236}">
                <a16:creationId xmlns:a16="http://schemas.microsoft.com/office/drawing/2014/main" id="{F36DE080-C3EE-4A52-9307-4FA273714554}"/>
              </a:ext>
            </a:extLst>
          </p:cNvPr>
          <p:cNvSpPr>
            <a:spLocks xmlns:a="http://schemas.openxmlformats.org/drawingml/2006/main" noGrp="1"/>
          </p:cNvSpPr>
          <p:nvPr/>
        </p:nvSpPr>
        <p:spPr>
          <a:xfrm xmlns:a="http://schemas.openxmlformats.org/drawingml/2006/main">
            <a:off x="34290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0..1 per booking</a:t>
            </a:r>
          </a:p>
        </p:txBody>
      </p:sp>
      <p:sp>
        <p:nvSpPr>
          <p:cNvPr id="28" name="">
            <a:extLst xmlns:a="http://schemas.openxmlformats.org/drawingml/2006/main">
              <a:ext uri="{FF2B5EF4-FFF2-40B4-BE49-F238E27FC236}">
                <a16:creationId xmlns:a16="http://schemas.microsoft.com/office/drawing/2014/main" id="{2F0C1B62-CCD4-47F4-80AD-22721D39F986}"/>
              </a:ext>
            </a:extLst>
          </p:cNvPr>
          <p:cNvSpPr>
            <a:spLocks xmlns:a="http://schemas.openxmlformats.org/drawingml/2006/main" noGrp="1"/>
          </p:cNvSpPr>
          <p:nvPr/>
        </p:nvSpPr>
        <p:spPr>
          <a:xfrm xmlns:a="http://schemas.openxmlformats.org/drawingml/2006/main">
            <a:off x="7524750" y="4791075"/>
            <a:ext cx="0" cy="30480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57B7BD66-D031-4DC9-9A02-36DD8017C337}"/>
              </a:ext>
            </a:extLst>
          </p:cNvPr>
          <p:cNvSpPr>
            <a:spLocks xmlns:a="http://schemas.openxmlformats.org/drawingml/2006/main" noGrp="1"/>
          </p:cNvSpPr>
          <p:nvPr/>
        </p:nvSpPr>
        <p:spPr>
          <a:xfrm xmlns:a="http://schemas.openxmlformats.org/drawingml/2006/main">
            <a:off x="62865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Message</a:t>
            </a:r>
          </a:p>
          <a:p xmlns:a="http://schemas.openxmlformats.org/drawingml/2006/main">
            <a:pPr algn="ctr">
              <a:defRPr sz="1650" b="1">
                <a:solidFill>
                  <a:srgbClr val="15191D"/>
                </a:solidFill>
              </a:defRPr>
            </a:pPr>
            <a:r>
              <a:rPr sz="1650" b="1">
                <a:solidFill>
                  <a:srgbClr val="15191D"/>
                </a:solidFill>
              </a:rPr>
              <a:t>booking, sender</a:t>
            </a:r>
          </a:p>
        </p:txBody>
      </p:sp>
      <p:sp>
        <p:nvSpPr>
          <p:cNvPr id="30" name="">
            <a:extLst xmlns:a="http://schemas.openxmlformats.org/drawingml/2006/main">
              <a:ext uri="{FF2B5EF4-FFF2-40B4-BE49-F238E27FC236}">
                <a16:creationId xmlns:a16="http://schemas.microsoft.com/office/drawing/2014/main" id="{4B8D90B2-45BC-46E6-94FE-11663B4ACD5D}"/>
              </a:ext>
            </a:extLst>
          </p:cNvPr>
          <p:cNvSpPr>
            <a:spLocks xmlns:a="http://schemas.openxmlformats.org/drawingml/2006/main" noGrp="1"/>
          </p:cNvSpPr>
          <p:nvPr/>
        </p:nvSpPr>
        <p:spPr>
          <a:xfrm xmlns:a="http://schemas.openxmlformats.org/drawingml/2006/main">
            <a:off x="62865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Many per booking</a:t>
            </a:r>
          </a:p>
        </p:txBody>
      </p:sp>
      <p:sp>
        <p:nvSpPr>
          <p:cNvPr id="31" name="">
            <a:extLst xmlns:a="http://schemas.openxmlformats.org/drawingml/2006/main">
              <a:ext uri="{FF2B5EF4-FFF2-40B4-BE49-F238E27FC236}">
                <a16:creationId xmlns:a16="http://schemas.microsoft.com/office/drawing/2014/main" id="{17AD1055-FAC0-4A79-BFAC-FD484D03556D}"/>
              </a:ext>
            </a:extLst>
          </p:cNvPr>
          <p:cNvSpPr>
            <a:spLocks xmlns:a="http://schemas.openxmlformats.org/drawingml/2006/main" noGrp="1"/>
          </p:cNvSpPr>
          <p:nvPr/>
        </p:nvSpPr>
        <p:spPr>
          <a:xfrm xmlns:a="http://schemas.openxmlformats.org/drawingml/2006/main">
            <a:off x="10382250" y="4791075"/>
            <a:ext cx="0" cy="304800"/>
          </a:xfrm>
          <a:prstGeom xmlns:a="http://schemas.openxmlformats.org/drawingml/2006/main" prst="line">
            <a:avLst/>
          </a:prstGeom>
          <a:ln xmlns:a="http://schemas.openxmlformats.org/drawingml/2006/main" w="19050">
            <a:solidFill>
              <a:srgbClr val="1557FF"/>
            </a:solidFill>
          </a:ln>
        </p:spPr>
      </p:sp>
      <p:sp>
        <p:nvSpPr>
          <p:cNvPr id="32" name="">
            <a:extLst xmlns:a="http://schemas.openxmlformats.org/drawingml/2006/main">
              <a:ext uri="{FF2B5EF4-FFF2-40B4-BE49-F238E27FC236}">
                <a16:creationId xmlns:a16="http://schemas.microsoft.com/office/drawing/2014/main" id="{6F6A5CF4-69D4-4562-B3A9-ECF56A6B7F9F}"/>
              </a:ext>
            </a:extLst>
          </p:cNvPr>
          <p:cNvSpPr>
            <a:spLocks xmlns:a="http://schemas.openxmlformats.org/drawingml/2006/main" noGrp="1"/>
          </p:cNvSpPr>
          <p:nvPr/>
        </p:nvSpPr>
        <p:spPr>
          <a:xfrm xmlns:a="http://schemas.openxmlformats.org/drawingml/2006/main">
            <a:off x="91440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Dispute</a:t>
            </a:r>
          </a:p>
          <a:p xmlns:a="http://schemas.openxmlformats.org/drawingml/2006/main">
            <a:pPr algn="ctr">
              <a:defRPr sz="1650" b="1">
                <a:solidFill>
                  <a:srgbClr val="15191D"/>
                </a:solidFill>
              </a:defRPr>
            </a:pPr>
            <a:r>
              <a:rPr sz="1650" b="1">
                <a:solidFill>
                  <a:srgbClr val="15191D"/>
                </a:solidFill>
              </a:rPr>
              <a:t>booking, status</a:t>
            </a:r>
          </a:p>
        </p:txBody>
      </p:sp>
      <p:sp>
        <p:nvSpPr>
          <p:cNvPr id="33" name="">
            <a:extLst xmlns:a="http://schemas.openxmlformats.org/drawingml/2006/main">
              <a:ext uri="{FF2B5EF4-FFF2-40B4-BE49-F238E27FC236}">
                <a16:creationId xmlns:a16="http://schemas.microsoft.com/office/drawing/2014/main" id="{392DE023-B1F7-4D19-96DE-071EC910FE0E}"/>
              </a:ext>
            </a:extLst>
          </p:cNvPr>
          <p:cNvSpPr>
            <a:spLocks xmlns:a="http://schemas.openxmlformats.org/drawingml/2006/main" noGrp="1"/>
          </p:cNvSpPr>
          <p:nvPr/>
        </p:nvSpPr>
        <p:spPr>
          <a:xfrm xmlns:a="http://schemas.openxmlformats.org/drawingml/2006/main">
            <a:off x="91440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0..1 per booking</a:t>
            </a:r>
          </a:p>
        </p:txBody>
      </p:sp>
    </p:spTree>
    <p:extLst>
      <p:ext uri="{BB962C8B-B14F-4D97-AF65-F5344CB8AC3E}">
        <p14:creationId xmlns:p14="http://schemas.microsoft.com/office/powerpoint/2010/main" val="20660379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7" name="">
            <a:extLst xmlns:a="http://schemas.openxmlformats.org/drawingml/2006/main">
              <a:ext uri="{FF2B5EF4-FFF2-40B4-BE49-F238E27FC236}">
                <a16:creationId xmlns:a16="http://schemas.microsoft.com/office/drawing/2014/main" id="{A3C12CFB-5927-491C-966E-56A0404275AA}"/>
              </a:ext>
            </a:extLst>
          </p:cNvPr>
          <p:cNvPicPr>
            <a:picLocks xmlns:a="http://schemas.openxmlformats.org/drawingml/2006/main" noChangeAspect="1"/>
          </p:cNvPicPr>
          <p:nvPr/>
        </p:nvPicPr>
        <p:blipFill>
          <a:blip xmlns:r="http://schemas.openxmlformats.org/officeDocument/2006/relationships" xmlns:a="http://schemas.openxmlformats.org/drawingml/2006/main" r:embed="R7471e516d88e42d6"/>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2D079F1-F6A1-4F5F-B4DA-079AD9444EB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52F53F66-CF19-42DB-B6C3-218E599AA74E}"/>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Modules &amp; Role-Based Workspaces</a:t>
            </a:r>
          </a:p>
        </p:txBody>
      </p:sp>
      <p:sp>
        <p:nvSpPr>
          <p:cNvPr id="4" name="">
            <a:extLst xmlns:a="http://schemas.openxmlformats.org/drawingml/2006/main">
              <a:ext uri="{FF2B5EF4-FFF2-40B4-BE49-F238E27FC236}">
                <a16:creationId xmlns:a16="http://schemas.microsoft.com/office/drawing/2014/main" id="{DBA3D606-F998-4052-B4E8-9C38F26FFC3C}"/>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8CC30328-ABA1-4199-A9FF-279CB6B01450}"/>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3DEE3CA7-AA28-41DB-85DC-38125FA2228D}"/>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08</a:t>
            </a:r>
          </a:p>
        </p:txBody>
      </p:sp>
      <p:sp>
        <p:nvSpPr>
          <p:cNvPr id="7" name="">
            <a:extLst xmlns:a="http://schemas.openxmlformats.org/drawingml/2006/main">
              <a:ext uri="{FF2B5EF4-FFF2-40B4-BE49-F238E27FC236}">
                <a16:creationId xmlns:a16="http://schemas.microsoft.com/office/drawing/2014/main" id="{05B477CA-DAAA-4028-87C1-550F3710D063}"/>
              </a:ext>
            </a:extLst>
          </p:cNvPr>
          <p:cNvSpPr>
            <a:spLocks xmlns:a="http://schemas.openxmlformats.org/drawingml/2006/main" noGrp="1"/>
          </p:cNvSpPr>
          <p:nvPr/>
        </p:nvSpPr>
        <p:spPr>
          <a:xfrm xmlns:a="http://schemas.openxmlformats.org/drawingml/2006/main">
            <a:off x="571500" y="14763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Conceptual UI based on the project modules</a:t>
            </a:r>
          </a:p>
        </p:txBody>
      </p:sp>
      <p:sp>
        <p:nvSpPr>
          <p:cNvPr id="8" name="">
            <a:extLst xmlns:a="http://schemas.openxmlformats.org/drawingml/2006/main">
              <a:ext uri="{FF2B5EF4-FFF2-40B4-BE49-F238E27FC236}">
                <a16:creationId xmlns:a16="http://schemas.microsoft.com/office/drawing/2014/main" id="{1D20C2CB-5E03-4AA0-9B9E-6F78252285C2}"/>
              </a:ext>
            </a:extLst>
          </p:cNvPr>
          <p:cNvSpPr>
            <a:spLocks xmlns:a="http://schemas.openxmlformats.org/drawingml/2006/main" noGrp="1"/>
          </p:cNvSpPr>
          <p:nvPr/>
        </p:nvSpPr>
        <p:spPr>
          <a:xfrm xmlns:a="http://schemas.openxmlformats.org/drawingml/2006/main">
            <a:off x="571500" y="1885950"/>
            <a:ext cx="3429000" cy="40386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7EEB908D-FB0C-43DE-8D8C-B3D7B23B3742}"/>
              </a:ext>
            </a:extLst>
          </p:cNvPr>
          <p:cNvSpPr>
            <a:spLocks xmlns:a="http://schemas.openxmlformats.org/drawingml/2006/main" noGrp="1"/>
          </p:cNvSpPr>
          <p:nvPr/>
        </p:nvSpPr>
        <p:spPr>
          <a:xfrm xmlns:a="http://schemas.openxmlformats.org/drawingml/2006/main">
            <a:off x="571500" y="1885950"/>
            <a:ext cx="34290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71D77408-E39E-4826-AC4F-641F5FAB789F}"/>
              </a:ext>
            </a:extLst>
          </p:cNvPr>
          <p:cNvSpPr>
            <a:spLocks xmlns:a="http://schemas.openxmlformats.org/drawingml/2006/main" noGrp="1"/>
          </p:cNvSpPr>
          <p:nvPr/>
        </p:nvSpPr>
        <p:spPr>
          <a:xfrm xmlns:a="http://schemas.openxmlformats.org/drawingml/2006/main">
            <a:off x="723900" y="19812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11" name="">
            <a:extLst xmlns:a="http://schemas.openxmlformats.org/drawingml/2006/main">
              <a:ext uri="{FF2B5EF4-FFF2-40B4-BE49-F238E27FC236}">
                <a16:creationId xmlns:a16="http://schemas.microsoft.com/office/drawing/2014/main" id="{186B50D2-9FFF-4DDE-84E8-BB1469634061}"/>
              </a:ext>
            </a:extLst>
          </p:cNvPr>
          <p:cNvSpPr>
            <a:spLocks xmlns:a="http://schemas.openxmlformats.org/drawingml/2006/main" noGrp="1"/>
          </p:cNvSpPr>
          <p:nvPr/>
        </p:nvSpPr>
        <p:spPr>
          <a:xfrm xmlns:a="http://schemas.openxmlformats.org/drawingml/2006/main">
            <a:off x="742950" y="2486025"/>
            <a:ext cx="3086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Customer Workspace</a:t>
            </a:r>
          </a:p>
        </p:txBody>
      </p:sp>
      <p:sp>
        <p:nvSpPr>
          <p:cNvPr id="12" name="">
            <a:extLst xmlns:a="http://schemas.openxmlformats.org/drawingml/2006/main">
              <a:ext uri="{FF2B5EF4-FFF2-40B4-BE49-F238E27FC236}">
                <a16:creationId xmlns:a16="http://schemas.microsoft.com/office/drawing/2014/main" id="{5A9C76D2-5DE2-46EB-BA07-4224ECFE8E5F}"/>
              </a:ext>
            </a:extLst>
          </p:cNvPr>
          <p:cNvSpPr>
            <a:spLocks xmlns:a="http://schemas.openxmlformats.org/drawingml/2006/main" noGrp="1"/>
          </p:cNvSpPr>
          <p:nvPr/>
        </p:nvSpPr>
        <p:spPr>
          <a:xfrm xmlns:a="http://schemas.openxmlformats.org/drawingml/2006/main">
            <a:off x="742950" y="287655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57FF"/>
                </a:solidFill>
              </a:defRPr>
            </a:defPPr>
          </a:lstStyle>
          <a:p xmlns:a="http://schemas.openxmlformats.org/drawingml/2006/main">
            <a:pPr>
              <a:defRPr sz="1725" b="0">
                <a:solidFill>
                  <a:srgbClr val="1557FF"/>
                </a:solidFill>
              </a:defRPr>
            </a:pPr>
            <a:r>
              <a:rPr sz="1725" b="0">
                <a:solidFill>
                  <a:srgbClr val="1557FF"/>
                </a:solidFill>
              </a:rPr>
              <a:t>Find and manage local services</a:t>
            </a:r>
          </a:p>
        </p:txBody>
      </p:sp>
      <p:sp>
        <p:nvSpPr>
          <p:cNvPr id="13" name="">
            <a:extLst xmlns:a="http://schemas.openxmlformats.org/drawingml/2006/main">
              <a:ext uri="{FF2B5EF4-FFF2-40B4-BE49-F238E27FC236}">
                <a16:creationId xmlns:a16="http://schemas.microsoft.com/office/drawing/2014/main" id="{13BDEAB6-E057-47E8-A2EC-9D43C30C0C4B}"/>
              </a:ext>
            </a:extLst>
          </p:cNvPr>
          <p:cNvSpPr>
            <a:spLocks xmlns:a="http://schemas.openxmlformats.org/drawingml/2006/main" noGrp="1"/>
          </p:cNvSpPr>
          <p:nvPr/>
        </p:nvSpPr>
        <p:spPr>
          <a:xfrm xmlns:a="http://schemas.openxmlformats.org/drawingml/2006/main">
            <a:off x="742950" y="36671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4" name="">
            <a:extLst xmlns:a="http://schemas.openxmlformats.org/drawingml/2006/main">
              <a:ext uri="{FF2B5EF4-FFF2-40B4-BE49-F238E27FC236}">
                <a16:creationId xmlns:a16="http://schemas.microsoft.com/office/drawing/2014/main" id="{8B29FD82-E813-49BB-A0C8-D497B75AEF05}"/>
              </a:ext>
            </a:extLst>
          </p:cNvPr>
          <p:cNvSpPr>
            <a:spLocks xmlns:a="http://schemas.openxmlformats.org/drawingml/2006/main" noGrp="1"/>
          </p:cNvSpPr>
          <p:nvPr/>
        </p:nvSpPr>
        <p:spPr>
          <a:xfrm xmlns:a="http://schemas.openxmlformats.org/drawingml/2006/main">
            <a:off x="857250" y="3752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Exact-pincode search</a:t>
            </a:r>
          </a:p>
        </p:txBody>
      </p:sp>
      <p:sp>
        <p:nvSpPr>
          <p:cNvPr id="15" name="">
            <a:extLst xmlns:a="http://schemas.openxmlformats.org/drawingml/2006/main">
              <a:ext uri="{FF2B5EF4-FFF2-40B4-BE49-F238E27FC236}">
                <a16:creationId xmlns:a16="http://schemas.microsoft.com/office/drawing/2014/main" id="{44153422-A06A-4877-974E-D9A552E8BC84}"/>
              </a:ext>
            </a:extLst>
          </p:cNvPr>
          <p:cNvSpPr>
            <a:spLocks xmlns:a="http://schemas.openxmlformats.org/drawingml/2006/main" noGrp="1"/>
          </p:cNvSpPr>
          <p:nvPr/>
        </p:nvSpPr>
        <p:spPr>
          <a:xfrm xmlns:a="http://schemas.openxmlformats.org/drawingml/2006/main">
            <a:off x="742950" y="41814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6" name="">
            <a:extLst xmlns:a="http://schemas.openxmlformats.org/drawingml/2006/main">
              <a:ext uri="{FF2B5EF4-FFF2-40B4-BE49-F238E27FC236}">
                <a16:creationId xmlns:a16="http://schemas.microsoft.com/office/drawing/2014/main" id="{88E4C171-A1B8-4FC6-AA0C-AF4CA3763DE3}"/>
              </a:ext>
            </a:extLst>
          </p:cNvPr>
          <p:cNvSpPr>
            <a:spLocks xmlns:a="http://schemas.openxmlformats.org/drawingml/2006/main" noGrp="1"/>
          </p:cNvSpPr>
          <p:nvPr/>
        </p:nvSpPr>
        <p:spPr>
          <a:xfrm xmlns:a="http://schemas.openxmlformats.org/drawingml/2006/main">
            <a:off x="857250" y="4267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Service detail and time selection</a:t>
            </a:r>
          </a:p>
        </p:txBody>
      </p:sp>
      <p:sp>
        <p:nvSpPr>
          <p:cNvPr id="17" name="">
            <a:extLst xmlns:a="http://schemas.openxmlformats.org/drawingml/2006/main">
              <a:ext uri="{FF2B5EF4-FFF2-40B4-BE49-F238E27FC236}">
                <a16:creationId xmlns:a16="http://schemas.microsoft.com/office/drawing/2014/main" id="{91C5440B-CD30-4413-B19F-58F6AA8F0527}"/>
              </a:ext>
            </a:extLst>
          </p:cNvPr>
          <p:cNvSpPr>
            <a:spLocks xmlns:a="http://schemas.openxmlformats.org/drawingml/2006/main" noGrp="1"/>
          </p:cNvSpPr>
          <p:nvPr/>
        </p:nvSpPr>
        <p:spPr>
          <a:xfrm xmlns:a="http://schemas.openxmlformats.org/drawingml/2006/main">
            <a:off x="742950" y="46958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8" name="">
            <a:extLst xmlns:a="http://schemas.openxmlformats.org/drawingml/2006/main">
              <a:ext uri="{FF2B5EF4-FFF2-40B4-BE49-F238E27FC236}">
                <a16:creationId xmlns:a16="http://schemas.microsoft.com/office/drawing/2014/main" id="{8787B0FA-F5D5-4543-AB54-F7DDB020AE47}"/>
              </a:ext>
            </a:extLst>
          </p:cNvPr>
          <p:cNvSpPr>
            <a:spLocks xmlns:a="http://schemas.openxmlformats.org/drawingml/2006/main" noGrp="1"/>
          </p:cNvSpPr>
          <p:nvPr/>
        </p:nvSpPr>
        <p:spPr>
          <a:xfrm xmlns:a="http://schemas.openxmlformats.org/drawingml/2006/main">
            <a:off x="857250" y="47815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Bookings and checkout</a:t>
            </a:r>
          </a:p>
        </p:txBody>
      </p:sp>
      <p:sp>
        <p:nvSpPr>
          <p:cNvPr id="19" name="">
            <a:extLst xmlns:a="http://schemas.openxmlformats.org/drawingml/2006/main">
              <a:ext uri="{FF2B5EF4-FFF2-40B4-BE49-F238E27FC236}">
                <a16:creationId xmlns:a16="http://schemas.microsoft.com/office/drawing/2014/main" id="{5DBA8830-2A38-48E5-98B3-0CCCCC8386AA}"/>
              </a:ext>
            </a:extLst>
          </p:cNvPr>
          <p:cNvSpPr>
            <a:spLocks xmlns:a="http://schemas.openxmlformats.org/drawingml/2006/main" noGrp="1"/>
          </p:cNvSpPr>
          <p:nvPr/>
        </p:nvSpPr>
        <p:spPr>
          <a:xfrm xmlns:a="http://schemas.openxmlformats.org/drawingml/2006/main">
            <a:off x="742950" y="52101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0" name="">
            <a:extLst xmlns:a="http://schemas.openxmlformats.org/drawingml/2006/main">
              <a:ext uri="{FF2B5EF4-FFF2-40B4-BE49-F238E27FC236}">
                <a16:creationId xmlns:a16="http://schemas.microsoft.com/office/drawing/2014/main" id="{93FD7E83-BD92-4DBE-B32E-3AF8AF27F042}"/>
              </a:ext>
            </a:extLst>
          </p:cNvPr>
          <p:cNvSpPr>
            <a:spLocks xmlns:a="http://schemas.openxmlformats.org/drawingml/2006/main" noGrp="1"/>
          </p:cNvSpPr>
          <p:nvPr/>
        </p:nvSpPr>
        <p:spPr>
          <a:xfrm xmlns:a="http://schemas.openxmlformats.org/drawingml/2006/main">
            <a:off x="857250" y="52959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Messages, reviews and disputes</a:t>
            </a:r>
          </a:p>
        </p:txBody>
      </p:sp>
      <p:sp>
        <p:nvSpPr>
          <p:cNvPr id="21" name="">
            <a:extLst xmlns:a="http://schemas.openxmlformats.org/drawingml/2006/main">
              <a:ext uri="{FF2B5EF4-FFF2-40B4-BE49-F238E27FC236}">
                <a16:creationId xmlns:a16="http://schemas.microsoft.com/office/drawing/2014/main" id="{8C5483A8-7509-45FF-BAA6-71052C46B6E1}"/>
              </a:ext>
            </a:extLst>
          </p:cNvPr>
          <p:cNvSpPr>
            <a:spLocks xmlns:a="http://schemas.openxmlformats.org/drawingml/2006/main" noGrp="1"/>
          </p:cNvSpPr>
          <p:nvPr/>
        </p:nvSpPr>
        <p:spPr>
          <a:xfrm xmlns:a="http://schemas.openxmlformats.org/drawingml/2006/main">
            <a:off x="4381500" y="1885950"/>
            <a:ext cx="3429000" cy="40386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2" name="">
            <a:extLst xmlns:a="http://schemas.openxmlformats.org/drawingml/2006/main">
              <a:ext uri="{FF2B5EF4-FFF2-40B4-BE49-F238E27FC236}">
                <a16:creationId xmlns:a16="http://schemas.microsoft.com/office/drawing/2014/main" id="{B0A6CB41-831A-45E2-AD08-4B09CC1FEFE4}"/>
              </a:ext>
            </a:extLst>
          </p:cNvPr>
          <p:cNvSpPr>
            <a:spLocks xmlns:a="http://schemas.openxmlformats.org/drawingml/2006/main" noGrp="1"/>
          </p:cNvSpPr>
          <p:nvPr/>
        </p:nvSpPr>
        <p:spPr>
          <a:xfrm xmlns:a="http://schemas.openxmlformats.org/drawingml/2006/main">
            <a:off x="4381500" y="1885950"/>
            <a:ext cx="34290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3" name="">
            <a:extLst xmlns:a="http://schemas.openxmlformats.org/drawingml/2006/main">
              <a:ext uri="{FF2B5EF4-FFF2-40B4-BE49-F238E27FC236}">
                <a16:creationId xmlns:a16="http://schemas.microsoft.com/office/drawing/2014/main" id="{7A6D75E2-91BB-4DE7-9548-5D273307E4E8}"/>
              </a:ext>
            </a:extLst>
          </p:cNvPr>
          <p:cNvSpPr>
            <a:spLocks xmlns:a="http://schemas.openxmlformats.org/drawingml/2006/main" noGrp="1"/>
          </p:cNvSpPr>
          <p:nvPr/>
        </p:nvSpPr>
        <p:spPr>
          <a:xfrm xmlns:a="http://schemas.openxmlformats.org/drawingml/2006/main">
            <a:off x="4533900" y="19812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24" name="">
            <a:extLst xmlns:a="http://schemas.openxmlformats.org/drawingml/2006/main">
              <a:ext uri="{FF2B5EF4-FFF2-40B4-BE49-F238E27FC236}">
                <a16:creationId xmlns:a16="http://schemas.microsoft.com/office/drawing/2014/main" id="{EE5711F9-4ADB-49AB-B9B0-3093D5890BAC}"/>
              </a:ext>
            </a:extLst>
          </p:cNvPr>
          <p:cNvSpPr>
            <a:spLocks xmlns:a="http://schemas.openxmlformats.org/drawingml/2006/main" noGrp="1"/>
          </p:cNvSpPr>
          <p:nvPr/>
        </p:nvSpPr>
        <p:spPr>
          <a:xfrm xmlns:a="http://schemas.openxmlformats.org/drawingml/2006/main">
            <a:off x="4552950" y="2486025"/>
            <a:ext cx="3086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Provider Workspace</a:t>
            </a:r>
          </a:p>
        </p:txBody>
      </p:sp>
      <p:sp>
        <p:nvSpPr>
          <p:cNvPr id="25" name="">
            <a:extLst xmlns:a="http://schemas.openxmlformats.org/drawingml/2006/main">
              <a:ext uri="{FF2B5EF4-FFF2-40B4-BE49-F238E27FC236}">
                <a16:creationId xmlns:a16="http://schemas.microsoft.com/office/drawing/2014/main" id="{C7B4B7E4-FC46-43A9-8BAC-881449D3CBBF}"/>
              </a:ext>
            </a:extLst>
          </p:cNvPr>
          <p:cNvSpPr>
            <a:spLocks xmlns:a="http://schemas.openxmlformats.org/drawingml/2006/main" noGrp="1"/>
          </p:cNvSpPr>
          <p:nvPr/>
        </p:nvSpPr>
        <p:spPr>
          <a:xfrm xmlns:a="http://schemas.openxmlformats.org/drawingml/2006/main">
            <a:off x="4552950" y="287655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57FF"/>
                </a:solidFill>
              </a:defRPr>
            </a:defPPr>
          </a:lstStyle>
          <a:p xmlns:a="http://schemas.openxmlformats.org/drawingml/2006/main">
            <a:pPr>
              <a:defRPr sz="1725" b="0">
                <a:solidFill>
                  <a:srgbClr val="1557FF"/>
                </a:solidFill>
              </a:defRPr>
            </a:pPr>
            <a:r>
              <a:rPr sz="1725" b="0">
                <a:solidFill>
                  <a:srgbClr val="1557FF"/>
                </a:solidFill>
              </a:rPr>
              <a:t>Manage service delivery</a:t>
            </a:r>
          </a:p>
        </p:txBody>
      </p:sp>
      <p:sp>
        <p:nvSpPr>
          <p:cNvPr id="26" name="">
            <a:extLst xmlns:a="http://schemas.openxmlformats.org/drawingml/2006/main">
              <a:ext uri="{FF2B5EF4-FFF2-40B4-BE49-F238E27FC236}">
                <a16:creationId xmlns:a16="http://schemas.microsoft.com/office/drawing/2014/main" id="{8BA91ED7-1C79-4545-993C-8CF4C725F5DD}"/>
              </a:ext>
            </a:extLst>
          </p:cNvPr>
          <p:cNvSpPr>
            <a:spLocks xmlns:a="http://schemas.openxmlformats.org/drawingml/2006/main" noGrp="1"/>
          </p:cNvSpPr>
          <p:nvPr/>
        </p:nvSpPr>
        <p:spPr>
          <a:xfrm xmlns:a="http://schemas.openxmlformats.org/drawingml/2006/main">
            <a:off x="4552950" y="36671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7" name="">
            <a:extLst xmlns:a="http://schemas.openxmlformats.org/drawingml/2006/main">
              <a:ext uri="{FF2B5EF4-FFF2-40B4-BE49-F238E27FC236}">
                <a16:creationId xmlns:a16="http://schemas.microsoft.com/office/drawing/2014/main" id="{773045B3-0FD3-4914-BBCF-B1262E82D182}"/>
              </a:ext>
            </a:extLst>
          </p:cNvPr>
          <p:cNvSpPr>
            <a:spLocks xmlns:a="http://schemas.openxmlformats.org/drawingml/2006/main" noGrp="1"/>
          </p:cNvSpPr>
          <p:nvPr/>
        </p:nvSpPr>
        <p:spPr>
          <a:xfrm xmlns:a="http://schemas.openxmlformats.org/drawingml/2006/main">
            <a:off x="4667250" y="3752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Profile and service areas</a:t>
            </a:r>
          </a:p>
        </p:txBody>
      </p:sp>
      <p:sp>
        <p:nvSpPr>
          <p:cNvPr id="28" name="">
            <a:extLst xmlns:a="http://schemas.openxmlformats.org/drawingml/2006/main">
              <a:ext uri="{FF2B5EF4-FFF2-40B4-BE49-F238E27FC236}">
                <a16:creationId xmlns:a16="http://schemas.microsoft.com/office/drawing/2014/main" id="{163F97CA-97B8-4AD0-AC66-14D2AEAA0E34}"/>
              </a:ext>
            </a:extLst>
          </p:cNvPr>
          <p:cNvSpPr>
            <a:spLocks xmlns:a="http://schemas.openxmlformats.org/drawingml/2006/main" noGrp="1"/>
          </p:cNvSpPr>
          <p:nvPr/>
        </p:nvSpPr>
        <p:spPr>
          <a:xfrm xmlns:a="http://schemas.openxmlformats.org/drawingml/2006/main">
            <a:off x="4552950" y="41814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9" name="">
            <a:extLst xmlns:a="http://schemas.openxmlformats.org/drawingml/2006/main">
              <a:ext uri="{FF2B5EF4-FFF2-40B4-BE49-F238E27FC236}">
                <a16:creationId xmlns:a16="http://schemas.microsoft.com/office/drawing/2014/main" id="{CE43BFCB-5DD2-459B-A94F-BFDECDBCD65A}"/>
              </a:ext>
            </a:extLst>
          </p:cNvPr>
          <p:cNvSpPr>
            <a:spLocks xmlns:a="http://schemas.openxmlformats.org/drawingml/2006/main" noGrp="1"/>
          </p:cNvSpPr>
          <p:nvPr/>
        </p:nvSpPr>
        <p:spPr>
          <a:xfrm xmlns:a="http://schemas.openxmlformats.org/drawingml/2006/main">
            <a:off x="4667250" y="4267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Listings and availability</a:t>
            </a:r>
          </a:p>
        </p:txBody>
      </p:sp>
      <p:sp>
        <p:nvSpPr>
          <p:cNvPr id="30" name="">
            <a:extLst xmlns:a="http://schemas.openxmlformats.org/drawingml/2006/main">
              <a:ext uri="{FF2B5EF4-FFF2-40B4-BE49-F238E27FC236}">
                <a16:creationId xmlns:a16="http://schemas.microsoft.com/office/drawing/2014/main" id="{6071ED1C-453D-4C6A-B77D-89928AC88A4C}"/>
              </a:ext>
            </a:extLst>
          </p:cNvPr>
          <p:cNvSpPr>
            <a:spLocks xmlns:a="http://schemas.openxmlformats.org/drawingml/2006/main" noGrp="1"/>
          </p:cNvSpPr>
          <p:nvPr/>
        </p:nvSpPr>
        <p:spPr>
          <a:xfrm xmlns:a="http://schemas.openxmlformats.org/drawingml/2006/main">
            <a:off x="4552950" y="46958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1" name="">
            <a:extLst xmlns:a="http://schemas.openxmlformats.org/drawingml/2006/main">
              <a:ext uri="{FF2B5EF4-FFF2-40B4-BE49-F238E27FC236}">
                <a16:creationId xmlns:a16="http://schemas.microsoft.com/office/drawing/2014/main" id="{35DB4DBA-A605-49B5-9AAE-9645579B3013}"/>
              </a:ext>
            </a:extLst>
          </p:cNvPr>
          <p:cNvSpPr>
            <a:spLocks xmlns:a="http://schemas.openxmlformats.org/drawingml/2006/main" noGrp="1"/>
          </p:cNvSpPr>
          <p:nvPr/>
        </p:nvSpPr>
        <p:spPr>
          <a:xfrm xmlns:a="http://schemas.openxmlformats.org/drawingml/2006/main">
            <a:off x="4667250" y="47815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Accept or reject requests</a:t>
            </a:r>
          </a:p>
        </p:txBody>
      </p:sp>
      <p:sp>
        <p:nvSpPr>
          <p:cNvPr id="32" name="">
            <a:extLst xmlns:a="http://schemas.openxmlformats.org/drawingml/2006/main">
              <a:ext uri="{FF2B5EF4-FFF2-40B4-BE49-F238E27FC236}">
                <a16:creationId xmlns:a16="http://schemas.microsoft.com/office/drawing/2014/main" id="{D97897D5-8F97-4F53-9E89-1B88BE0D27ED}"/>
              </a:ext>
            </a:extLst>
          </p:cNvPr>
          <p:cNvSpPr>
            <a:spLocks xmlns:a="http://schemas.openxmlformats.org/drawingml/2006/main" noGrp="1"/>
          </p:cNvSpPr>
          <p:nvPr/>
        </p:nvSpPr>
        <p:spPr>
          <a:xfrm xmlns:a="http://schemas.openxmlformats.org/drawingml/2006/main">
            <a:off x="4552950" y="52101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3" name="">
            <a:extLst xmlns:a="http://schemas.openxmlformats.org/drawingml/2006/main">
              <a:ext uri="{FF2B5EF4-FFF2-40B4-BE49-F238E27FC236}">
                <a16:creationId xmlns:a16="http://schemas.microsoft.com/office/drawing/2014/main" id="{AB8AC6AC-C604-4175-B28B-27C1AF8AAB75}"/>
              </a:ext>
            </a:extLst>
          </p:cNvPr>
          <p:cNvSpPr>
            <a:spLocks xmlns:a="http://schemas.openxmlformats.org/drawingml/2006/main" noGrp="1"/>
          </p:cNvSpPr>
          <p:nvPr/>
        </p:nvSpPr>
        <p:spPr>
          <a:xfrm xmlns:a="http://schemas.openxmlformats.org/drawingml/2006/main">
            <a:off x="4667250" y="52959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Booking chat and completion</a:t>
            </a:r>
          </a:p>
        </p:txBody>
      </p:sp>
      <p:sp>
        <p:nvSpPr>
          <p:cNvPr id="34" name="">
            <a:extLst xmlns:a="http://schemas.openxmlformats.org/drawingml/2006/main">
              <a:ext uri="{FF2B5EF4-FFF2-40B4-BE49-F238E27FC236}">
                <a16:creationId xmlns:a16="http://schemas.microsoft.com/office/drawing/2014/main" id="{8E4CD78E-88F3-4C01-B833-36DD64C4EB12}"/>
              </a:ext>
            </a:extLst>
          </p:cNvPr>
          <p:cNvSpPr>
            <a:spLocks xmlns:a="http://schemas.openxmlformats.org/drawingml/2006/main" noGrp="1"/>
          </p:cNvSpPr>
          <p:nvPr/>
        </p:nvSpPr>
        <p:spPr>
          <a:xfrm xmlns:a="http://schemas.openxmlformats.org/drawingml/2006/main">
            <a:off x="8191500" y="1885950"/>
            <a:ext cx="3429000" cy="40386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5" name="">
            <a:extLst xmlns:a="http://schemas.openxmlformats.org/drawingml/2006/main">
              <a:ext uri="{FF2B5EF4-FFF2-40B4-BE49-F238E27FC236}">
                <a16:creationId xmlns:a16="http://schemas.microsoft.com/office/drawing/2014/main" id="{722578E6-7E61-449E-8501-47EB414EF80E}"/>
              </a:ext>
            </a:extLst>
          </p:cNvPr>
          <p:cNvSpPr>
            <a:spLocks xmlns:a="http://schemas.openxmlformats.org/drawingml/2006/main" noGrp="1"/>
          </p:cNvSpPr>
          <p:nvPr/>
        </p:nvSpPr>
        <p:spPr>
          <a:xfrm xmlns:a="http://schemas.openxmlformats.org/drawingml/2006/main">
            <a:off x="8191500" y="1885950"/>
            <a:ext cx="34290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6" name="">
            <a:extLst xmlns:a="http://schemas.openxmlformats.org/drawingml/2006/main">
              <a:ext uri="{FF2B5EF4-FFF2-40B4-BE49-F238E27FC236}">
                <a16:creationId xmlns:a16="http://schemas.microsoft.com/office/drawing/2014/main" id="{9928C438-FC97-4288-BAB5-2D0130F89020}"/>
              </a:ext>
            </a:extLst>
          </p:cNvPr>
          <p:cNvSpPr>
            <a:spLocks xmlns:a="http://schemas.openxmlformats.org/drawingml/2006/main" noGrp="1"/>
          </p:cNvSpPr>
          <p:nvPr/>
        </p:nvSpPr>
        <p:spPr>
          <a:xfrm xmlns:a="http://schemas.openxmlformats.org/drawingml/2006/main">
            <a:off x="8343900" y="19812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37" name="">
            <a:extLst xmlns:a="http://schemas.openxmlformats.org/drawingml/2006/main">
              <a:ext uri="{FF2B5EF4-FFF2-40B4-BE49-F238E27FC236}">
                <a16:creationId xmlns:a16="http://schemas.microsoft.com/office/drawing/2014/main" id="{571C8689-ADE6-43F5-ABE0-C0B49C99D33E}"/>
              </a:ext>
            </a:extLst>
          </p:cNvPr>
          <p:cNvSpPr>
            <a:spLocks xmlns:a="http://schemas.openxmlformats.org/drawingml/2006/main" noGrp="1"/>
          </p:cNvSpPr>
          <p:nvPr/>
        </p:nvSpPr>
        <p:spPr>
          <a:xfrm xmlns:a="http://schemas.openxmlformats.org/drawingml/2006/main">
            <a:off x="8362950" y="2486025"/>
            <a:ext cx="3086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Admin Workspace</a:t>
            </a:r>
          </a:p>
        </p:txBody>
      </p:sp>
      <p:sp>
        <p:nvSpPr>
          <p:cNvPr id="38" name="">
            <a:extLst xmlns:a="http://schemas.openxmlformats.org/drawingml/2006/main">
              <a:ext uri="{FF2B5EF4-FFF2-40B4-BE49-F238E27FC236}">
                <a16:creationId xmlns:a16="http://schemas.microsoft.com/office/drawing/2014/main" id="{7EDE778C-33FB-476C-9426-D8A457AE81CA}"/>
              </a:ext>
            </a:extLst>
          </p:cNvPr>
          <p:cNvSpPr>
            <a:spLocks xmlns:a="http://schemas.openxmlformats.org/drawingml/2006/main" noGrp="1"/>
          </p:cNvSpPr>
          <p:nvPr/>
        </p:nvSpPr>
        <p:spPr>
          <a:xfrm xmlns:a="http://schemas.openxmlformats.org/drawingml/2006/main">
            <a:off x="8362950" y="287655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57FF"/>
                </a:solidFill>
              </a:defRPr>
            </a:defPPr>
          </a:lstStyle>
          <a:p xmlns:a="http://schemas.openxmlformats.org/drawingml/2006/main">
            <a:pPr>
              <a:defRPr sz="1725" b="0">
                <a:solidFill>
                  <a:srgbClr val="1557FF"/>
                </a:solidFill>
              </a:defRPr>
            </a:pPr>
            <a:r>
              <a:rPr sz="1725" b="0">
                <a:solidFill>
                  <a:srgbClr val="1557FF"/>
                </a:solidFill>
              </a:rPr>
              <a:t>Oversee marketplace operations</a:t>
            </a:r>
          </a:p>
        </p:txBody>
      </p:sp>
      <p:sp>
        <p:nvSpPr>
          <p:cNvPr id="39" name="">
            <a:extLst xmlns:a="http://schemas.openxmlformats.org/drawingml/2006/main">
              <a:ext uri="{FF2B5EF4-FFF2-40B4-BE49-F238E27FC236}">
                <a16:creationId xmlns:a16="http://schemas.microsoft.com/office/drawing/2014/main" id="{0A57E965-959F-4982-BCB1-5C1AFD7A1CD9}"/>
              </a:ext>
            </a:extLst>
          </p:cNvPr>
          <p:cNvSpPr>
            <a:spLocks xmlns:a="http://schemas.openxmlformats.org/drawingml/2006/main" noGrp="1"/>
          </p:cNvSpPr>
          <p:nvPr/>
        </p:nvSpPr>
        <p:spPr>
          <a:xfrm xmlns:a="http://schemas.openxmlformats.org/drawingml/2006/main">
            <a:off x="8362950" y="36671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0" name="">
            <a:extLst xmlns:a="http://schemas.openxmlformats.org/drawingml/2006/main">
              <a:ext uri="{FF2B5EF4-FFF2-40B4-BE49-F238E27FC236}">
                <a16:creationId xmlns:a16="http://schemas.microsoft.com/office/drawing/2014/main" id="{2A0644FA-B4D3-4344-8706-9CAD26F2E737}"/>
              </a:ext>
            </a:extLst>
          </p:cNvPr>
          <p:cNvSpPr>
            <a:spLocks xmlns:a="http://schemas.openxmlformats.org/drawingml/2006/main" noGrp="1"/>
          </p:cNvSpPr>
          <p:nvPr/>
        </p:nvSpPr>
        <p:spPr>
          <a:xfrm xmlns:a="http://schemas.openxmlformats.org/drawingml/2006/main">
            <a:off x="8477250" y="3752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Provider review and verification status</a:t>
            </a:r>
          </a:p>
        </p:txBody>
      </p:sp>
      <p:sp>
        <p:nvSpPr>
          <p:cNvPr id="41" name="">
            <a:extLst xmlns:a="http://schemas.openxmlformats.org/drawingml/2006/main">
              <a:ext uri="{FF2B5EF4-FFF2-40B4-BE49-F238E27FC236}">
                <a16:creationId xmlns:a16="http://schemas.microsoft.com/office/drawing/2014/main" id="{C8C60644-D25B-4942-96AA-E96DACF0EB08}"/>
              </a:ext>
            </a:extLst>
          </p:cNvPr>
          <p:cNvSpPr>
            <a:spLocks xmlns:a="http://schemas.openxmlformats.org/drawingml/2006/main" noGrp="1"/>
          </p:cNvSpPr>
          <p:nvPr/>
        </p:nvSpPr>
        <p:spPr>
          <a:xfrm xmlns:a="http://schemas.openxmlformats.org/drawingml/2006/main">
            <a:off x="8362950" y="41814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2" name="">
            <a:extLst xmlns:a="http://schemas.openxmlformats.org/drawingml/2006/main">
              <a:ext uri="{FF2B5EF4-FFF2-40B4-BE49-F238E27FC236}">
                <a16:creationId xmlns:a16="http://schemas.microsoft.com/office/drawing/2014/main" id="{C42CCB5B-ECA4-4B43-809A-B75BE060331E}"/>
              </a:ext>
            </a:extLst>
          </p:cNvPr>
          <p:cNvSpPr>
            <a:spLocks xmlns:a="http://schemas.openxmlformats.org/drawingml/2006/main" noGrp="1"/>
          </p:cNvSpPr>
          <p:nvPr/>
        </p:nvSpPr>
        <p:spPr>
          <a:xfrm xmlns:a="http://schemas.openxmlformats.org/drawingml/2006/main">
            <a:off x="8477250" y="4267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Marketplace policy settings</a:t>
            </a:r>
          </a:p>
        </p:txBody>
      </p:sp>
      <p:sp>
        <p:nvSpPr>
          <p:cNvPr id="43" name="">
            <a:extLst xmlns:a="http://schemas.openxmlformats.org/drawingml/2006/main">
              <a:ext uri="{FF2B5EF4-FFF2-40B4-BE49-F238E27FC236}">
                <a16:creationId xmlns:a16="http://schemas.microsoft.com/office/drawing/2014/main" id="{98E602C5-421D-4BBC-97EE-7B38ABC9A7EA}"/>
              </a:ext>
            </a:extLst>
          </p:cNvPr>
          <p:cNvSpPr>
            <a:spLocks xmlns:a="http://schemas.openxmlformats.org/drawingml/2006/main" noGrp="1"/>
          </p:cNvSpPr>
          <p:nvPr/>
        </p:nvSpPr>
        <p:spPr>
          <a:xfrm xmlns:a="http://schemas.openxmlformats.org/drawingml/2006/main">
            <a:off x="8362950" y="46958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4" name="">
            <a:extLst xmlns:a="http://schemas.openxmlformats.org/drawingml/2006/main">
              <a:ext uri="{FF2B5EF4-FFF2-40B4-BE49-F238E27FC236}">
                <a16:creationId xmlns:a16="http://schemas.microsoft.com/office/drawing/2014/main" id="{2167EC64-9A0D-4691-A373-0BC86E5D532A}"/>
              </a:ext>
            </a:extLst>
          </p:cNvPr>
          <p:cNvSpPr>
            <a:spLocks xmlns:a="http://schemas.openxmlformats.org/drawingml/2006/main" noGrp="1"/>
          </p:cNvSpPr>
          <p:nvPr/>
        </p:nvSpPr>
        <p:spPr>
          <a:xfrm xmlns:a="http://schemas.openxmlformats.org/drawingml/2006/main">
            <a:off x="8477250" y="47815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Linked payout account management</a:t>
            </a:r>
          </a:p>
        </p:txBody>
      </p:sp>
      <p:sp>
        <p:nvSpPr>
          <p:cNvPr id="45" name="">
            <a:extLst xmlns:a="http://schemas.openxmlformats.org/drawingml/2006/main">
              <a:ext uri="{FF2B5EF4-FFF2-40B4-BE49-F238E27FC236}">
                <a16:creationId xmlns:a16="http://schemas.microsoft.com/office/drawing/2014/main" id="{55743CEE-044C-4C76-BE2D-37335A9AEBA8}"/>
              </a:ext>
            </a:extLst>
          </p:cNvPr>
          <p:cNvSpPr>
            <a:spLocks xmlns:a="http://schemas.openxmlformats.org/drawingml/2006/main" noGrp="1"/>
          </p:cNvSpPr>
          <p:nvPr/>
        </p:nvSpPr>
        <p:spPr>
          <a:xfrm xmlns:a="http://schemas.openxmlformats.org/drawingml/2006/main">
            <a:off x="8362950" y="52101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6" name="">
            <a:extLst xmlns:a="http://schemas.openxmlformats.org/drawingml/2006/main">
              <a:ext uri="{FF2B5EF4-FFF2-40B4-BE49-F238E27FC236}">
                <a16:creationId xmlns:a16="http://schemas.microsoft.com/office/drawing/2014/main" id="{A4CC9775-5B58-47BB-9E8A-C1FA96108FD7}"/>
              </a:ext>
            </a:extLst>
          </p:cNvPr>
          <p:cNvSpPr>
            <a:spLocks xmlns:a="http://schemas.openxmlformats.org/drawingml/2006/main" noGrp="1"/>
          </p:cNvSpPr>
          <p:nvPr/>
        </p:nvSpPr>
        <p:spPr>
          <a:xfrm xmlns:a="http://schemas.openxmlformats.org/drawingml/2006/main">
            <a:off x="8477250" y="52959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Dispute resolution and audit records</a:t>
            </a:r>
          </a:p>
        </p:txBody>
      </p:sp>
    </p:spTree>
    <p:extLst>
      <p:ext uri="{BB962C8B-B14F-4D97-AF65-F5344CB8AC3E}">
        <p14:creationId xmlns:p14="http://schemas.microsoft.com/office/powerpoint/2010/main" val="5512686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9" name="">
            <a:extLst xmlns:a="http://schemas.openxmlformats.org/drawingml/2006/main">
              <a:ext uri="{FF2B5EF4-FFF2-40B4-BE49-F238E27FC236}">
                <a16:creationId xmlns:a16="http://schemas.microsoft.com/office/drawing/2014/main" id="{032BAEF5-FD3B-4AB2-84B7-9137E3E69E6C}"/>
              </a:ext>
            </a:extLst>
          </p:cNvPr>
          <p:cNvPicPr>
            <a:picLocks xmlns:a="http://schemas.openxmlformats.org/drawingml/2006/main" noChangeAspect="1"/>
          </p:cNvPicPr>
          <p:nvPr/>
        </p:nvPicPr>
        <p:blipFill>
          <a:blip xmlns:r="http://schemas.openxmlformats.org/officeDocument/2006/relationships" xmlns:a="http://schemas.openxmlformats.org/drawingml/2006/main" r:embed="R828940d284164117"/>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B817C0-1223-4A23-B9A6-F7AA4B870DF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BD663FE6-6535-4DEA-A5B9-281E3DB766D7}"/>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Frontend &amp; Backend Development</a:t>
            </a:r>
          </a:p>
        </p:txBody>
      </p:sp>
      <p:sp>
        <p:nvSpPr>
          <p:cNvPr id="4" name="">
            <a:extLst xmlns:a="http://schemas.openxmlformats.org/drawingml/2006/main">
              <a:ext uri="{FF2B5EF4-FFF2-40B4-BE49-F238E27FC236}">
                <a16:creationId xmlns:a16="http://schemas.microsoft.com/office/drawing/2014/main" id="{CF12C522-3EFD-486A-95D0-7AB2623EB705}"/>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53472AB1-F5CE-4FF5-8917-3175AD13C9CD}"/>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B7051A7D-2B67-48C1-AB57-71B9C09A095E}"/>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09</a:t>
            </a:r>
          </a:p>
        </p:txBody>
      </p:sp>
      <p:sp>
        <p:nvSpPr>
          <p:cNvPr id="7" name="">
            <a:extLst xmlns:a="http://schemas.openxmlformats.org/drawingml/2006/main">
              <a:ext uri="{FF2B5EF4-FFF2-40B4-BE49-F238E27FC236}">
                <a16:creationId xmlns:a16="http://schemas.microsoft.com/office/drawing/2014/main" id="{9057E764-AD2D-494E-A44B-D34AA93E1990}"/>
              </a:ext>
            </a:extLst>
          </p:cNvPr>
          <p:cNvSpPr>
            <a:spLocks xmlns:a="http://schemas.openxmlformats.org/drawingml/2006/main" noGrp="1"/>
          </p:cNvSpPr>
          <p:nvPr/>
        </p:nvSpPr>
        <p:spPr>
          <a:xfrm xmlns:a="http://schemas.openxmlformats.org/drawingml/2006/main">
            <a:off x="571500" y="1609725"/>
            <a:ext cx="5143500" cy="33623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8" name="">
            <a:extLst xmlns:a="http://schemas.openxmlformats.org/drawingml/2006/main">
              <a:ext uri="{FF2B5EF4-FFF2-40B4-BE49-F238E27FC236}">
                <a16:creationId xmlns:a16="http://schemas.microsoft.com/office/drawing/2014/main" id="{AC6EA6D8-9699-475B-AAEC-B388026D9915}"/>
              </a:ext>
            </a:extLst>
          </p:cNvPr>
          <p:cNvSpPr>
            <a:spLocks xmlns:a="http://schemas.openxmlformats.org/drawingml/2006/main" noGrp="1"/>
          </p:cNvSpPr>
          <p:nvPr/>
        </p:nvSpPr>
        <p:spPr>
          <a:xfrm xmlns:a="http://schemas.openxmlformats.org/drawingml/2006/main">
            <a:off x="571500" y="1609725"/>
            <a:ext cx="51435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998EC564-484A-42C6-9778-A0E927B34FE6}"/>
              </a:ext>
            </a:extLst>
          </p:cNvPr>
          <p:cNvSpPr>
            <a:spLocks xmlns:a="http://schemas.openxmlformats.org/drawingml/2006/main" noGrp="1"/>
          </p:cNvSpPr>
          <p:nvPr/>
        </p:nvSpPr>
        <p:spPr>
          <a:xfrm xmlns:a="http://schemas.openxmlformats.org/drawingml/2006/main">
            <a:off x="723900" y="170497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10" name="">
            <a:extLst xmlns:a="http://schemas.openxmlformats.org/drawingml/2006/main">
              <a:ext uri="{FF2B5EF4-FFF2-40B4-BE49-F238E27FC236}">
                <a16:creationId xmlns:a16="http://schemas.microsoft.com/office/drawing/2014/main" id="{0360039E-FF61-408B-B7EC-A0658B930862}"/>
              </a:ext>
            </a:extLst>
          </p:cNvPr>
          <p:cNvSpPr>
            <a:spLocks xmlns:a="http://schemas.openxmlformats.org/drawingml/2006/main" noGrp="1"/>
          </p:cNvSpPr>
          <p:nvPr/>
        </p:nvSpPr>
        <p:spPr>
          <a:xfrm xmlns:a="http://schemas.openxmlformats.org/drawingml/2006/main">
            <a:off x="742950" y="220980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Frontend</a:t>
            </a:r>
          </a:p>
        </p:txBody>
      </p:sp>
      <p:sp>
        <p:nvSpPr>
          <p:cNvPr id="11" name="">
            <a:extLst xmlns:a="http://schemas.openxmlformats.org/drawingml/2006/main">
              <a:ext uri="{FF2B5EF4-FFF2-40B4-BE49-F238E27FC236}">
                <a16:creationId xmlns:a16="http://schemas.microsoft.com/office/drawing/2014/main" id="{B8000DBF-52C3-462F-82C6-3F0BAFABC724}"/>
              </a:ext>
            </a:extLst>
          </p:cNvPr>
          <p:cNvSpPr>
            <a:spLocks xmlns:a="http://schemas.openxmlformats.org/drawingml/2006/main" noGrp="1"/>
          </p:cNvSpPr>
          <p:nvPr/>
        </p:nvSpPr>
        <p:spPr>
          <a:xfrm xmlns:a="http://schemas.openxmlformats.org/drawingml/2006/main">
            <a:off x="6477000" y="1609725"/>
            <a:ext cx="5143500" cy="33623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2" name="">
            <a:extLst xmlns:a="http://schemas.openxmlformats.org/drawingml/2006/main">
              <a:ext uri="{FF2B5EF4-FFF2-40B4-BE49-F238E27FC236}">
                <a16:creationId xmlns:a16="http://schemas.microsoft.com/office/drawing/2014/main" id="{6097DDD1-2128-447A-AC94-64250BD72B62}"/>
              </a:ext>
            </a:extLst>
          </p:cNvPr>
          <p:cNvSpPr>
            <a:spLocks xmlns:a="http://schemas.openxmlformats.org/drawingml/2006/main" noGrp="1"/>
          </p:cNvSpPr>
          <p:nvPr/>
        </p:nvSpPr>
        <p:spPr>
          <a:xfrm xmlns:a="http://schemas.openxmlformats.org/drawingml/2006/main">
            <a:off x="6477000" y="1609725"/>
            <a:ext cx="51435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3" name="">
            <a:extLst xmlns:a="http://schemas.openxmlformats.org/drawingml/2006/main">
              <a:ext uri="{FF2B5EF4-FFF2-40B4-BE49-F238E27FC236}">
                <a16:creationId xmlns:a16="http://schemas.microsoft.com/office/drawing/2014/main" id="{3A5E24DB-3A01-4B57-AABF-EF80BE43AC0F}"/>
              </a:ext>
            </a:extLst>
          </p:cNvPr>
          <p:cNvSpPr>
            <a:spLocks xmlns:a="http://schemas.openxmlformats.org/drawingml/2006/main" noGrp="1"/>
          </p:cNvSpPr>
          <p:nvPr/>
        </p:nvSpPr>
        <p:spPr>
          <a:xfrm xmlns:a="http://schemas.openxmlformats.org/drawingml/2006/main">
            <a:off x="6629400" y="170497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14" name="">
            <a:extLst xmlns:a="http://schemas.openxmlformats.org/drawingml/2006/main">
              <a:ext uri="{FF2B5EF4-FFF2-40B4-BE49-F238E27FC236}">
                <a16:creationId xmlns:a16="http://schemas.microsoft.com/office/drawing/2014/main" id="{D53A1DC7-777C-4292-A180-D7D9F03A9A6D}"/>
              </a:ext>
            </a:extLst>
          </p:cNvPr>
          <p:cNvSpPr>
            <a:spLocks xmlns:a="http://schemas.openxmlformats.org/drawingml/2006/main" noGrp="1"/>
          </p:cNvSpPr>
          <p:nvPr/>
        </p:nvSpPr>
        <p:spPr>
          <a:xfrm xmlns:a="http://schemas.openxmlformats.org/drawingml/2006/main">
            <a:off x="6648450" y="220980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Backend</a:t>
            </a:r>
          </a:p>
        </p:txBody>
      </p:sp>
      <p:sp>
        <p:nvSpPr>
          <p:cNvPr id="15" name="">
            <a:extLst xmlns:a="http://schemas.openxmlformats.org/drawingml/2006/main">
              <a:ext uri="{FF2B5EF4-FFF2-40B4-BE49-F238E27FC236}">
                <a16:creationId xmlns:a16="http://schemas.microsoft.com/office/drawing/2014/main" id="{1E4A42F1-F5E0-4180-966B-8B0F02C918E0}"/>
              </a:ext>
            </a:extLst>
          </p:cNvPr>
          <p:cNvSpPr>
            <a:spLocks xmlns:a="http://schemas.openxmlformats.org/drawingml/2006/main" noGrp="1"/>
          </p:cNvSpPr>
          <p:nvPr/>
        </p:nvSpPr>
        <p:spPr>
          <a:xfrm xmlns:a="http://schemas.openxmlformats.org/drawingml/2006/main">
            <a:off x="742950" y="26193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01</a:t>
            </a:r>
          </a:p>
        </p:txBody>
      </p:sp>
      <p:sp>
        <p:nvSpPr>
          <p:cNvPr id="16" name="">
            <a:extLst xmlns:a="http://schemas.openxmlformats.org/drawingml/2006/main">
              <a:ext uri="{FF2B5EF4-FFF2-40B4-BE49-F238E27FC236}">
                <a16:creationId xmlns:a16="http://schemas.microsoft.com/office/drawing/2014/main" id="{74FCEF38-AE7D-46C8-B2BB-88CE33DF974B}"/>
              </a:ext>
            </a:extLst>
          </p:cNvPr>
          <p:cNvSpPr>
            <a:spLocks xmlns:a="http://schemas.openxmlformats.org/drawingml/2006/main" noGrp="1"/>
          </p:cNvSpPr>
          <p:nvPr/>
        </p:nvSpPr>
        <p:spPr>
          <a:xfrm xmlns:a="http://schemas.openxmlformats.org/drawingml/2006/main">
            <a:off x="1200150" y="26193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React components and reusable forms</a:t>
            </a:r>
          </a:p>
        </p:txBody>
      </p:sp>
      <p:sp>
        <p:nvSpPr>
          <p:cNvPr id="17" name="">
            <a:extLst xmlns:a="http://schemas.openxmlformats.org/drawingml/2006/main">
              <a:ext uri="{FF2B5EF4-FFF2-40B4-BE49-F238E27FC236}">
                <a16:creationId xmlns:a16="http://schemas.microsoft.com/office/drawing/2014/main" id="{BA5B96D4-71C5-496E-8BB1-C91953EB59A2}"/>
              </a:ext>
            </a:extLst>
          </p:cNvPr>
          <p:cNvSpPr>
            <a:spLocks xmlns:a="http://schemas.openxmlformats.org/drawingml/2006/main" noGrp="1"/>
          </p:cNvSpPr>
          <p:nvPr/>
        </p:nvSpPr>
        <p:spPr>
          <a:xfrm xmlns:a="http://schemas.openxmlformats.org/drawingml/2006/main">
            <a:off x="742950" y="29813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18" name="">
            <a:extLst xmlns:a="http://schemas.openxmlformats.org/drawingml/2006/main">
              <a:ext uri="{FF2B5EF4-FFF2-40B4-BE49-F238E27FC236}">
                <a16:creationId xmlns:a16="http://schemas.microsoft.com/office/drawing/2014/main" id="{E472FAF5-608B-4E4D-AC9D-CBA0B35FFE98}"/>
              </a:ext>
            </a:extLst>
          </p:cNvPr>
          <p:cNvSpPr>
            <a:spLocks xmlns:a="http://schemas.openxmlformats.org/drawingml/2006/main" noGrp="1"/>
          </p:cNvSpPr>
          <p:nvPr/>
        </p:nvSpPr>
        <p:spPr>
          <a:xfrm xmlns:a="http://schemas.openxmlformats.org/drawingml/2006/main">
            <a:off x="1200150" y="29813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React Router for public and protected pages</a:t>
            </a:r>
          </a:p>
        </p:txBody>
      </p:sp>
      <p:sp>
        <p:nvSpPr>
          <p:cNvPr id="19" name="">
            <a:extLst xmlns:a="http://schemas.openxmlformats.org/drawingml/2006/main">
              <a:ext uri="{FF2B5EF4-FFF2-40B4-BE49-F238E27FC236}">
                <a16:creationId xmlns:a16="http://schemas.microsoft.com/office/drawing/2014/main" id="{29AB7FED-16D3-4D16-A160-61D3E0F408B1}"/>
              </a:ext>
            </a:extLst>
          </p:cNvPr>
          <p:cNvSpPr>
            <a:spLocks xmlns:a="http://schemas.openxmlformats.org/drawingml/2006/main" noGrp="1"/>
          </p:cNvSpPr>
          <p:nvPr/>
        </p:nvSpPr>
        <p:spPr>
          <a:xfrm xmlns:a="http://schemas.openxmlformats.org/drawingml/2006/main">
            <a:off x="742950" y="33432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20" name="">
            <a:extLst xmlns:a="http://schemas.openxmlformats.org/drawingml/2006/main">
              <a:ext uri="{FF2B5EF4-FFF2-40B4-BE49-F238E27FC236}">
                <a16:creationId xmlns:a16="http://schemas.microsoft.com/office/drawing/2014/main" id="{4B9FF810-91A8-4561-B896-7B2007B4830D}"/>
              </a:ext>
            </a:extLst>
          </p:cNvPr>
          <p:cNvSpPr>
            <a:spLocks xmlns:a="http://schemas.openxmlformats.org/drawingml/2006/main" noGrp="1"/>
          </p:cNvSpPr>
          <p:nvPr/>
        </p:nvSpPr>
        <p:spPr>
          <a:xfrm xmlns:a="http://schemas.openxmlformats.org/drawingml/2006/main">
            <a:off x="1200150" y="33432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Role-based customer, provider and admin views</a:t>
            </a:r>
          </a:p>
        </p:txBody>
      </p:sp>
      <p:sp>
        <p:nvSpPr>
          <p:cNvPr id="21" name="">
            <a:extLst xmlns:a="http://schemas.openxmlformats.org/drawingml/2006/main">
              <a:ext uri="{FF2B5EF4-FFF2-40B4-BE49-F238E27FC236}">
                <a16:creationId xmlns:a16="http://schemas.microsoft.com/office/drawing/2014/main" id="{CB15C5B2-BA20-44BF-BA0A-8C89A1F5A6AA}"/>
              </a:ext>
            </a:extLst>
          </p:cNvPr>
          <p:cNvSpPr>
            <a:spLocks xmlns:a="http://schemas.openxmlformats.org/drawingml/2006/main" noGrp="1"/>
          </p:cNvSpPr>
          <p:nvPr/>
        </p:nvSpPr>
        <p:spPr>
          <a:xfrm xmlns:a="http://schemas.openxmlformats.org/drawingml/2006/main">
            <a:off x="742950" y="37052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22" name="">
            <a:extLst xmlns:a="http://schemas.openxmlformats.org/drawingml/2006/main">
              <a:ext uri="{FF2B5EF4-FFF2-40B4-BE49-F238E27FC236}">
                <a16:creationId xmlns:a16="http://schemas.microsoft.com/office/drawing/2014/main" id="{F3239787-1A63-47CA-B18D-272C28C52AEC}"/>
              </a:ext>
            </a:extLst>
          </p:cNvPr>
          <p:cNvSpPr>
            <a:spLocks xmlns:a="http://schemas.openxmlformats.org/drawingml/2006/main" noGrp="1"/>
          </p:cNvSpPr>
          <p:nvPr/>
        </p:nvSpPr>
        <p:spPr>
          <a:xfrm xmlns:a="http://schemas.openxmlformats.org/drawingml/2006/main">
            <a:off x="1200150" y="37052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Session state and API client integration</a:t>
            </a:r>
          </a:p>
        </p:txBody>
      </p:sp>
      <p:sp>
        <p:nvSpPr>
          <p:cNvPr id="23" name="">
            <a:extLst xmlns:a="http://schemas.openxmlformats.org/drawingml/2006/main">
              <a:ext uri="{FF2B5EF4-FFF2-40B4-BE49-F238E27FC236}">
                <a16:creationId xmlns:a16="http://schemas.microsoft.com/office/drawing/2014/main" id="{0038FAC9-E5B3-457B-9E86-766387A0082A}"/>
              </a:ext>
            </a:extLst>
          </p:cNvPr>
          <p:cNvSpPr>
            <a:spLocks xmlns:a="http://schemas.openxmlformats.org/drawingml/2006/main" noGrp="1"/>
          </p:cNvSpPr>
          <p:nvPr/>
        </p:nvSpPr>
        <p:spPr>
          <a:xfrm xmlns:a="http://schemas.openxmlformats.org/drawingml/2006/main">
            <a:off x="742950" y="40671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24" name="">
            <a:extLst xmlns:a="http://schemas.openxmlformats.org/drawingml/2006/main">
              <a:ext uri="{FF2B5EF4-FFF2-40B4-BE49-F238E27FC236}">
                <a16:creationId xmlns:a16="http://schemas.microsoft.com/office/drawing/2014/main" id="{DA2348A7-D233-4D12-B3B1-0A3D01A3F4D3}"/>
              </a:ext>
            </a:extLst>
          </p:cNvPr>
          <p:cNvSpPr>
            <a:spLocks xmlns:a="http://schemas.openxmlformats.org/drawingml/2006/main" noGrp="1"/>
          </p:cNvSpPr>
          <p:nvPr/>
        </p:nvSpPr>
        <p:spPr>
          <a:xfrm xmlns:a="http://schemas.openxmlformats.org/drawingml/2006/main">
            <a:off x="1200150" y="40671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Responsive Tailwind CSS layouts</a:t>
            </a:r>
          </a:p>
        </p:txBody>
      </p:sp>
      <p:sp>
        <p:nvSpPr>
          <p:cNvPr id="25" name="">
            <a:extLst xmlns:a="http://schemas.openxmlformats.org/drawingml/2006/main">
              <a:ext uri="{FF2B5EF4-FFF2-40B4-BE49-F238E27FC236}">
                <a16:creationId xmlns:a16="http://schemas.microsoft.com/office/drawing/2014/main" id="{92780972-4A4F-4CE3-9BB6-23A152D112D3}"/>
              </a:ext>
            </a:extLst>
          </p:cNvPr>
          <p:cNvSpPr>
            <a:spLocks xmlns:a="http://schemas.openxmlformats.org/drawingml/2006/main" noGrp="1"/>
          </p:cNvSpPr>
          <p:nvPr/>
        </p:nvSpPr>
        <p:spPr>
          <a:xfrm xmlns:a="http://schemas.openxmlformats.org/drawingml/2006/main">
            <a:off x="742950" y="44291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26" name="">
            <a:extLst xmlns:a="http://schemas.openxmlformats.org/drawingml/2006/main">
              <a:ext uri="{FF2B5EF4-FFF2-40B4-BE49-F238E27FC236}">
                <a16:creationId xmlns:a16="http://schemas.microsoft.com/office/drawing/2014/main" id="{68D0F0F9-DB06-48D1-B403-9B40B5CB3E8F}"/>
              </a:ext>
            </a:extLst>
          </p:cNvPr>
          <p:cNvSpPr>
            <a:spLocks xmlns:a="http://schemas.openxmlformats.org/drawingml/2006/main" noGrp="1"/>
          </p:cNvSpPr>
          <p:nvPr/>
        </p:nvSpPr>
        <p:spPr>
          <a:xfrm xmlns:a="http://schemas.openxmlformats.org/drawingml/2006/main">
            <a:off x="1200150" y="44291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Socket.IO client for booking chat</a:t>
            </a:r>
          </a:p>
        </p:txBody>
      </p:sp>
      <p:sp>
        <p:nvSpPr>
          <p:cNvPr id="27" name="">
            <a:extLst xmlns:a="http://schemas.openxmlformats.org/drawingml/2006/main">
              <a:ext uri="{FF2B5EF4-FFF2-40B4-BE49-F238E27FC236}">
                <a16:creationId xmlns:a16="http://schemas.microsoft.com/office/drawing/2014/main" id="{55A91B75-AF0C-4AC0-B5B7-F97A64B0C17C}"/>
              </a:ext>
            </a:extLst>
          </p:cNvPr>
          <p:cNvSpPr>
            <a:spLocks xmlns:a="http://schemas.openxmlformats.org/drawingml/2006/main" noGrp="1"/>
          </p:cNvSpPr>
          <p:nvPr/>
        </p:nvSpPr>
        <p:spPr>
          <a:xfrm xmlns:a="http://schemas.openxmlformats.org/drawingml/2006/main">
            <a:off x="6648450" y="26193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01</a:t>
            </a:r>
          </a:p>
        </p:txBody>
      </p:sp>
      <p:sp>
        <p:nvSpPr>
          <p:cNvPr id="28" name="">
            <a:extLst xmlns:a="http://schemas.openxmlformats.org/drawingml/2006/main">
              <a:ext uri="{FF2B5EF4-FFF2-40B4-BE49-F238E27FC236}">
                <a16:creationId xmlns:a16="http://schemas.microsoft.com/office/drawing/2014/main" id="{5CF57AD0-A33D-48A7-8171-826DF6E34090}"/>
              </a:ext>
            </a:extLst>
          </p:cNvPr>
          <p:cNvSpPr>
            <a:spLocks xmlns:a="http://schemas.openxmlformats.org/drawingml/2006/main" noGrp="1"/>
          </p:cNvSpPr>
          <p:nvPr/>
        </p:nvSpPr>
        <p:spPr>
          <a:xfrm xmlns:a="http://schemas.openxmlformats.org/drawingml/2006/main">
            <a:off x="7105650" y="26193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Express routes under /api/v1</a:t>
            </a:r>
          </a:p>
        </p:txBody>
      </p:sp>
      <p:sp>
        <p:nvSpPr>
          <p:cNvPr id="29" name="">
            <a:extLst xmlns:a="http://schemas.openxmlformats.org/drawingml/2006/main">
              <a:ext uri="{FF2B5EF4-FFF2-40B4-BE49-F238E27FC236}">
                <a16:creationId xmlns:a16="http://schemas.microsoft.com/office/drawing/2014/main" id="{707B04D2-0AAE-4434-BD0D-A4FFBC2AA44F}"/>
              </a:ext>
            </a:extLst>
          </p:cNvPr>
          <p:cNvSpPr>
            <a:spLocks xmlns:a="http://schemas.openxmlformats.org/drawingml/2006/main" noGrp="1"/>
          </p:cNvSpPr>
          <p:nvPr/>
        </p:nvSpPr>
        <p:spPr>
          <a:xfrm xmlns:a="http://schemas.openxmlformats.org/drawingml/2006/main">
            <a:off x="6648450" y="29813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30" name="">
            <a:extLst xmlns:a="http://schemas.openxmlformats.org/drawingml/2006/main">
              <a:ext uri="{FF2B5EF4-FFF2-40B4-BE49-F238E27FC236}">
                <a16:creationId xmlns:a16="http://schemas.microsoft.com/office/drawing/2014/main" id="{040E93D0-8943-4AF2-B2E2-B617026490A3}"/>
              </a:ext>
            </a:extLst>
          </p:cNvPr>
          <p:cNvSpPr>
            <a:spLocks xmlns:a="http://schemas.openxmlformats.org/drawingml/2006/main" noGrp="1"/>
          </p:cNvSpPr>
          <p:nvPr/>
        </p:nvSpPr>
        <p:spPr>
          <a:xfrm xmlns:a="http://schemas.openxmlformats.org/drawingml/2006/main">
            <a:off x="7105650" y="29813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JWT authentication and access checks</a:t>
            </a:r>
          </a:p>
        </p:txBody>
      </p:sp>
      <p:sp>
        <p:nvSpPr>
          <p:cNvPr id="31" name="">
            <a:extLst xmlns:a="http://schemas.openxmlformats.org/drawingml/2006/main">
              <a:ext uri="{FF2B5EF4-FFF2-40B4-BE49-F238E27FC236}">
                <a16:creationId xmlns:a16="http://schemas.microsoft.com/office/drawing/2014/main" id="{02E5B630-A16F-44F2-A82F-F6E53EBF837E}"/>
              </a:ext>
            </a:extLst>
          </p:cNvPr>
          <p:cNvSpPr>
            <a:spLocks xmlns:a="http://schemas.openxmlformats.org/drawingml/2006/main" noGrp="1"/>
          </p:cNvSpPr>
          <p:nvPr/>
        </p:nvSpPr>
        <p:spPr>
          <a:xfrm xmlns:a="http://schemas.openxmlformats.org/drawingml/2006/main">
            <a:off x="6648450" y="33432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32" name="">
            <a:extLst xmlns:a="http://schemas.openxmlformats.org/drawingml/2006/main">
              <a:ext uri="{FF2B5EF4-FFF2-40B4-BE49-F238E27FC236}">
                <a16:creationId xmlns:a16="http://schemas.microsoft.com/office/drawing/2014/main" id="{A97E3B78-685B-4405-BEDF-8415EEFB9791}"/>
              </a:ext>
            </a:extLst>
          </p:cNvPr>
          <p:cNvSpPr>
            <a:spLocks xmlns:a="http://schemas.openxmlformats.org/drawingml/2006/main" noGrp="1"/>
          </p:cNvSpPr>
          <p:nvPr/>
        </p:nvSpPr>
        <p:spPr>
          <a:xfrm xmlns:a="http://schemas.openxmlformats.org/drawingml/2006/main">
            <a:off x="7105650" y="33432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Mongoose models and input validation</a:t>
            </a:r>
          </a:p>
        </p:txBody>
      </p:sp>
      <p:sp>
        <p:nvSpPr>
          <p:cNvPr id="33" name="">
            <a:extLst xmlns:a="http://schemas.openxmlformats.org/drawingml/2006/main">
              <a:ext uri="{FF2B5EF4-FFF2-40B4-BE49-F238E27FC236}">
                <a16:creationId xmlns:a16="http://schemas.microsoft.com/office/drawing/2014/main" id="{86462A01-EC28-41AF-AE19-08C7D6C6DA29}"/>
              </a:ext>
            </a:extLst>
          </p:cNvPr>
          <p:cNvSpPr>
            <a:spLocks xmlns:a="http://schemas.openxmlformats.org/drawingml/2006/main" noGrp="1"/>
          </p:cNvSpPr>
          <p:nvPr/>
        </p:nvSpPr>
        <p:spPr>
          <a:xfrm xmlns:a="http://schemas.openxmlformats.org/drawingml/2006/main">
            <a:off x="6648450" y="37052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34" name="">
            <a:extLst xmlns:a="http://schemas.openxmlformats.org/drawingml/2006/main">
              <a:ext uri="{FF2B5EF4-FFF2-40B4-BE49-F238E27FC236}">
                <a16:creationId xmlns:a16="http://schemas.microsoft.com/office/drawing/2014/main" id="{1D5B3509-BA38-4DB6-A371-F99A3D538718}"/>
              </a:ext>
            </a:extLst>
          </p:cNvPr>
          <p:cNvSpPr>
            <a:spLocks xmlns:a="http://schemas.openxmlformats.org/drawingml/2006/main" noGrp="1"/>
          </p:cNvSpPr>
          <p:nvPr/>
        </p:nvSpPr>
        <p:spPr>
          <a:xfrm xmlns:a="http://schemas.openxmlformats.org/drawingml/2006/main">
            <a:off x="7105650" y="37052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Booking and payment lifecycle services</a:t>
            </a:r>
          </a:p>
        </p:txBody>
      </p:sp>
      <p:sp>
        <p:nvSpPr>
          <p:cNvPr id="35" name="">
            <a:extLst xmlns:a="http://schemas.openxmlformats.org/drawingml/2006/main">
              <a:ext uri="{FF2B5EF4-FFF2-40B4-BE49-F238E27FC236}">
                <a16:creationId xmlns:a16="http://schemas.microsoft.com/office/drawing/2014/main" id="{20682EF9-478E-4AEB-99E6-69AA629CC6B2}"/>
              </a:ext>
            </a:extLst>
          </p:cNvPr>
          <p:cNvSpPr>
            <a:spLocks xmlns:a="http://schemas.openxmlformats.org/drawingml/2006/main" noGrp="1"/>
          </p:cNvSpPr>
          <p:nvPr/>
        </p:nvSpPr>
        <p:spPr>
          <a:xfrm xmlns:a="http://schemas.openxmlformats.org/drawingml/2006/main">
            <a:off x="6648450" y="40671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36" name="">
            <a:extLst xmlns:a="http://schemas.openxmlformats.org/drawingml/2006/main">
              <a:ext uri="{FF2B5EF4-FFF2-40B4-BE49-F238E27FC236}">
                <a16:creationId xmlns:a16="http://schemas.microsoft.com/office/drawing/2014/main" id="{800CBBDF-573F-4AE0-95A3-5DA4DE8BA7BD}"/>
              </a:ext>
            </a:extLst>
          </p:cNvPr>
          <p:cNvSpPr>
            <a:spLocks xmlns:a="http://schemas.openxmlformats.org/drawingml/2006/main" noGrp="1"/>
          </p:cNvSpPr>
          <p:nvPr/>
        </p:nvSpPr>
        <p:spPr>
          <a:xfrm xmlns:a="http://schemas.openxmlformats.org/drawingml/2006/main">
            <a:off x="7105650" y="40671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Signed webhook processing and audit records</a:t>
            </a:r>
          </a:p>
        </p:txBody>
      </p:sp>
      <p:sp>
        <p:nvSpPr>
          <p:cNvPr id="37" name="">
            <a:extLst xmlns:a="http://schemas.openxmlformats.org/drawingml/2006/main">
              <a:ext uri="{FF2B5EF4-FFF2-40B4-BE49-F238E27FC236}">
                <a16:creationId xmlns:a16="http://schemas.microsoft.com/office/drawing/2014/main" id="{5FEA436F-7A33-4708-A97D-C20566D3E984}"/>
              </a:ext>
            </a:extLst>
          </p:cNvPr>
          <p:cNvSpPr>
            <a:spLocks xmlns:a="http://schemas.openxmlformats.org/drawingml/2006/main" noGrp="1"/>
          </p:cNvSpPr>
          <p:nvPr/>
        </p:nvSpPr>
        <p:spPr>
          <a:xfrm xmlns:a="http://schemas.openxmlformats.org/drawingml/2006/main">
            <a:off x="6648450" y="44291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38" name="">
            <a:extLst xmlns:a="http://schemas.openxmlformats.org/drawingml/2006/main">
              <a:ext uri="{FF2B5EF4-FFF2-40B4-BE49-F238E27FC236}">
                <a16:creationId xmlns:a16="http://schemas.microsoft.com/office/drawing/2014/main" id="{3175BA77-E3BB-4D1D-846B-39376D7EB3A9}"/>
              </a:ext>
            </a:extLst>
          </p:cNvPr>
          <p:cNvSpPr>
            <a:spLocks xmlns:a="http://schemas.openxmlformats.org/drawingml/2006/main" noGrp="1"/>
          </p:cNvSpPr>
          <p:nvPr/>
        </p:nvSpPr>
        <p:spPr>
          <a:xfrm xmlns:a="http://schemas.openxmlformats.org/drawingml/2006/main">
            <a:off x="7105650" y="44291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Socket.IO server and background worker</a:t>
            </a:r>
          </a:p>
        </p:txBody>
      </p:sp>
      <p:sp>
        <p:nvSpPr>
          <p:cNvPr id="39" name="">
            <a:extLst xmlns:a="http://schemas.openxmlformats.org/drawingml/2006/main">
              <a:ext uri="{FF2B5EF4-FFF2-40B4-BE49-F238E27FC236}">
                <a16:creationId xmlns:a16="http://schemas.microsoft.com/office/drawing/2014/main" id="{3E4A8FA6-B002-4F59-9BAF-734A1CA971B0}"/>
              </a:ext>
            </a:extLst>
          </p:cNvPr>
          <p:cNvSpPr>
            <a:spLocks xmlns:a="http://schemas.openxmlformats.org/drawingml/2006/main" noGrp="1"/>
          </p:cNvSpPr>
          <p:nvPr/>
        </p:nvSpPr>
        <p:spPr>
          <a:xfrm xmlns:a="http://schemas.openxmlformats.org/drawingml/2006/main">
            <a:off x="5715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Client request</a:t>
            </a:r>
          </a:p>
        </p:txBody>
      </p:sp>
      <p:sp>
        <p:nvSpPr>
          <p:cNvPr id="40" name="">
            <a:extLst xmlns:a="http://schemas.openxmlformats.org/drawingml/2006/main">
              <a:ext uri="{FF2B5EF4-FFF2-40B4-BE49-F238E27FC236}">
                <a16:creationId xmlns:a16="http://schemas.microsoft.com/office/drawing/2014/main" id="{9FAF148F-1E02-4C95-8609-EEB24F653D4C}"/>
              </a:ext>
            </a:extLst>
          </p:cNvPr>
          <p:cNvSpPr>
            <a:spLocks xmlns:a="http://schemas.openxmlformats.org/drawingml/2006/main" noGrp="1"/>
          </p:cNvSpPr>
          <p:nvPr/>
        </p:nvSpPr>
        <p:spPr>
          <a:xfrm xmlns:a="http://schemas.openxmlformats.org/drawingml/2006/main">
            <a:off x="3048000" y="5819775"/>
            <a:ext cx="381000" cy="0"/>
          </a:xfrm>
          <a:prstGeom xmlns:a="http://schemas.openxmlformats.org/drawingml/2006/main" prst="line">
            <a:avLst/>
          </a:prstGeom>
          <a:ln xmlns:a="http://schemas.openxmlformats.org/drawingml/2006/main" w="19050">
            <a:solidFill>
              <a:srgbClr val="1557FF"/>
            </a:solidFill>
          </a:ln>
        </p:spPr>
      </p:sp>
      <p:sp>
        <p:nvSpPr>
          <p:cNvPr id="41" name="">
            <a:extLst xmlns:a="http://schemas.openxmlformats.org/drawingml/2006/main">
              <a:ext uri="{FF2B5EF4-FFF2-40B4-BE49-F238E27FC236}">
                <a16:creationId xmlns:a16="http://schemas.microsoft.com/office/drawing/2014/main" id="{E6590C13-304D-4A81-923D-3842A4C12E71}"/>
              </a:ext>
            </a:extLst>
          </p:cNvPr>
          <p:cNvSpPr>
            <a:spLocks xmlns:a="http://schemas.openxmlformats.org/drawingml/2006/main" noGrp="1"/>
          </p:cNvSpPr>
          <p:nvPr/>
        </p:nvSpPr>
        <p:spPr>
          <a:xfrm xmlns:a="http://schemas.openxmlformats.org/drawingml/2006/main">
            <a:off x="3333750" y="56292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42" name="">
            <a:extLst xmlns:a="http://schemas.openxmlformats.org/drawingml/2006/main">
              <a:ext uri="{FF2B5EF4-FFF2-40B4-BE49-F238E27FC236}">
                <a16:creationId xmlns:a16="http://schemas.microsoft.com/office/drawing/2014/main" id="{24C73326-B68F-4E31-A1C9-6B5CD19C1B9E}"/>
              </a:ext>
            </a:extLst>
          </p:cNvPr>
          <p:cNvSpPr>
            <a:spLocks xmlns:a="http://schemas.openxmlformats.org/drawingml/2006/main" noGrp="1"/>
          </p:cNvSpPr>
          <p:nvPr/>
        </p:nvSpPr>
        <p:spPr>
          <a:xfrm xmlns:a="http://schemas.openxmlformats.org/drawingml/2006/main">
            <a:off x="34290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Auth &amp; validation</a:t>
            </a:r>
          </a:p>
        </p:txBody>
      </p:sp>
      <p:sp>
        <p:nvSpPr>
          <p:cNvPr id="43" name="">
            <a:extLst xmlns:a="http://schemas.openxmlformats.org/drawingml/2006/main">
              <a:ext uri="{FF2B5EF4-FFF2-40B4-BE49-F238E27FC236}">
                <a16:creationId xmlns:a16="http://schemas.microsoft.com/office/drawing/2014/main" id="{FB349198-0079-4445-A95A-5638005C1E5E}"/>
              </a:ext>
            </a:extLst>
          </p:cNvPr>
          <p:cNvSpPr>
            <a:spLocks xmlns:a="http://schemas.openxmlformats.org/drawingml/2006/main" noGrp="1"/>
          </p:cNvSpPr>
          <p:nvPr/>
        </p:nvSpPr>
        <p:spPr>
          <a:xfrm xmlns:a="http://schemas.openxmlformats.org/drawingml/2006/main">
            <a:off x="5905500" y="5819775"/>
            <a:ext cx="381000" cy="0"/>
          </a:xfrm>
          <a:prstGeom xmlns:a="http://schemas.openxmlformats.org/drawingml/2006/main" prst="line">
            <a:avLst/>
          </a:prstGeom>
          <a:ln xmlns:a="http://schemas.openxmlformats.org/drawingml/2006/main" w="19050">
            <a:solidFill>
              <a:srgbClr val="1557FF"/>
            </a:solidFill>
          </a:ln>
        </p:spPr>
      </p:sp>
      <p:sp>
        <p:nvSpPr>
          <p:cNvPr id="44" name="">
            <a:extLst xmlns:a="http://schemas.openxmlformats.org/drawingml/2006/main">
              <a:ext uri="{FF2B5EF4-FFF2-40B4-BE49-F238E27FC236}">
                <a16:creationId xmlns:a16="http://schemas.microsoft.com/office/drawing/2014/main" id="{679016C7-4CB1-4BA0-8AFB-22A812AD384B}"/>
              </a:ext>
            </a:extLst>
          </p:cNvPr>
          <p:cNvSpPr>
            <a:spLocks xmlns:a="http://schemas.openxmlformats.org/drawingml/2006/main" noGrp="1"/>
          </p:cNvSpPr>
          <p:nvPr/>
        </p:nvSpPr>
        <p:spPr>
          <a:xfrm xmlns:a="http://schemas.openxmlformats.org/drawingml/2006/main">
            <a:off x="6191250" y="56292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45" name="">
            <a:extLst xmlns:a="http://schemas.openxmlformats.org/drawingml/2006/main">
              <a:ext uri="{FF2B5EF4-FFF2-40B4-BE49-F238E27FC236}">
                <a16:creationId xmlns:a16="http://schemas.microsoft.com/office/drawing/2014/main" id="{95B8E2A8-C30A-43FE-B557-679A8819F3D9}"/>
              </a:ext>
            </a:extLst>
          </p:cNvPr>
          <p:cNvSpPr>
            <a:spLocks xmlns:a="http://schemas.openxmlformats.org/drawingml/2006/main" noGrp="1"/>
          </p:cNvSpPr>
          <p:nvPr/>
        </p:nvSpPr>
        <p:spPr>
          <a:xfrm xmlns:a="http://schemas.openxmlformats.org/drawingml/2006/main">
            <a:off x="62865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Business logic</a:t>
            </a:r>
          </a:p>
        </p:txBody>
      </p:sp>
      <p:sp>
        <p:nvSpPr>
          <p:cNvPr id="46" name="">
            <a:extLst xmlns:a="http://schemas.openxmlformats.org/drawingml/2006/main">
              <a:ext uri="{FF2B5EF4-FFF2-40B4-BE49-F238E27FC236}">
                <a16:creationId xmlns:a16="http://schemas.microsoft.com/office/drawing/2014/main" id="{D8834E50-C498-4A16-9B85-7AE10958E2A0}"/>
              </a:ext>
            </a:extLst>
          </p:cNvPr>
          <p:cNvSpPr>
            <a:spLocks xmlns:a="http://schemas.openxmlformats.org/drawingml/2006/main" noGrp="1"/>
          </p:cNvSpPr>
          <p:nvPr/>
        </p:nvSpPr>
        <p:spPr>
          <a:xfrm xmlns:a="http://schemas.openxmlformats.org/drawingml/2006/main">
            <a:off x="8763000" y="5819775"/>
            <a:ext cx="381000" cy="0"/>
          </a:xfrm>
          <a:prstGeom xmlns:a="http://schemas.openxmlformats.org/drawingml/2006/main" prst="line">
            <a:avLst/>
          </a:prstGeom>
          <a:ln xmlns:a="http://schemas.openxmlformats.org/drawingml/2006/main" w="19050">
            <a:solidFill>
              <a:srgbClr val="1557FF"/>
            </a:solidFill>
          </a:ln>
        </p:spPr>
      </p:sp>
      <p:sp>
        <p:nvSpPr>
          <p:cNvPr id="47" name="">
            <a:extLst xmlns:a="http://schemas.openxmlformats.org/drawingml/2006/main">
              <a:ext uri="{FF2B5EF4-FFF2-40B4-BE49-F238E27FC236}">
                <a16:creationId xmlns:a16="http://schemas.microsoft.com/office/drawing/2014/main" id="{3DBC91D0-A0BA-4112-B1D6-5EFBEEA38A99}"/>
              </a:ext>
            </a:extLst>
          </p:cNvPr>
          <p:cNvSpPr>
            <a:spLocks xmlns:a="http://schemas.openxmlformats.org/drawingml/2006/main" noGrp="1"/>
          </p:cNvSpPr>
          <p:nvPr/>
        </p:nvSpPr>
        <p:spPr>
          <a:xfrm xmlns:a="http://schemas.openxmlformats.org/drawingml/2006/main">
            <a:off x="9048750" y="56292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48" name="">
            <a:extLst xmlns:a="http://schemas.openxmlformats.org/drawingml/2006/main">
              <a:ext uri="{FF2B5EF4-FFF2-40B4-BE49-F238E27FC236}">
                <a16:creationId xmlns:a16="http://schemas.microsoft.com/office/drawing/2014/main" id="{604EDE68-7EE4-4905-93B1-9C0F2EC3377D}"/>
              </a:ext>
            </a:extLst>
          </p:cNvPr>
          <p:cNvSpPr>
            <a:spLocks xmlns:a="http://schemas.openxmlformats.org/drawingml/2006/main" noGrp="1"/>
          </p:cNvSpPr>
          <p:nvPr/>
        </p:nvSpPr>
        <p:spPr>
          <a:xfrm xmlns:a="http://schemas.openxmlformats.org/drawingml/2006/main">
            <a:off x="91440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MongoDB / JSON</a:t>
            </a:r>
          </a:p>
        </p:txBody>
      </p:sp>
    </p:spTree>
    <p:extLst>
      <p:ext uri="{BB962C8B-B14F-4D97-AF65-F5344CB8AC3E}">
        <p14:creationId xmlns:p14="http://schemas.microsoft.com/office/powerpoint/2010/main" val="7237206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3" name="">
            <a:extLst xmlns:a="http://schemas.openxmlformats.org/drawingml/2006/main">
              <a:ext uri="{FF2B5EF4-FFF2-40B4-BE49-F238E27FC236}">
                <a16:creationId xmlns:a16="http://schemas.microsoft.com/office/drawing/2014/main" id="{F353454C-B330-4950-B95C-6A3F1673AE8B}"/>
              </a:ext>
            </a:extLst>
          </p:cNvPr>
          <p:cNvPicPr>
            <a:picLocks xmlns:a="http://schemas.openxmlformats.org/drawingml/2006/main" noChangeAspect="1"/>
          </p:cNvPicPr>
          <p:nvPr/>
        </p:nvPicPr>
        <p:blipFill>
          <a:blip xmlns:r="http://schemas.openxmlformats.org/officeDocument/2006/relationships" xmlns:a="http://schemas.openxmlformats.org/drawingml/2006/main" r:embed="R20804d30431042d6"/>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F6EDD91-31ED-4B89-988A-EE07C21A1CD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517C870D-54BC-49A9-997D-62BE7413AFE9}"/>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API Development &amp; Booking Workflow</a:t>
            </a:r>
          </a:p>
        </p:txBody>
      </p:sp>
      <p:sp>
        <p:nvSpPr>
          <p:cNvPr id="4" name="">
            <a:extLst xmlns:a="http://schemas.openxmlformats.org/drawingml/2006/main">
              <a:ext uri="{FF2B5EF4-FFF2-40B4-BE49-F238E27FC236}">
                <a16:creationId xmlns:a16="http://schemas.microsoft.com/office/drawing/2014/main" id="{FB8FEB79-1FCC-4ED7-B067-74FF863FAB16}"/>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2137431D-9A12-4738-AECB-BAC603412B84}"/>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D738BB47-F535-41F5-9246-1EB9F3F71D1B}"/>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10</a:t>
            </a:r>
          </a:p>
        </p:txBody>
      </p:sp>
      <p:graphicFrame>
        <p:nvGraphicFramePr>
          <p:cNvPr id="7" name="">
            <a:extLst xmlns:a="http://schemas.openxmlformats.org/drawingml/2006/main">
              <a:ext uri="{FF2B5EF4-FFF2-40B4-BE49-F238E27FC236}">
                <a16:creationId xmlns:a16="http://schemas.microsoft.com/office/drawing/2014/main" id="{253BCA18-236E-450C-8221-D515FBEE55A5}"/>
              </a:ext>
            </a:extLst>
          </p:cNvPr>
          <p:cNvGraphicFramePr/>
          <p:nvPr/>
        </p:nvGraphicFramePr>
        <p:xfrm>
          <a:off xmlns:a="http://schemas.openxmlformats.org/drawingml/2006/main" x="571500" y="1524000"/>
          <a:ext xmlns:a="http://schemas.openxmlformats.org/drawingml/2006/main" cx="11049000" cy="3105150"/>
        </p:xfrm>
        <a:graphic xmlns:a="http://schemas.openxmlformats.org/drawingml/2006/main">
          <a:graphicData uri="http://schemas.openxmlformats.org/drawingml/2006/table">
            <a:tbl>
              <a:tblPr/>
              <a:tblGrid>
                <a:gridCol w="1095375"/>
                <a:gridCol w="6286500"/>
                <a:gridCol w="3667125"/>
              </a:tblGrid>
              <a:tr h="443593">
                <a:tc>
                  <a:txBody>
                    <a:bodyPr lIns="114300" tIns="114300" rIns="114300" bIns="114300"/>
                    <a:lstStyle/>
                    <a:p>
                      <a:r>
                        <a:rPr sz="1575" b="1">
                          <a:solidFill>
                            <a:srgbClr val="15191D"/>
                          </a:solidFill>
                        </a:rPr>
                        <a:t>METHOD</a:t>
                      </a:r>
                    </a:p>
                  </a:txBody>
                  <a:tcPr marL="91440" marR="91440" marT="45720" marB="45720" anchor="ctr">
                    <a:lnL w="9525">
                      <a:solidFill>
                        <a:srgbClr val="E1E2E5"/>
                      </a:solidFill>
                      <a:prstDash val="solid"/>
                    </a:lnL>
                    <a:lnR w="9525">
                      <a:solidFill>
                        <a:srgbClr val="E1E2E5"/>
                      </a:solidFill>
                      <a:prstDash val="solid"/>
                    </a:lnR>
                    <a:lnT w="9525">
                      <a:solidFill>
                        <a:srgbClr val="E1E2E5"/>
                      </a:solidFill>
                      <a:prstDash val="solid"/>
                    </a:lnT>
                    <a:lnB w="9525">
                      <a:solidFill>
                        <a:srgbClr val="E1E2E5"/>
                      </a:solidFill>
                      <a:prstDash val="solid"/>
                    </a:lnB>
                    <a:solidFill>
                      <a:srgbClr val="FFDA35"/>
                    </a:solidFill>
                  </a:tcPr>
                </a:tc>
                <a:tc>
                  <a:txBody>
                    <a:bodyPr lIns="114300" tIns="114300" rIns="114300" bIns="114300"/>
                    <a:lstStyle/>
                    <a:p>
                      <a:r>
                        <a:rPr sz="1575" b="1">
                          <a:solidFill>
                            <a:srgbClr val="15191D"/>
                          </a:solidFill>
                        </a:rPr>
                        <a:t>ENDPOINT</a:t>
                      </a:r>
                    </a:p>
                  </a:txBody>
                  <a:tcPr marL="91440" marR="91440" marT="45720" marB="45720" anchor="ctr">
                    <a:lnR w="9525">
                      <a:solidFill>
                        <a:srgbClr val="E1E2E5"/>
                      </a:solidFill>
                      <a:prstDash val="solid"/>
                    </a:lnR>
                    <a:lnT w="9525">
                      <a:solidFill>
                        <a:srgbClr val="E1E2E5"/>
                      </a:solidFill>
                      <a:prstDash val="solid"/>
                    </a:lnT>
                    <a:lnB w="9525">
                      <a:solidFill>
                        <a:srgbClr val="E1E2E5"/>
                      </a:solidFill>
                      <a:prstDash val="solid"/>
                    </a:lnB>
                    <a:solidFill>
                      <a:srgbClr val="FFDA35"/>
                    </a:solidFill>
                  </a:tcPr>
                </a:tc>
                <a:tc>
                  <a:txBody>
                    <a:bodyPr lIns="114300" tIns="114300" rIns="114300" bIns="114300"/>
                    <a:lstStyle/>
                    <a:p>
                      <a:r>
                        <a:rPr sz="1575" b="1">
                          <a:solidFill>
                            <a:srgbClr val="15191D"/>
                          </a:solidFill>
                        </a:rPr>
                        <a:t>PURPOSE</a:t>
                      </a:r>
                    </a:p>
                  </a:txBody>
                  <a:tcPr marL="91440" marR="91440" marT="45720" marB="45720" anchor="ctr">
                    <a:lnR w="9525">
                      <a:solidFill>
                        <a:srgbClr val="E1E2E5"/>
                      </a:solidFill>
                      <a:prstDash val="solid"/>
                    </a:lnR>
                    <a:lnT w="9525">
                      <a:solidFill>
                        <a:srgbClr val="E1E2E5"/>
                      </a:solidFill>
                      <a:prstDash val="solid"/>
                    </a:lnT>
                    <a:lnB w="9525">
                      <a:solidFill>
                        <a:srgbClr val="E1E2E5"/>
                      </a:solidFill>
                      <a:prstDash val="solid"/>
                    </a:lnB>
                    <a:solidFill>
                      <a:srgbClr val="FFDA35"/>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/api/v1/auth/login</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Authenticate user</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GET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/api/v1/services</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Discover listed services</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/api/v1/bookings</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Request a booking</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/api/v1/bookings/:bookingId/accept</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Provider accepts request</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/api/v1/bookings/:bookingId/checkout</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Create payment checkout</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/api/v1/payments/:bookingId/verify</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Verify customer payment</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53208046-2493-49A2-B684-BA95CDE3959B}"/>
              </a:ext>
            </a:extLst>
          </p:cNvPr>
          <p:cNvSpPr>
            <a:spLocks xmlns:a="http://schemas.openxmlformats.org/drawingml/2006/main" noGrp="1"/>
          </p:cNvSpPr>
          <p:nvPr/>
        </p:nvSpPr>
        <p:spPr>
          <a:xfrm xmlns:a="http://schemas.openxmlformats.org/drawingml/2006/main">
            <a:off x="571500" y="484822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5191D"/>
                </a:solidFill>
              </a:defRPr>
            </a:defPPr>
          </a:lstStyle>
          <a:p xmlns:a="http://schemas.openxmlformats.org/drawingml/2006/main">
            <a:pPr>
              <a:defRPr sz="1950" b="1">
                <a:solidFill>
                  <a:srgbClr val="15191D"/>
                </a:solidFill>
              </a:defRPr>
            </a:pPr>
            <a:r>
              <a:rPr sz="1950" b="1">
                <a:solidFill>
                  <a:srgbClr val="15191D"/>
                </a:solidFill>
              </a:rPr>
              <a:t>Booking lifecycle</a:t>
            </a:r>
          </a:p>
        </p:txBody>
      </p:sp>
      <p:sp>
        <p:nvSpPr>
          <p:cNvPr id="9" name="">
            <a:extLst xmlns:a="http://schemas.openxmlformats.org/drawingml/2006/main">
              <a:ext uri="{FF2B5EF4-FFF2-40B4-BE49-F238E27FC236}">
                <a16:creationId xmlns:a16="http://schemas.microsoft.com/office/drawing/2014/main" id="{B7FA266E-69D7-40D0-865D-DA338E20FA8E}"/>
              </a:ext>
            </a:extLst>
          </p:cNvPr>
          <p:cNvSpPr>
            <a:spLocks xmlns:a="http://schemas.openxmlformats.org/drawingml/2006/main" noGrp="1"/>
          </p:cNvSpPr>
          <p:nvPr/>
        </p:nvSpPr>
        <p:spPr>
          <a:xfrm xmlns:a="http://schemas.openxmlformats.org/drawingml/2006/main">
            <a:off x="8286750" y="48863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Conceptual booking progress UI</a:t>
            </a:r>
          </a:p>
        </p:txBody>
      </p:sp>
      <p:sp>
        <p:nvSpPr>
          <p:cNvPr id="10" name="">
            <a:extLst xmlns:a="http://schemas.openxmlformats.org/drawingml/2006/main">
              <a:ext uri="{FF2B5EF4-FFF2-40B4-BE49-F238E27FC236}">
                <a16:creationId xmlns:a16="http://schemas.microsoft.com/office/drawing/2014/main" id="{EEEE65C3-04C9-4A46-87CE-4A430D21A367}"/>
              </a:ext>
            </a:extLst>
          </p:cNvPr>
          <p:cNvSpPr>
            <a:spLocks xmlns:a="http://schemas.openxmlformats.org/drawingml/2006/main" noGrp="1"/>
          </p:cNvSpPr>
          <p:nvPr/>
        </p:nvSpPr>
        <p:spPr>
          <a:xfrm xmlns:a="http://schemas.openxmlformats.org/drawingml/2006/main">
            <a:off x="571500"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1" name="">
            <a:extLst xmlns:a="http://schemas.openxmlformats.org/drawingml/2006/main">
              <a:ext uri="{FF2B5EF4-FFF2-40B4-BE49-F238E27FC236}">
                <a16:creationId xmlns:a16="http://schemas.microsoft.com/office/drawing/2014/main" id="{82305074-46C1-4664-A31E-9B4EAF98BD91}"/>
              </a:ext>
            </a:extLst>
          </p:cNvPr>
          <p:cNvSpPr>
            <a:spLocks xmlns:a="http://schemas.openxmlformats.org/drawingml/2006/main" noGrp="1"/>
          </p:cNvSpPr>
          <p:nvPr/>
        </p:nvSpPr>
        <p:spPr>
          <a:xfrm xmlns:a="http://schemas.openxmlformats.org/drawingml/2006/main">
            <a:off x="571500"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1</a:t>
            </a:r>
          </a:p>
        </p:txBody>
      </p:sp>
      <p:sp>
        <p:nvSpPr>
          <p:cNvPr id="12" name="">
            <a:extLst xmlns:a="http://schemas.openxmlformats.org/drawingml/2006/main">
              <a:ext uri="{FF2B5EF4-FFF2-40B4-BE49-F238E27FC236}">
                <a16:creationId xmlns:a16="http://schemas.microsoft.com/office/drawing/2014/main" id="{01CB2BAE-9593-4F0B-A135-9CE1CD617194}"/>
              </a:ext>
            </a:extLst>
          </p:cNvPr>
          <p:cNvSpPr>
            <a:spLocks xmlns:a="http://schemas.openxmlformats.org/drawingml/2006/main" noGrp="1"/>
          </p:cNvSpPr>
          <p:nvPr/>
        </p:nvSpPr>
        <p:spPr>
          <a:xfrm xmlns:a="http://schemas.openxmlformats.org/drawingml/2006/main">
            <a:off x="685800"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Request</a:t>
            </a:r>
          </a:p>
        </p:txBody>
      </p:sp>
      <p:sp>
        <p:nvSpPr>
          <p:cNvPr id="13" name="">
            <a:extLst xmlns:a="http://schemas.openxmlformats.org/drawingml/2006/main">
              <a:ext uri="{FF2B5EF4-FFF2-40B4-BE49-F238E27FC236}">
                <a16:creationId xmlns:a16="http://schemas.microsoft.com/office/drawing/2014/main" id="{D3AD215E-2A56-43DA-862C-AF1931848219}"/>
              </a:ext>
            </a:extLst>
          </p:cNvPr>
          <p:cNvSpPr>
            <a:spLocks xmlns:a="http://schemas.openxmlformats.org/drawingml/2006/main" noGrp="1"/>
          </p:cNvSpPr>
          <p:nvPr/>
        </p:nvSpPr>
        <p:spPr>
          <a:xfrm xmlns:a="http://schemas.openxmlformats.org/drawingml/2006/main">
            <a:off x="2590800" y="5581650"/>
            <a:ext cx="238125" cy="0"/>
          </a:xfrm>
          <a:prstGeom xmlns:a="http://schemas.openxmlformats.org/drawingml/2006/main" prst="line">
            <a:avLst/>
          </a:prstGeom>
          <a:ln xmlns:a="http://schemas.openxmlformats.org/drawingml/2006/main" w="19050">
            <a:solidFill>
              <a:srgbClr val="1557FF"/>
            </a:solidFill>
          </a:ln>
        </p:spPr>
      </p:sp>
      <p:sp>
        <p:nvSpPr>
          <p:cNvPr id="14" name="">
            <a:extLst xmlns:a="http://schemas.openxmlformats.org/drawingml/2006/main">
              <a:ext uri="{FF2B5EF4-FFF2-40B4-BE49-F238E27FC236}">
                <a16:creationId xmlns:a16="http://schemas.microsoft.com/office/drawing/2014/main" id="{4DE87EC3-C748-4862-B771-DFF3E3BDEE6D}"/>
              </a:ext>
            </a:extLst>
          </p:cNvPr>
          <p:cNvSpPr>
            <a:spLocks xmlns:a="http://schemas.openxmlformats.org/drawingml/2006/main" noGrp="1"/>
          </p:cNvSpPr>
          <p:nvPr/>
        </p:nvSpPr>
        <p:spPr>
          <a:xfrm xmlns:a="http://schemas.openxmlformats.org/drawingml/2006/main">
            <a:off x="2733675" y="53911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5" name="">
            <a:extLst xmlns:a="http://schemas.openxmlformats.org/drawingml/2006/main">
              <a:ext uri="{FF2B5EF4-FFF2-40B4-BE49-F238E27FC236}">
                <a16:creationId xmlns:a16="http://schemas.microsoft.com/office/drawing/2014/main" id="{CC8F2311-01DC-4E86-985A-EBCCCC59CE91}"/>
              </a:ext>
            </a:extLst>
          </p:cNvPr>
          <p:cNvSpPr>
            <a:spLocks xmlns:a="http://schemas.openxmlformats.org/drawingml/2006/main" noGrp="1"/>
          </p:cNvSpPr>
          <p:nvPr/>
        </p:nvSpPr>
        <p:spPr>
          <a:xfrm xmlns:a="http://schemas.openxmlformats.org/drawingml/2006/main">
            <a:off x="2828925"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6" name="">
            <a:extLst xmlns:a="http://schemas.openxmlformats.org/drawingml/2006/main">
              <a:ext uri="{FF2B5EF4-FFF2-40B4-BE49-F238E27FC236}">
                <a16:creationId xmlns:a16="http://schemas.microsoft.com/office/drawing/2014/main" id="{25EDD9A8-EE44-4F5A-A903-74D570E241CE}"/>
              </a:ext>
            </a:extLst>
          </p:cNvPr>
          <p:cNvSpPr>
            <a:spLocks xmlns:a="http://schemas.openxmlformats.org/drawingml/2006/main" noGrp="1"/>
          </p:cNvSpPr>
          <p:nvPr/>
        </p:nvSpPr>
        <p:spPr>
          <a:xfrm xmlns:a="http://schemas.openxmlformats.org/drawingml/2006/main">
            <a:off x="2828925"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2</a:t>
            </a:r>
          </a:p>
        </p:txBody>
      </p:sp>
      <p:sp>
        <p:nvSpPr>
          <p:cNvPr id="17" name="">
            <a:extLst xmlns:a="http://schemas.openxmlformats.org/drawingml/2006/main">
              <a:ext uri="{FF2B5EF4-FFF2-40B4-BE49-F238E27FC236}">
                <a16:creationId xmlns:a16="http://schemas.microsoft.com/office/drawing/2014/main" id="{4BD42FD5-CD86-4EA6-87A6-670A308A5BB1}"/>
              </a:ext>
            </a:extLst>
          </p:cNvPr>
          <p:cNvSpPr>
            <a:spLocks xmlns:a="http://schemas.openxmlformats.org/drawingml/2006/main" noGrp="1"/>
          </p:cNvSpPr>
          <p:nvPr/>
        </p:nvSpPr>
        <p:spPr>
          <a:xfrm xmlns:a="http://schemas.openxmlformats.org/drawingml/2006/main">
            <a:off x="2943225"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Provider acceptance</a:t>
            </a:r>
          </a:p>
        </p:txBody>
      </p:sp>
      <p:sp>
        <p:nvSpPr>
          <p:cNvPr id="18" name="">
            <a:extLst xmlns:a="http://schemas.openxmlformats.org/drawingml/2006/main">
              <a:ext uri="{FF2B5EF4-FFF2-40B4-BE49-F238E27FC236}">
                <a16:creationId xmlns:a16="http://schemas.microsoft.com/office/drawing/2014/main" id="{ED316F16-CAA8-4528-8CB4-8F049AB626B0}"/>
              </a:ext>
            </a:extLst>
          </p:cNvPr>
          <p:cNvSpPr>
            <a:spLocks xmlns:a="http://schemas.openxmlformats.org/drawingml/2006/main" noGrp="1"/>
          </p:cNvSpPr>
          <p:nvPr/>
        </p:nvSpPr>
        <p:spPr>
          <a:xfrm xmlns:a="http://schemas.openxmlformats.org/drawingml/2006/main">
            <a:off x="4848225" y="5581650"/>
            <a:ext cx="238125" cy="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BEE7D2A5-A2BF-4F56-8666-DB9D26313D08}"/>
              </a:ext>
            </a:extLst>
          </p:cNvPr>
          <p:cNvSpPr>
            <a:spLocks xmlns:a="http://schemas.openxmlformats.org/drawingml/2006/main" noGrp="1"/>
          </p:cNvSpPr>
          <p:nvPr/>
        </p:nvSpPr>
        <p:spPr>
          <a:xfrm xmlns:a="http://schemas.openxmlformats.org/drawingml/2006/main">
            <a:off x="4991100" y="53911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0" name="">
            <a:extLst xmlns:a="http://schemas.openxmlformats.org/drawingml/2006/main">
              <a:ext uri="{FF2B5EF4-FFF2-40B4-BE49-F238E27FC236}">
                <a16:creationId xmlns:a16="http://schemas.microsoft.com/office/drawing/2014/main" id="{F79F7C4A-6B3A-4EE8-B617-67748FD862C6}"/>
              </a:ext>
            </a:extLst>
          </p:cNvPr>
          <p:cNvSpPr>
            <a:spLocks xmlns:a="http://schemas.openxmlformats.org/drawingml/2006/main" noGrp="1"/>
          </p:cNvSpPr>
          <p:nvPr/>
        </p:nvSpPr>
        <p:spPr>
          <a:xfrm xmlns:a="http://schemas.openxmlformats.org/drawingml/2006/main">
            <a:off x="5086350"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1" name="">
            <a:extLst xmlns:a="http://schemas.openxmlformats.org/drawingml/2006/main">
              <a:ext uri="{FF2B5EF4-FFF2-40B4-BE49-F238E27FC236}">
                <a16:creationId xmlns:a16="http://schemas.microsoft.com/office/drawing/2014/main" id="{5D68B619-9089-4321-BA8C-C71CF3F51196}"/>
              </a:ext>
            </a:extLst>
          </p:cNvPr>
          <p:cNvSpPr>
            <a:spLocks xmlns:a="http://schemas.openxmlformats.org/drawingml/2006/main" noGrp="1"/>
          </p:cNvSpPr>
          <p:nvPr/>
        </p:nvSpPr>
        <p:spPr>
          <a:xfrm xmlns:a="http://schemas.openxmlformats.org/drawingml/2006/main">
            <a:off x="5086350"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3</a:t>
            </a:r>
          </a:p>
        </p:txBody>
      </p:sp>
      <p:sp>
        <p:nvSpPr>
          <p:cNvPr id="22" name="">
            <a:extLst xmlns:a="http://schemas.openxmlformats.org/drawingml/2006/main">
              <a:ext uri="{FF2B5EF4-FFF2-40B4-BE49-F238E27FC236}">
                <a16:creationId xmlns:a16="http://schemas.microsoft.com/office/drawing/2014/main" id="{FD73AEC9-817E-46DF-915D-3D646A66C9EB}"/>
              </a:ext>
            </a:extLst>
          </p:cNvPr>
          <p:cNvSpPr>
            <a:spLocks xmlns:a="http://schemas.openxmlformats.org/drawingml/2006/main" noGrp="1"/>
          </p:cNvSpPr>
          <p:nvPr/>
        </p:nvSpPr>
        <p:spPr>
          <a:xfrm xmlns:a="http://schemas.openxmlformats.org/drawingml/2006/main">
            <a:off x="5200650"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Checkout</a:t>
            </a:r>
          </a:p>
        </p:txBody>
      </p:sp>
      <p:sp>
        <p:nvSpPr>
          <p:cNvPr id="23" name="">
            <a:extLst xmlns:a="http://schemas.openxmlformats.org/drawingml/2006/main">
              <a:ext uri="{FF2B5EF4-FFF2-40B4-BE49-F238E27FC236}">
                <a16:creationId xmlns:a16="http://schemas.microsoft.com/office/drawing/2014/main" id="{B0201D66-28E0-408B-BD8F-CB6EA6EA5502}"/>
              </a:ext>
            </a:extLst>
          </p:cNvPr>
          <p:cNvSpPr>
            <a:spLocks xmlns:a="http://schemas.openxmlformats.org/drawingml/2006/main" noGrp="1"/>
          </p:cNvSpPr>
          <p:nvPr/>
        </p:nvSpPr>
        <p:spPr>
          <a:xfrm xmlns:a="http://schemas.openxmlformats.org/drawingml/2006/main">
            <a:off x="7105650" y="5581650"/>
            <a:ext cx="238125" cy="0"/>
          </a:xfrm>
          <a:prstGeom xmlns:a="http://schemas.openxmlformats.org/drawingml/2006/main" prst="line">
            <a:avLst/>
          </a:prstGeom>
          <a:ln xmlns:a="http://schemas.openxmlformats.org/drawingml/2006/main" w="19050">
            <a:solidFill>
              <a:srgbClr val="1557FF"/>
            </a:solidFill>
          </a:ln>
        </p:spPr>
      </p:sp>
      <p:sp>
        <p:nvSpPr>
          <p:cNvPr id="24" name="">
            <a:extLst xmlns:a="http://schemas.openxmlformats.org/drawingml/2006/main">
              <a:ext uri="{FF2B5EF4-FFF2-40B4-BE49-F238E27FC236}">
                <a16:creationId xmlns:a16="http://schemas.microsoft.com/office/drawing/2014/main" id="{16EB55FA-0F91-44E1-8D1D-5E90135FEA9C}"/>
              </a:ext>
            </a:extLst>
          </p:cNvPr>
          <p:cNvSpPr>
            <a:spLocks xmlns:a="http://schemas.openxmlformats.org/drawingml/2006/main" noGrp="1"/>
          </p:cNvSpPr>
          <p:nvPr/>
        </p:nvSpPr>
        <p:spPr>
          <a:xfrm xmlns:a="http://schemas.openxmlformats.org/drawingml/2006/main">
            <a:off x="7248525" y="53911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5" name="">
            <a:extLst xmlns:a="http://schemas.openxmlformats.org/drawingml/2006/main">
              <a:ext uri="{FF2B5EF4-FFF2-40B4-BE49-F238E27FC236}">
                <a16:creationId xmlns:a16="http://schemas.microsoft.com/office/drawing/2014/main" id="{16CDE402-1355-468A-B6A7-E0E97E1A58B5}"/>
              </a:ext>
            </a:extLst>
          </p:cNvPr>
          <p:cNvSpPr>
            <a:spLocks xmlns:a="http://schemas.openxmlformats.org/drawingml/2006/main" noGrp="1"/>
          </p:cNvSpPr>
          <p:nvPr/>
        </p:nvSpPr>
        <p:spPr>
          <a:xfrm xmlns:a="http://schemas.openxmlformats.org/drawingml/2006/main">
            <a:off x="7343775"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6" name="">
            <a:extLst xmlns:a="http://schemas.openxmlformats.org/drawingml/2006/main">
              <a:ext uri="{FF2B5EF4-FFF2-40B4-BE49-F238E27FC236}">
                <a16:creationId xmlns:a16="http://schemas.microsoft.com/office/drawing/2014/main" id="{E2AE9EB6-C818-4DD9-9C96-567E21AE8BF9}"/>
              </a:ext>
            </a:extLst>
          </p:cNvPr>
          <p:cNvSpPr>
            <a:spLocks xmlns:a="http://schemas.openxmlformats.org/drawingml/2006/main" noGrp="1"/>
          </p:cNvSpPr>
          <p:nvPr/>
        </p:nvSpPr>
        <p:spPr>
          <a:xfrm xmlns:a="http://schemas.openxmlformats.org/drawingml/2006/main">
            <a:off x="7343775"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4</a:t>
            </a:r>
          </a:p>
        </p:txBody>
      </p:sp>
      <p:sp>
        <p:nvSpPr>
          <p:cNvPr id="27" name="">
            <a:extLst xmlns:a="http://schemas.openxmlformats.org/drawingml/2006/main">
              <a:ext uri="{FF2B5EF4-FFF2-40B4-BE49-F238E27FC236}">
                <a16:creationId xmlns:a16="http://schemas.microsoft.com/office/drawing/2014/main" id="{48A21DD9-E7B8-4C41-8649-4F1EF52464B8}"/>
              </a:ext>
            </a:extLst>
          </p:cNvPr>
          <p:cNvSpPr>
            <a:spLocks xmlns:a="http://schemas.openxmlformats.org/drawingml/2006/main" noGrp="1"/>
          </p:cNvSpPr>
          <p:nvPr/>
        </p:nvSpPr>
        <p:spPr>
          <a:xfrm xmlns:a="http://schemas.openxmlformats.org/drawingml/2006/main">
            <a:off x="7458075"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Confirmed booking</a:t>
            </a:r>
          </a:p>
        </p:txBody>
      </p:sp>
      <p:sp>
        <p:nvSpPr>
          <p:cNvPr id="28" name="">
            <a:extLst xmlns:a="http://schemas.openxmlformats.org/drawingml/2006/main">
              <a:ext uri="{FF2B5EF4-FFF2-40B4-BE49-F238E27FC236}">
                <a16:creationId xmlns:a16="http://schemas.microsoft.com/office/drawing/2014/main" id="{B0A641EE-B092-4DD6-8C79-3477793420B5}"/>
              </a:ext>
            </a:extLst>
          </p:cNvPr>
          <p:cNvSpPr>
            <a:spLocks xmlns:a="http://schemas.openxmlformats.org/drawingml/2006/main" noGrp="1"/>
          </p:cNvSpPr>
          <p:nvPr/>
        </p:nvSpPr>
        <p:spPr>
          <a:xfrm xmlns:a="http://schemas.openxmlformats.org/drawingml/2006/main">
            <a:off x="9363075" y="5581650"/>
            <a:ext cx="238125" cy="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0A563F2D-6801-450A-BBA0-8FF290D8EE95}"/>
              </a:ext>
            </a:extLst>
          </p:cNvPr>
          <p:cNvSpPr>
            <a:spLocks xmlns:a="http://schemas.openxmlformats.org/drawingml/2006/main" noGrp="1"/>
          </p:cNvSpPr>
          <p:nvPr/>
        </p:nvSpPr>
        <p:spPr>
          <a:xfrm xmlns:a="http://schemas.openxmlformats.org/drawingml/2006/main">
            <a:off x="9505950" y="53911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0" name="">
            <a:extLst xmlns:a="http://schemas.openxmlformats.org/drawingml/2006/main">
              <a:ext uri="{FF2B5EF4-FFF2-40B4-BE49-F238E27FC236}">
                <a16:creationId xmlns:a16="http://schemas.microsoft.com/office/drawing/2014/main" id="{A5160A30-7F3B-49B6-9918-CA3EF461A8EC}"/>
              </a:ext>
            </a:extLst>
          </p:cNvPr>
          <p:cNvSpPr>
            <a:spLocks xmlns:a="http://schemas.openxmlformats.org/drawingml/2006/main" noGrp="1"/>
          </p:cNvSpPr>
          <p:nvPr/>
        </p:nvSpPr>
        <p:spPr>
          <a:xfrm xmlns:a="http://schemas.openxmlformats.org/drawingml/2006/main">
            <a:off x="9601200"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1" name="">
            <a:extLst xmlns:a="http://schemas.openxmlformats.org/drawingml/2006/main">
              <a:ext uri="{FF2B5EF4-FFF2-40B4-BE49-F238E27FC236}">
                <a16:creationId xmlns:a16="http://schemas.microsoft.com/office/drawing/2014/main" id="{CEEF782C-B81D-4D89-AA13-A1B7F21198B0}"/>
              </a:ext>
            </a:extLst>
          </p:cNvPr>
          <p:cNvSpPr>
            <a:spLocks xmlns:a="http://schemas.openxmlformats.org/drawingml/2006/main" noGrp="1"/>
          </p:cNvSpPr>
          <p:nvPr/>
        </p:nvSpPr>
        <p:spPr>
          <a:xfrm xmlns:a="http://schemas.openxmlformats.org/drawingml/2006/main">
            <a:off x="9601200"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5</a:t>
            </a:r>
          </a:p>
        </p:txBody>
      </p:sp>
      <p:sp>
        <p:nvSpPr>
          <p:cNvPr id="32" name="">
            <a:extLst xmlns:a="http://schemas.openxmlformats.org/drawingml/2006/main">
              <a:ext uri="{FF2B5EF4-FFF2-40B4-BE49-F238E27FC236}">
                <a16:creationId xmlns:a16="http://schemas.microsoft.com/office/drawing/2014/main" id="{39576D02-1C82-44EC-ACE1-3C32BACB0899}"/>
              </a:ext>
            </a:extLst>
          </p:cNvPr>
          <p:cNvSpPr>
            <a:spLocks xmlns:a="http://schemas.openxmlformats.org/drawingml/2006/main" noGrp="1"/>
          </p:cNvSpPr>
          <p:nvPr/>
        </p:nvSpPr>
        <p:spPr>
          <a:xfrm xmlns:a="http://schemas.openxmlformats.org/drawingml/2006/main">
            <a:off x="9715500"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Completion review</a:t>
            </a:r>
          </a:p>
        </p:txBody>
      </p:sp>
    </p:spTree>
    <p:extLst>
      <p:ext uri="{BB962C8B-B14F-4D97-AF65-F5344CB8AC3E}">
        <p14:creationId xmlns:p14="http://schemas.microsoft.com/office/powerpoint/2010/main" val="11494271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3" name="">
            <a:extLst xmlns:a="http://schemas.openxmlformats.org/drawingml/2006/main">
              <a:ext uri="{FF2B5EF4-FFF2-40B4-BE49-F238E27FC236}">
                <a16:creationId xmlns:a16="http://schemas.microsoft.com/office/drawing/2014/main" id="{B6532488-DD88-4201-B0B9-86EC1E6443F1}"/>
              </a:ext>
            </a:extLst>
          </p:cNvPr>
          <p:cNvPicPr>
            <a:picLocks xmlns:a="http://schemas.openxmlformats.org/drawingml/2006/main" noChangeAspect="1"/>
          </p:cNvPicPr>
          <p:nvPr/>
        </p:nvPicPr>
        <p:blipFill>
          <a:blip xmlns:r="http://schemas.openxmlformats.org/officeDocument/2006/relationships" xmlns:a="http://schemas.openxmlformats.org/drawingml/2006/main" r:embed="R6ed64e14ff874706"/>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C878B4B-1C7B-4A09-A082-B29DC4042F8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B61737C4-3772-4271-BF91-31E973A407A2}"/>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Challenges &amp; Current Limitations</a:t>
            </a:r>
          </a:p>
        </p:txBody>
      </p:sp>
      <p:sp>
        <p:nvSpPr>
          <p:cNvPr id="4" name="">
            <a:extLst xmlns:a="http://schemas.openxmlformats.org/drawingml/2006/main">
              <a:ext uri="{FF2B5EF4-FFF2-40B4-BE49-F238E27FC236}">
                <a16:creationId xmlns:a16="http://schemas.microsoft.com/office/drawing/2014/main" id="{C499D195-E795-4732-8D21-D84722CB94FD}"/>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7E78A31B-FFE6-455B-945E-569CE6B80294}"/>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708A6F50-A457-4E36-BEA5-A571102353AB}"/>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11</a:t>
            </a:r>
          </a:p>
        </p:txBody>
      </p:sp>
      <p:sp>
        <p:nvSpPr>
          <p:cNvPr id="7" name="">
            <a:extLst xmlns:a="http://schemas.openxmlformats.org/drawingml/2006/main">
              <a:ext uri="{FF2B5EF4-FFF2-40B4-BE49-F238E27FC236}">
                <a16:creationId xmlns:a16="http://schemas.microsoft.com/office/drawing/2014/main" id="{C04CF187-9E22-40FE-B535-5630667A1F6C}"/>
              </a:ext>
            </a:extLst>
          </p:cNvPr>
          <p:cNvSpPr>
            <a:spLocks xmlns:a="http://schemas.openxmlformats.org/drawingml/2006/main" noGrp="1"/>
          </p:cNvSpPr>
          <p:nvPr/>
        </p:nvSpPr>
        <p:spPr>
          <a:xfrm xmlns:a="http://schemas.openxmlformats.org/drawingml/2006/main">
            <a:off x="571500" y="157162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Implementation safeguards</a:t>
            </a:r>
          </a:p>
        </p:txBody>
      </p:sp>
      <p:sp>
        <p:nvSpPr>
          <p:cNvPr id="8" name="">
            <a:extLst xmlns:a="http://schemas.openxmlformats.org/drawingml/2006/main">
              <a:ext uri="{FF2B5EF4-FFF2-40B4-BE49-F238E27FC236}">
                <a16:creationId xmlns:a16="http://schemas.microsoft.com/office/drawing/2014/main" id="{2DE9B522-A3FF-4639-BC4C-66E1A17E1D56}"/>
              </a:ext>
            </a:extLst>
          </p:cNvPr>
          <p:cNvSpPr>
            <a:spLocks xmlns:a="http://schemas.openxmlformats.org/drawingml/2006/main" noGrp="1"/>
          </p:cNvSpPr>
          <p:nvPr/>
        </p:nvSpPr>
        <p:spPr>
          <a:xfrm xmlns:a="http://schemas.openxmlformats.org/drawingml/2006/main">
            <a:off x="6524625" y="1571625"/>
            <a:ext cx="509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Production dependencies</a:t>
            </a:r>
          </a:p>
        </p:txBody>
      </p:sp>
      <p:sp>
        <p:nvSpPr>
          <p:cNvPr id="9" name="">
            <a:extLst xmlns:a="http://schemas.openxmlformats.org/drawingml/2006/main">
              <a:ext uri="{FF2B5EF4-FFF2-40B4-BE49-F238E27FC236}">
                <a16:creationId xmlns:a16="http://schemas.microsoft.com/office/drawing/2014/main" id="{C6AB00DA-515E-4F6C-B7FF-5B918B073AAA}"/>
              </a:ext>
            </a:extLst>
          </p:cNvPr>
          <p:cNvSpPr>
            <a:spLocks xmlns:a="http://schemas.openxmlformats.org/drawingml/2006/main" noGrp="1"/>
          </p:cNvSpPr>
          <p:nvPr/>
        </p:nvSpPr>
        <p:spPr>
          <a:xfrm xmlns:a="http://schemas.openxmlformats.org/drawingml/2006/main">
            <a:off x="571500" y="215265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1</a:t>
            </a:r>
          </a:p>
        </p:txBody>
      </p:sp>
      <p:sp>
        <p:nvSpPr>
          <p:cNvPr id="10" name="">
            <a:extLst xmlns:a="http://schemas.openxmlformats.org/drawingml/2006/main">
              <a:ext uri="{FF2B5EF4-FFF2-40B4-BE49-F238E27FC236}">
                <a16:creationId xmlns:a16="http://schemas.microsoft.com/office/drawing/2014/main" id="{334C1CB5-4025-440E-9163-56BADE7D1494}"/>
              </a:ext>
            </a:extLst>
          </p:cNvPr>
          <p:cNvSpPr>
            <a:spLocks xmlns:a="http://schemas.openxmlformats.org/drawingml/2006/main" noGrp="1"/>
          </p:cNvSpPr>
          <p:nvPr/>
        </p:nvSpPr>
        <p:spPr>
          <a:xfrm xmlns:a="http://schemas.openxmlformats.org/drawingml/2006/main">
            <a:off x="1104900" y="215265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Slot Conflicts</a:t>
            </a:r>
          </a:p>
        </p:txBody>
      </p:sp>
      <p:sp>
        <p:nvSpPr>
          <p:cNvPr id="11" name="">
            <a:extLst xmlns:a="http://schemas.openxmlformats.org/drawingml/2006/main">
              <a:ext uri="{FF2B5EF4-FFF2-40B4-BE49-F238E27FC236}">
                <a16:creationId xmlns:a16="http://schemas.microsoft.com/office/drawing/2014/main" id="{7696C80D-B6FF-4263-AA27-156BE3F8E9CC}"/>
              </a:ext>
            </a:extLst>
          </p:cNvPr>
          <p:cNvSpPr>
            <a:spLocks xmlns:a="http://schemas.openxmlformats.org/drawingml/2006/main" noGrp="1"/>
          </p:cNvSpPr>
          <p:nvPr/>
        </p:nvSpPr>
        <p:spPr>
          <a:xfrm xmlns:a="http://schemas.openxmlformats.org/drawingml/2006/main">
            <a:off x="1104900" y="252412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Concurrent requests can target the same time.</a:t>
            </a:r>
          </a:p>
        </p:txBody>
      </p:sp>
      <p:sp>
        <p:nvSpPr>
          <p:cNvPr id="12" name="">
            <a:extLst xmlns:a="http://schemas.openxmlformats.org/drawingml/2006/main">
              <a:ext uri="{FF2B5EF4-FFF2-40B4-BE49-F238E27FC236}">
                <a16:creationId xmlns:a16="http://schemas.microsoft.com/office/drawing/2014/main" id="{0E57FFF1-5E7D-40EB-A8AD-85846520F8FB}"/>
              </a:ext>
            </a:extLst>
          </p:cNvPr>
          <p:cNvSpPr>
            <a:spLocks xmlns:a="http://schemas.openxmlformats.org/drawingml/2006/main" noGrp="1"/>
          </p:cNvSpPr>
          <p:nvPr/>
        </p:nvSpPr>
        <p:spPr>
          <a:xfrm xmlns:a="http://schemas.openxmlformats.org/drawingml/2006/main">
            <a:off x="1104900" y="298132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Availability holds and conflict checks protect booking slots.</a:t>
            </a:r>
          </a:p>
        </p:txBody>
      </p:sp>
      <p:sp>
        <p:nvSpPr>
          <p:cNvPr id="13" name="">
            <a:extLst xmlns:a="http://schemas.openxmlformats.org/drawingml/2006/main">
              <a:ext uri="{FF2B5EF4-FFF2-40B4-BE49-F238E27FC236}">
                <a16:creationId xmlns:a16="http://schemas.microsoft.com/office/drawing/2014/main" id="{FB3002F3-F961-43D6-A6E3-6B0509328337}"/>
              </a:ext>
            </a:extLst>
          </p:cNvPr>
          <p:cNvSpPr>
            <a:spLocks xmlns:a="http://schemas.openxmlformats.org/drawingml/2006/main" noGrp="1"/>
          </p:cNvSpPr>
          <p:nvPr/>
        </p:nvSpPr>
        <p:spPr>
          <a:xfrm xmlns:a="http://schemas.openxmlformats.org/drawingml/2006/main">
            <a:off x="571500" y="34956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2</a:t>
            </a:r>
          </a:p>
        </p:txBody>
      </p:sp>
      <p:sp>
        <p:nvSpPr>
          <p:cNvPr id="14" name="">
            <a:extLst xmlns:a="http://schemas.openxmlformats.org/drawingml/2006/main">
              <a:ext uri="{FF2B5EF4-FFF2-40B4-BE49-F238E27FC236}">
                <a16:creationId xmlns:a16="http://schemas.microsoft.com/office/drawing/2014/main" id="{F119458B-4A83-4656-8FCE-6E5C7ABBD03A}"/>
              </a:ext>
            </a:extLst>
          </p:cNvPr>
          <p:cNvSpPr>
            <a:spLocks xmlns:a="http://schemas.openxmlformats.org/drawingml/2006/main" noGrp="1"/>
          </p:cNvSpPr>
          <p:nvPr/>
        </p:nvSpPr>
        <p:spPr>
          <a:xfrm xmlns:a="http://schemas.openxmlformats.org/drawingml/2006/main">
            <a:off x="1104900" y="3495675"/>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Payment Events</a:t>
            </a:r>
          </a:p>
        </p:txBody>
      </p:sp>
      <p:sp>
        <p:nvSpPr>
          <p:cNvPr id="15" name="">
            <a:extLst xmlns:a="http://schemas.openxmlformats.org/drawingml/2006/main">
              <a:ext uri="{FF2B5EF4-FFF2-40B4-BE49-F238E27FC236}">
                <a16:creationId xmlns:a16="http://schemas.microsoft.com/office/drawing/2014/main" id="{CBAFD390-0CDA-40AC-A957-DB5D60E8AE77}"/>
              </a:ext>
            </a:extLst>
          </p:cNvPr>
          <p:cNvSpPr>
            <a:spLocks xmlns:a="http://schemas.openxmlformats.org/drawingml/2006/main" noGrp="1"/>
          </p:cNvSpPr>
          <p:nvPr/>
        </p:nvSpPr>
        <p:spPr>
          <a:xfrm xmlns:a="http://schemas.openxmlformats.org/drawingml/2006/main">
            <a:off x="1104900" y="3867150"/>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Checkout retries and webhooks can repeat.</a:t>
            </a:r>
          </a:p>
        </p:txBody>
      </p:sp>
      <p:sp>
        <p:nvSpPr>
          <p:cNvPr id="16" name="">
            <a:extLst xmlns:a="http://schemas.openxmlformats.org/drawingml/2006/main">
              <a:ext uri="{FF2B5EF4-FFF2-40B4-BE49-F238E27FC236}">
                <a16:creationId xmlns:a16="http://schemas.microsoft.com/office/drawing/2014/main" id="{CA32F4E4-0902-4D77-B590-D84F087ED223}"/>
              </a:ext>
            </a:extLst>
          </p:cNvPr>
          <p:cNvSpPr>
            <a:spLocks xmlns:a="http://schemas.openxmlformats.org/drawingml/2006/main" noGrp="1"/>
          </p:cNvSpPr>
          <p:nvPr/>
        </p:nvSpPr>
        <p:spPr>
          <a:xfrm xmlns:a="http://schemas.openxmlformats.org/drawingml/2006/main">
            <a:off x="1104900" y="4324350"/>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Signature checks and event records support safe processing.</a:t>
            </a:r>
          </a:p>
        </p:txBody>
      </p:sp>
      <p:sp>
        <p:nvSpPr>
          <p:cNvPr id="17" name="">
            <a:extLst xmlns:a="http://schemas.openxmlformats.org/drawingml/2006/main">
              <a:ext uri="{FF2B5EF4-FFF2-40B4-BE49-F238E27FC236}">
                <a16:creationId xmlns:a16="http://schemas.microsoft.com/office/drawing/2014/main" id="{262B9316-0211-49ED-BEED-E2DE660F330F}"/>
              </a:ext>
            </a:extLst>
          </p:cNvPr>
          <p:cNvSpPr>
            <a:spLocks xmlns:a="http://schemas.openxmlformats.org/drawingml/2006/main" noGrp="1"/>
          </p:cNvSpPr>
          <p:nvPr/>
        </p:nvSpPr>
        <p:spPr>
          <a:xfrm xmlns:a="http://schemas.openxmlformats.org/drawingml/2006/main">
            <a:off x="571500" y="483870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3</a:t>
            </a:r>
          </a:p>
        </p:txBody>
      </p:sp>
      <p:sp>
        <p:nvSpPr>
          <p:cNvPr id="18" name="">
            <a:extLst xmlns:a="http://schemas.openxmlformats.org/drawingml/2006/main">
              <a:ext uri="{FF2B5EF4-FFF2-40B4-BE49-F238E27FC236}">
                <a16:creationId xmlns:a16="http://schemas.microsoft.com/office/drawing/2014/main" id="{BAF87105-D9AE-4E65-85BB-BBFAD6C6472F}"/>
              </a:ext>
            </a:extLst>
          </p:cNvPr>
          <p:cNvSpPr>
            <a:spLocks xmlns:a="http://schemas.openxmlformats.org/drawingml/2006/main" noGrp="1"/>
          </p:cNvSpPr>
          <p:nvPr/>
        </p:nvSpPr>
        <p:spPr>
          <a:xfrm xmlns:a="http://schemas.openxmlformats.org/drawingml/2006/main">
            <a:off x="1104900" y="483870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Role Isolation</a:t>
            </a:r>
          </a:p>
        </p:txBody>
      </p:sp>
      <p:sp>
        <p:nvSpPr>
          <p:cNvPr id="19" name="">
            <a:extLst xmlns:a="http://schemas.openxmlformats.org/drawingml/2006/main">
              <a:ext uri="{FF2B5EF4-FFF2-40B4-BE49-F238E27FC236}">
                <a16:creationId xmlns:a16="http://schemas.microsoft.com/office/drawing/2014/main" id="{E542C8D9-DAFE-47AB-98C6-76C578B757CC}"/>
              </a:ext>
            </a:extLst>
          </p:cNvPr>
          <p:cNvSpPr>
            <a:spLocks xmlns:a="http://schemas.openxmlformats.org/drawingml/2006/main" noGrp="1"/>
          </p:cNvSpPr>
          <p:nvPr/>
        </p:nvSpPr>
        <p:spPr>
          <a:xfrm xmlns:a="http://schemas.openxmlformats.org/drawingml/2006/main">
            <a:off x="1104900" y="521017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Users need different data and permissions.</a:t>
            </a:r>
          </a:p>
        </p:txBody>
      </p:sp>
      <p:sp>
        <p:nvSpPr>
          <p:cNvPr id="20" name="">
            <a:extLst xmlns:a="http://schemas.openxmlformats.org/drawingml/2006/main">
              <a:ext uri="{FF2B5EF4-FFF2-40B4-BE49-F238E27FC236}">
                <a16:creationId xmlns:a16="http://schemas.microsoft.com/office/drawing/2014/main" id="{9971422F-4A61-4CEA-8F30-EA83A2B3F023}"/>
              </a:ext>
            </a:extLst>
          </p:cNvPr>
          <p:cNvSpPr>
            <a:spLocks xmlns:a="http://schemas.openxmlformats.org/drawingml/2006/main" noGrp="1"/>
          </p:cNvSpPr>
          <p:nvPr/>
        </p:nvSpPr>
        <p:spPr>
          <a:xfrm xmlns:a="http://schemas.openxmlformats.org/drawingml/2006/main">
            <a:off x="1104900" y="566737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Role and participant checks guard protected operations.</a:t>
            </a:r>
          </a:p>
        </p:txBody>
      </p:sp>
      <p:sp>
        <p:nvSpPr>
          <p:cNvPr id="21" name="">
            <a:extLst xmlns:a="http://schemas.openxmlformats.org/drawingml/2006/main">
              <a:ext uri="{FF2B5EF4-FFF2-40B4-BE49-F238E27FC236}">
                <a16:creationId xmlns:a16="http://schemas.microsoft.com/office/drawing/2014/main" id="{864C3B28-755E-4291-B695-5767234062A8}"/>
              </a:ext>
            </a:extLst>
          </p:cNvPr>
          <p:cNvSpPr>
            <a:spLocks xmlns:a="http://schemas.openxmlformats.org/drawingml/2006/main" noGrp="1"/>
          </p:cNvSpPr>
          <p:nvPr/>
        </p:nvSpPr>
        <p:spPr>
          <a:xfrm xmlns:a="http://schemas.openxmlformats.org/drawingml/2006/main">
            <a:off x="6524625" y="215265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4</a:t>
            </a:r>
          </a:p>
        </p:txBody>
      </p:sp>
      <p:sp>
        <p:nvSpPr>
          <p:cNvPr id="22" name="">
            <a:extLst xmlns:a="http://schemas.openxmlformats.org/drawingml/2006/main">
              <a:ext uri="{FF2B5EF4-FFF2-40B4-BE49-F238E27FC236}">
                <a16:creationId xmlns:a16="http://schemas.microsoft.com/office/drawing/2014/main" id="{E2FDCBBD-6948-408A-AF1F-A4CA4AD4259E}"/>
              </a:ext>
            </a:extLst>
          </p:cNvPr>
          <p:cNvSpPr>
            <a:spLocks xmlns:a="http://schemas.openxmlformats.org/drawingml/2006/main" noGrp="1"/>
          </p:cNvSpPr>
          <p:nvPr/>
        </p:nvSpPr>
        <p:spPr>
          <a:xfrm xmlns:a="http://schemas.openxmlformats.org/drawingml/2006/main">
            <a:off x="7058025" y="215265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Provider KYC</a:t>
            </a:r>
          </a:p>
        </p:txBody>
      </p:sp>
      <p:sp>
        <p:nvSpPr>
          <p:cNvPr id="23" name="">
            <a:extLst xmlns:a="http://schemas.openxmlformats.org/drawingml/2006/main">
              <a:ext uri="{FF2B5EF4-FFF2-40B4-BE49-F238E27FC236}">
                <a16:creationId xmlns:a16="http://schemas.microsoft.com/office/drawing/2014/main" id="{70F4D5FF-3BFA-4D54-9626-35D591FD8CB3}"/>
              </a:ext>
            </a:extLst>
          </p:cNvPr>
          <p:cNvSpPr>
            <a:spLocks xmlns:a="http://schemas.openxmlformats.org/drawingml/2006/main" noGrp="1"/>
          </p:cNvSpPr>
          <p:nvPr/>
        </p:nvSpPr>
        <p:spPr>
          <a:xfrm xmlns:a="http://schemas.openxmlformats.org/drawingml/2006/main">
            <a:off x="7058025" y="252412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Live identity verification needs a vendor.</a:t>
            </a:r>
          </a:p>
        </p:txBody>
      </p:sp>
      <p:sp>
        <p:nvSpPr>
          <p:cNvPr id="24" name="">
            <a:extLst xmlns:a="http://schemas.openxmlformats.org/drawingml/2006/main">
              <a:ext uri="{FF2B5EF4-FFF2-40B4-BE49-F238E27FC236}">
                <a16:creationId xmlns:a16="http://schemas.microsoft.com/office/drawing/2014/main" id="{C6F93D1A-DA70-4B21-9E6E-151A885569A4}"/>
              </a:ext>
            </a:extLst>
          </p:cNvPr>
          <p:cNvSpPr>
            <a:spLocks xmlns:a="http://schemas.openxmlformats.org/drawingml/2006/main" noGrp="1"/>
          </p:cNvSpPr>
          <p:nvPr/>
        </p:nvSpPr>
        <p:spPr>
          <a:xfrm xmlns:a="http://schemas.openxmlformats.org/drawingml/2006/main">
            <a:off x="7058025" y="298132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Production adapter and vendor configuration remain pending.</a:t>
            </a:r>
          </a:p>
        </p:txBody>
      </p:sp>
      <p:sp>
        <p:nvSpPr>
          <p:cNvPr id="25" name="">
            <a:extLst xmlns:a="http://schemas.openxmlformats.org/drawingml/2006/main">
              <a:ext uri="{FF2B5EF4-FFF2-40B4-BE49-F238E27FC236}">
                <a16:creationId xmlns:a16="http://schemas.microsoft.com/office/drawing/2014/main" id="{4E7FD7A1-2B19-4605-BF30-EED2670ADE43}"/>
              </a:ext>
            </a:extLst>
          </p:cNvPr>
          <p:cNvSpPr>
            <a:spLocks xmlns:a="http://schemas.openxmlformats.org/drawingml/2006/main" noGrp="1"/>
          </p:cNvSpPr>
          <p:nvPr/>
        </p:nvSpPr>
        <p:spPr>
          <a:xfrm xmlns:a="http://schemas.openxmlformats.org/drawingml/2006/main">
            <a:off x="6524625" y="34956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5</a:t>
            </a:r>
          </a:p>
        </p:txBody>
      </p:sp>
      <p:sp>
        <p:nvSpPr>
          <p:cNvPr id="26" name="">
            <a:extLst xmlns:a="http://schemas.openxmlformats.org/drawingml/2006/main">
              <a:ext uri="{FF2B5EF4-FFF2-40B4-BE49-F238E27FC236}">
                <a16:creationId xmlns:a16="http://schemas.microsoft.com/office/drawing/2014/main" id="{DE705538-FD4A-4362-B4ED-1E4A0FE2CDCD}"/>
              </a:ext>
            </a:extLst>
          </p:cNvPr>
          <p:cNvSpPr>
            <a:spLocks xmlns:a="http://schemas.openxmlformats.org/drawingml/2006/main" noGrp="1"/>
          </p:cNvSpPr>
          <p:nvPr/>
        </p:nvSpPr>
        <p:spPr>
          <a:xfrm xmlns:a="http://schemas.openxmlformats.org/drawingml/2006/main">
            <a:off x="7058025" y="3495675"/>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Live Payments</a:t>
            </a:r>
          </a:p>
        </p:txBody>
      </p:sp>
      <p:sp>
        <p:nvSpPr>
          <p:cNvPr id="27" name="">
            <a:extLst xmlns:a="http://schemas.openxmlformats.org/drawingml/2006/main">
              <a:ext uri="{FF2B5EF4-FFF2-40B4-BE49-F238E27FC236}">
                <a16:creationId xmlns:a16="http://schemas.microsoft.com/office/drawing/2014/main" id="{0C0EBDEB-E341-4A47-93CA-BC93EDBDE615}"/>
              </a:ext>
            </a:extLst>
          </p:cNvPr>
          <p:cNvSpPr>
            <a:spLocks xmlns:a="http://schemas.openxmlformats.org/drawingml/2006/main" noGrp="1"/>
          </p:cNvSpPr>
          <p:nvPr/>
        </p:nvSpPr>
        <p:spPr>
          <a:xfrm xmlns:a="http://schemas.openxmlformats.org/drawingml/2006/main">
            <a:off x="7058025" y="3867150"/>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Real checkout and payouts need approval.</a:t>
            </a:r>
          </a:p>
        </p:txBody>
      </p:sp>
      <p:sp>
        <p:nvSpPr>
          <p:cNvPr id="28" name="">
            <a:extLst xmlns:a="http://schemas.openxmlformats.org/drawingml/2006/main">
              <a:ext uri="{FF2B5EF4-FFF2-40B4-BE49-F238E27FC236}">
                <a16:creationId xmlns:a16="http://schemas.microsoft.com/office/drawing/2014/main" id="{1BE6E2F9-D5EC-4A2A-A413-0E97F136948A}"/>
              </a:ext>
            </a:extLst>
          </p:cNvPr>
          <p:cNvSpPr>
            <a:spLocks xmlns:a="http://schemas.openxmlformats.org/drawingml/2006/main" noGrp="1"/>
          </p:cNvSpPr>
          <p:nvPr/>
        </p:nvSpPr>
        <p:spPr>
          <a:xfrm xmlns:a="http://schemas.openxmlformats.org/drawingml/2006/main">
            <a:off x="7058025" y="4324350"/>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Configure Razorpay credentials and linked accounts.</a:t>
            </a:r>
          </a:p>
        </p:txBody>
      </p:sp>
      <p:sp>
        <p:nvSpPr>
          <p:cNvPr id="29" name="">
            <a:extLst xmlns:a="http://schemas.openxmlformats.org/drawingml/2006/main">
              <a:ext uri="{FF2B5EF4-FFF2-40B4-BE49-F238E27FC236}">
                <a16:creationId xmlns:a16="http://schemas.microsoft.com/office/drawing/2014/main" id="{F72F7215-96EF-4F9E-9A40-A46475DE3B3A}"/>
              </a:ext>
            </a:extLst>
          </p:cNvPr>
          <p:cNvSpPr>
            <a:spLocks xmlns:a="http://schemas.openxmlformats.org/drawingml/2006/main" noGrp="1"/>
          </p:cNvSpPr>
          <p:nvPr/>
        </p:nvSpPr>
        <p:spPr>
          <a:xfrm xmlns:a="http://schemas.openxmlformats.org/drawingml/2006/main">
            <a:off x="6524625" y="483870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6</a:t>
            </a:r>
          </a:p>
        </p:txBody>
      </p:sp>
      <p:sp>
        <p:nvSpPr>
          <p:cNvPr id="30" name="">
            <a:extLst xmlns:a="http://schemas.openxmlformats.org/drawingml/2006/main">
              <a:ext uri="{FF2B5EF4-FFF2-40B4-BE49-F238E27FC236}">
                <a16:creationId xmlns:a16="http://schemas.microsoft.com/office/drawing/2014/main" id="{120CDEC1-5C9B-4EEE-9194-8562CC9B3F1B}"/>
              </a:ext>
            </a:extLst>
          </p:cNvPr>
          <p:cNvSpPr>
            <a:spLocks xmlns:a="http://schemas.openxmlformats.org/drawingml/2006/main" noGrp="1"/>
          </p:cNvSpPr>
          <p:nvPr/>
        </p:nvSpPr>
        <p:spPr>
          <a:xfrm xmlns:a="http://schemas.openxmlformats.org/drawingml/2006/main">
            <a:off x="7058025" y="483870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Production Readiness</a:t>
            </a:r>
          </a:p>
        </p:txBody>
      </p:sp>
      <p:sp>
        <p:nvSpPr>
          <p:cNvPr id="31" name="">
            <a:extLst xmlns:a="http://schemas.openxmlformats.org/drawingml/2006/main">
              <a:ext uri="{FF2B5EF4-FFF2-40B4-BE49-F238E27FC236}">
                <a16:creationId xmlns:a16="http://schemas.microsoft.com/office/drawing/2014/main" id="{FBDA4D9A-CE1C-48A7-857E-CAD237F589EB}"/>
              </a:ext>
            </a:extLst>
          </p:cNvPr>
          <p:cNvSpPr>
            <a:spLocks xmlns:a="http://schemas.openxmlformats.org/drawingml/2006/main" noGrp="1"/>
          </p:cNvSpPr>
          <p:nvPr/>
        </p:nvSpPr>
        <p:spPr>
          <a:xfrm xmlns:a="http://schemas.openxmlformats.org/drawingml/2006/main">
            <a:off x="7058025" y="521017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Local functionality does not prove launch readiness.</a:t>
            </a:r>
          </a:p>
        </p:txBody>
      </p:sp>
      <p:sp>
        <p:nvSpPr>
          <p:cNvPr id="32" name="">
            <a:extLst xmlns:a="http://schemas.openxmlformats.org/drawingml/2006/main">
              <a:ext uri="{FF2B5EF4-FFF2-40B4-BE49-F238E27FC236}">
                <a16:creationId xmlns:a16="http://schemas.microsoft.com/office/drawing/2014/main" id="{ACBD2DB8-652A-4420-8930-D2AC8F4EBF26}"/>
              </a:ext>
            </a:extLst>
          </p:cNvPr>
          <p:cNvSpPr>
            <a:spLocks xmlns:a="http://schemas.openxmlformats.org/drawingml/2006/main" noGrp="1"/>
          </p:cNvSpPr>
          <p:nvPr/>
        </p:nvSpPr>
        <p:spPr>
          <a:xfrm xmlns:a="http://schemas.openxmlformats.org/drawingml/2006/main">
            <a:off x="7058025" y="566737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Hosting, email, monitoring and live acceptance testing remain.</a:t>
            </a:r>
          </a:p>
        </p:txBody>
      </p:sp>
    </p:spTree>
    <p:extLst>
      <p:ext uri="{BB962C8B-B14F-4D97-AF65-F5344CB8AC3E}">
        <p14:creationId xmlns:p14="http://schemas.microsoft.com/office/powerpoint/2010/main" val="103816771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a:extLst xmlns:a="http://schemas.openxmlformats.org/drawingml/2006/main">
              <a:ext uri="{FF2B5EF4-FFF2-40B4-BE49-F238E27FC236}">
                <a16:creationId xmlns:a16="http://schemas.microsoft.com/office/drawing/2014/main" id="{E68AC075-5805-486D-83AC-1090E6413053}"/>
              </a:ext>
            </a:extLst>
          </p:cNvPr>
          <p:cNvPicPr>
            <a:picLocks xmlns:a="http://schemas.openxmlformats.org/drawingml/2006/main" noChangeAspect="1"/>
          </p:cNvPicPr>
          <p:nvPr/>
        </p:nvPicPr>
        <p:blipFill>
          <a:blip xmlns:r="http://schemas.openxmlformats.org/officeDocument/2006/relationships" xmlns:a="http://schemas.openxmlformats.org/drawingml/2006/main" r:embed="Rec3e6ee5accf4c7a"/>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471CC6B-DCCE-4450-8359-2DC8E1C1F03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586EB50D-B43E-4E64-9665-E94EE660BCE9}"/>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Conclusion &amp; Future Enhancements</a:t>
            </a:r>
          </a:p>
        </p:txBody>
      </p:sp>
      <p:sp>
        <p:nvSpPr>
          <p:cNvPr id="4" name="">
            <a:extLst xmlns:a="http://schemas.openxmlformats.org/drawingml/2006/main">
              <a:ext uri="{FF2B5EF4-FFF2-40B4-BE49-F238E27FC236}">
                <a16:creationId xmlns:a16="http://schemas.microsoft.com/office/drawing/2014/main" id="{28BAEE3C-20C4-47F6-86CF-41C43EADB396}"/>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83EA97FF-F42C-4188-ABAA-5CEFA85F70BE}"/>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CEC7E3C4-89C2-458F-8E30-189A9671A649}"/>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12</a:t>
            </a:r>
          </a:p>
        </p:txBody>
      </p:sp>
      <p:sp>
        <p:nvSpPr>
          <p:cNvPr id="7" name="">
            <a:extLst xmlns:a="http://schemas.openxmlformats.org/drawingml/2006/main">
              <a:ext uri="{FF2B5EF4-FFF2-40B4-BE49-F238E27FC236}">
                <a16:creationId xmlns:a16="http://schemas.microsoft.com/office/drawing/2014/main" id="{B5E73D5B-FF51-4E98-81AE-243425421947}"/>
              </a:ext>
            </a:extLst>
          </p:cNvPr>
          <p:cNvSpPr>
            <a:spLocks xmlns:a="http://schemas.openxmlformats.org/drawingml/2006/main" noGrp="1"/>
          </p:cNvSpPr>
          <p:nvPr/>
        </p:nvSpPr>
        <p:spPr>
          <a:xfrm xmlns:a="http://schemas.openxmlformats.org/drawingml/2006/main">
            <a:off x="571500" y="153352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57FF"/>
                </a:solidFill>
              </a:defRPr>
            </a:defPPr>
          </a:lstStyle>
          <a:p xmlns:a="http://schemas.openxmlformats.org/drawingml/2006/main">
            <a:pPr>
              <a:defRPr sz="2100" b="1">
                <a:solidFill>
                  <a:srgbClr val="1557FF"/>
                </a:solidFill>
              </a:defRPr>
            </a:pPr>
            <a:r>
              <a:rPr sz="2100" b="1">
                <a:solidFill>
                  <a:srgbClr val="1557FF"/>
                </a:solidFill>
              </a:rPr>
              <a:t>Conclusion</a:t>
            </a:r>
          </a:p>
        </p:txBody>
      </p:sp>
      <p:sp>
        <p:nvSpPr>
          <p:cNvPr id="8" name="">
            <a:extLst xmlns:a="http://schemas.openxmlformats.org/drawingml/2006/main">
              <a:ext uri="{FF2B5EF4-FFF2-40B4-BE49-F238E27FC236}">
                <a16:creationId xmlns:a16="http://schemas.microsoft.com/office/drawing/2014/main" id="{FFEA8320-4A70-4497-8680-F2292F15339C}"/>
              </a:ext>
            </a:extLst>
          </p:cNvPr>
          <p:cNvSpPr>
            <a:spLocks xmlns:a="http://schemas.openxmlformats.org/drawingml/2006/main" noGrp="1"/>
          </p:cNvSpPr>
          <p:nvPr/>
        </p:nvSpPr>
        <p:spPr>
          <a:xfrm xmlns:a="http://schemas.openxmlformats.org/drawingml/2006/main">
            <a:off x="571500" y="2066925"/>
            <a:ext cx="4667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191D"/>
                </a:solidFill>
              </a:defRPr>
            </a:defPPr>
          </a:lstStyle>
          <a:p xmlns:a="http://schemas.openxmlformats.org/drawingml/2006/main">
            <a:pPr>
              <a:defRPr sz="2100" b="0">
                <a:solidFill>
                  <a:srgbClr val="15191D"/>
                </a:solidFill>
              </a:defRPr>
            </a:pPr>
            <a:r>
              <a:rPr sz="2100" b="0">
                <a:solidFill>
                  <a:srgbClr val="15191D"/>
                </a:solidFill>
              </a:rPr>
              <a:t>Nearby brings exact-pincode service discovery, booking and provider management into one role-based web platform. The code includes payments, chat and dispute workflows. Production launch requires external service configuration and live validation.</a:t>
            </a:r>
          </a:p>
        </p:txBody>
      </p:sp>
      <p:sp>
        <p:nvSpPr>
          <p:cNvPr id="9" name="">
            <a:extLst xmlns:a="http://schemas.openxmlformats.org/drawingml/2006/main">
              <a:ext uri="{FF2B5EF4-FFF2-40B4-BE49-F238E27FC236}">
                <a16:creationId xmlns:a16="http://schemas.microsoft.com/office/drawing/2014/main" id="{BFF32B97-CD45-427A-9D16-95076A11768C}"/>
              </a:ext>
            </a:extLst>
          </p:cNvPr>
          <p:cNvSpPr>
            <a:spLocks xmlns:a="http://schemas.openxmlformats.org/drawingml/2006/main" noGrp="1"/>
          </p:cNvSpPr>
          <p:nvPr/>
        </p:nvSpPr>
        <p:spPr>
          <a:xfrm xmlns:a="http://schemas.openxmlformats.org/drawingml/2006/main">
            <a:off x="5772150" y="1533525"/>
            <a:ext cx="5848350" cy="4276725"/>
          </a:xfrm>
          <a:prstGeom xmlns:a="http://schemas.openxmlformats.org/drawingml/2006/main" prst="rect">
            <a:avLst/>
          </a:prstGeom>
          <a:solidFill xmlns:a="http://schemas.openxmlformats.org/drawingml/2006/main">
            <a:srgbClr val="FFF7CD"/>
          </a:solidFill>
          <a:ln xmlns:a="http://schemas.openxmlformats.org/drawingml/2006/main" w="9525">
            <a:solidFill>
              <a:srgbClr val="FFF7CD"/>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4BA6DCF6-BD5A-4EE0-B2D1-5EFF1784AE03}"/>
              </a:ext>
            </a:extLst>
          </p:cNvPr>
          <p:cNvSpPr>
            <a:spLocks xmlns:a="http://schemas.openxmlformats.org/drawingml/2006/main" noGrp="1"/>
          </p:cNvSpPr>
          <p:nvPr/>
        </p:nvSpPr>
        <p:spPr>
          <a:xfrm xmlns:a="http://schemas.openxmlformats.org/drawingml/2006/main">
            <a:off x="6019800" y="175260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Future Enhancements</a:t>
            </a:r>
          </a:p>
        </p:txBody>
      </p:sp>
      <p:sp>
        <p:nvSpPr>
          <p:cNvPr id="11" name="">
            <a:extLst xmlns:a="http://schemas.openxmlformats.org/drawingml/2006/main">
              <a:ext uri="{FF2B5EF4-FFF2-40B4-BE49-F238E27FC236}">
                <a16:creationId xmlns:a16="http://schemas.microsoft.com/office/drawing/2014/main" id="{081136AB-E848-4395-8741-76D45BE6E7F5}"/>
              </a:ext>
            </a:extLst>
          </p:cNvPr>
          <p:cNvSpPr>
            <a:spLocks xmlns:a="http://schemas.openxmlformats.org/drawingml/2006/main" noGrp="1"/>
          </p:cNvSpPr>
          <p:nvPr/>
        </p:nvSpPr>
        <p:spPr>
          <a:xfrm xmlns:a="http://schemas.openxmlformats.org/drawingml/2006/main">
            <a:off x="6238875" y="2466975"/>
            <a:ext cx="0" cy="2790825"/>
          </a:xfrm>
          <a:prstGeom xmlns:a="http://schemas.openxmlformats.org/drawingml/2006/main" prst="line">
            <a:avLst/>
          </a:prstGeom>
          <a:ln xmlns:a="http://schemas.openxmlformats.org/drawingml/2006/main" w="19050">
            <a:solidFill>
              <a:srgbClr val="1557FF"/>
            </a:solidFill>
          </a:ln>
        </p:spPr>
      </p:sp>
      <p:sp>
        <p:nvSpPr>
          <p:cNvPr id="12" name="">
            <a:extLst xmlns:a="http://schemas.openxmlformats.org/drawingml/2006/main">
              <a:ext uri="{FF2B5EF4-FFF2-40B4-BE49-F238E27FC236}">
                <a16:creationId xmlns:a16="http://schemas.microsoft.com/office/drawing/2014/main" id="{4AAEECEB-E56B-4B41-AF2B-4923F1CAA412}"/>
              </a:ext>
            </a:extLst>
          </p:cNvPr>
          <p:cNvSpPr>
            <a:spLocks xmlns:a="http://schemas.openxmlformats.org/drawingml/2006/main" noGrp="1"/>
          </p:cNvSpPr>
          <p:nvPr/>
        </p:nvSpPr>
        <p:spPr>
          <a:xfrm xmlns:a="http://schemas.openxmlformats.org/drawingml/2006/main">
            <a:off x="6019800" y="24003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1</a:t>
            </a:r>
          </a:p>
        </p:txBody>
      </p:sp>
      <p:sp>
        <p:nvSpPr>
          <p:cNvPr id="13" name="">
            <a:extLst xmlns:a="http://schemas.openxmlformats.org/drawingml/2006/main">
              <a:ext uri="{FF2B5EF4-FFF2-40B4-BE49-F238E27FC236}">
                <a16:creationId xmlns:a16="http://schemas.microsoft.com/office/drawing/2014/main" id="{7762A560-541A-4F63-A8DA-1630EB369CE3}"/>
              </a:ext>
            </a:extLst>
          </p:cNvPr>
          <p:cNvSpPr>
            <a:spLocks xmlns:a="http://schemas.openxmlformats.org/drawingml/2006/main" noGrp="1"/>
          </p:cNvSpPr>
          <p:nvPr/>
        </p:nvSpPr>
        <p:spPr>
          <a:xfrm xmlns:a="http://schemas.openxmlformats.org/drawingml/2006/main">
            <a:off x="6667500" y="24003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Mobile Access</a:t>
            </a:r>
          </a:p>
        </p:txBody>
      </p:sp>
      <p:sp>
        <p:nvSpPr>
          <p:cNvPr id="14" name="">
            <a:extLst xmlns:a="http://schemas.openxmlformats.org/drawingml/2006/main">
              <a:ext uri="{FF2B5EF4-FFF2-40B4-BE49-F238E27FC236}">
                <a16:creationId xmlns:a16="http://schemas.microsoft.com/office/drawing/2014/main" id="{F965FF7B-EF90-4059-BBF6-B8A6BAECFB7C}"/>
              </a:ext>
            </a:extLst>
          </p:cNvPr>
          <p:cNvSpPr>
            <a:spLocks xmlns:a="http://schemas.openxmlformats.org/drawingml/2006/main" noGrp="1"/>
          </p:cNvSpPr>
          <p:nvPr/>
        </p:nvSpPr>
        <p:spPr>
          <a:xfrm xmlns:a="http://schemas.openxmlformats.org/drawingml/2006/main">
            <a:off x="6667500" y="27241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 dedicated mobile app for customers and providers</a:t>
            </a:r>
          </a:p>
        </p:txBody>
      </p:sp>
      <p:sp>
        <p:nvSpPr>
          <p:cNvPr id="15" name="">
            <a:extLst xmlns:a="http://schemas.openxmlformats.org/drawingml/2006/main">
              <a:ext uri="{FF2B5EF4-FFF2-40B4-BE49-F238E27FC236}">
                <a16:creationId xmlns:a16="http://schemas.microsoft.com/office/drawing/2014/main" id="{651887F0-CD3E-41E1-BE7B-6981FBB7C4C7}"/>
              </a:ext>
            </a:extLst>
          </p:cNvPr>
          <p:cNvSpPr>
            <a:spLocks xmlns:a="http://schemas.openxmlformats.org/drawingml/2006/main" noGrp="1"/>
          </p:cNvSpPr>
          <p:nvPr/>
        </p:nvSpPr>
        <p:spPr>
          <a:xfrm xmlns:a="http://schemas.openxmlformats.org/drawingml/2006/main">
            <a:off x="6019800" y="32004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2</a:t>
            </a:r>
          </a:p>
        </p:txBody>
      </p:sp>
      <p:sp>
        <p:nvSpPr>
          <p:cNvPr id="16" name="">
            <a:extLst xmlns:a="http://schemas.openxmlformats.org/drawingml/2006/main">
              <a:ext uri="{FF2B5EF4-FFF2-40B4-BE49-F238E27FC236}">
                <a16:creationId xmlns:a16="http://schemas.microsoft.com/office/drawing/2014/main" id="{9E23CA5A-01E2-42A5-BBC1-3AA5FAE30A7E}"/>
              </a:ext>
            </a:extLst>
          </p:cNvPr>
          <p:cNvSpPr>
            <a:spLocks xmlns:a="http://schemas.openxmlformats.org/drawingml/2006/main" noGrp="1"/>
          </p:cNvSpPr>
          <p:nvPr/>
        </p:nvSpPr>
        <p:spPr>
          <a:xfrm xmlns:a="http://schemas.openxmlformats.org/drawingml/2006/main">
            <a:off x="6667500" y="32004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Notifications</a:t>
            </a:r>
          </a:p>
        </p:txBody>
      </p:sp>
      <p:sp>
        <p:nvSpPr>
          <p:cNvPr id="17" name="">
            <a:extLst xmlns:a="http://schemas.openxmlformats.org/drawingml/2006/main">
              <a:ext uri="{FF2B5EF4-FFF2-40B4-BE49-F238E27FC236}">
                <a16:creationId xmlns:a16="http://schemas.microsoft.com/office/drawing/2014/main" id="{BF3189C1-A81D-4749-B868-8D4507AD668E}"/>
              </a:ext>
            </a:extLst>
          </p:cNvPr>
          <p:cNvSpPr>
            <a:spLocks xmlns:a="http://schemas.openxmlformats.org/drawingml/2006/main" noGrp="1"/>
          </p:cNvSpPr>
          <p:nvPr/>
        </p:nvSpPr>
        <p:spPr>
          <a:xfrm xmlns:a="http://schemas.openxmlformats.org/drawingml/2006/main">
            <a:off x="6667500" y="35242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Push notifications for booking and payment updates</a:t>
            </a:r>
          </a:p>
        </p:txBody>
      </p:sp>
      <p:sp>
        <p:nvSpPr>
          <p:cNvPr id="18" name="">
            <a:extLst xmlns:a="http://schemas.openxmlformats.org/drawingml/2006/main">
              <a:ext uri="{FF2B5EF4-FFF2-40B4-BE49-F238E27FC236}">
                <a16:creationId xmlns:a16="http://schemas.microsoft.com/office/drawing/2014/main" id="{B554E93D-4009-4F62-874F-841F55208E3F}"/>
              </a:ext>
            </a:extLst>
          </p:cNvPr>
          <p:cNvSpPr>
            <a:spLocks xmlns:a="http://schemas.openxmlformats.org/drawingml/2006/main" noGrp="1"/>
          </p:cNvSpPr>
          <p:nvPr/>
        </p:nvSpPr>
        <p:spPr>
          <a:xfrm xmlns:a="http://schemas.openxmlformats.org/drawingml/2006/main">
            <a:off x="6019800" y="40005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3</a:t>
            </a:r>
          </a:p>
        </p:txBody>
      </p:sp>
      <p:sp>
        <p:nvSpPr>
          <p:cNvPr id="19" name="">
            <a:extLst xmlns:a="http://schemas.openxmlformats.org/drawingml/2006/main">
              <a:ext uri="{FF2B5EF4-FFF2-40B4-BE49-F238E27FC236}">
                <a16:creationId xmlns:a16="http://schemas.microsoft.com/office/drawing/2014/main" id="{293912FF-AFF2-4BC1-8CEC-FD2711BB76ED}"/>
              </a:ext>
            </a:extLst>
          </p:cNvPr>
          <p:cNvSpPr>
            <a:spLocks xmlns:a="http://schemas.openxmlformats.org/drawingml/2006/main" noGrp="1"/>
          </p:cNvSpPr>
          <p:nvPr/>
        </p:nvSpPr>
        <p:spPr>
          <a:xfrm xmlns:a="http://schemas.openxmlformats.org/drawingml/2006/main">
            <a:off x="6667500" y="40005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Recommendations</a:t>
            </a:r>
          </a:p>
        </p:txBody>
      </p:sp>
      <p:sp>
        <p:nvSpPr>
          <p:cNvPr id="20" name="">
            <a:extLst xmlns:a="http://schemas.openxmlformats.org/drawingml/2006/main">
              <a:ext uri="{FF2B5EF4-FFF2-40B4-BE49-F238E27FC236}">
                <a16:creationId xmlns:a16="http://schemas.microsoft.com/office/drawing/2014/main" id="{A12D1C9A-89EC-469F-BF77-257CFD3EC074}"/>
              </a:ext>
            </a:extLst>
          </p:cNvPr>
          <p:cNvSpPr>
            <a:spLocks xmlns:a="http://schemas.openxmlformats.org/drawingml/2006/main" noGrp="1"/>
          </p:cNvSpPr>
          <p:nvPr/>
        </p:nvSpPr>
        <p:spPr>
          <a:xfrm xmlns:a="http://schemas.openxmlformats.org/drawingml/2006/main">
            <a:off x="6667500" y="43243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Personalized service suggestions based on user needs</a:t>
            </a:r>
          </a:p>
        </p:txBody>
      </p:sp>
      <p:sp>
        <p:nvSpPr>
          <p:cNvPr id="21" name="">
            <a:extLst xmlns:a="http://schemas.openxmlformats.org/drawingml/2006/main">
              <a:ext uri="{FF2B5EF4-FFF2-40B4-BE49-F238E27FC236}">
                <a16:creationId xmlns:a16="http://schemas.microsoft.com/office/drawing/2014/main" id="{49D39432-1F03-4032-918D-17BEC68D2264}"/>
              </a:ext>
            </a:extLst>
          </p:cNvPr>
          <p:cNvSpPr>
            <a:spLocks xmlns:a="http://schemas.openxmlformats.org/drawingml/2006/main" noGrp="1"/>
          </p:cNvSpPr>
          <p:nvPr/>
        </p:nvSpPr>
        <p:spPr>
          <a:xfrm xmlns:a="http://schemas.openxmlformats.org/drawingml/2006/main">
            <a:off x="6019800" y="48006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4</a:t>
            </a:r>
          </a:p>
        </p:txBody>
      </p:sp>
      <p:sp>
        <p:nvSpPr>
          <p:cNvPr id="22" name="">
            <a:extLst xmlns:a="http://schemas.openxmlformats.org/drawingml/2006/main">
              <a:ext uri="{FF2B5EF4-FFF2-40B4-BE49-F238E27FC236}">
                <a16:creationId xmlns:a16="http://schemas.microsoft.com/office/drawing/2014/main" id="{1F41A9C5-C53F-416A-92A4-CC609A773325}"/>
              </a:ext>
            </a:extLst>
          </p:cNvPr>
          <p:cNvSpPr>
            <a:spLocks xmlns:a="http://schemas.openxmlformats.org/drawingml/2006/main" noGrp="1"/>
          </p:cNvSpPr>
          <p:nvPr/>
        </p:nvSpPr>
        <p:spPr>
          <a:xfrm xmlns:a="http://schemas.openxmlformats.org/drawingml/2006/main">
            <a:off x="6667500" y="48006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Analytics</a:t>
            </a:r>
          </a:p>
        </p:txBody>
      </p:sp>
      <p:sp>
        <p:nvSpPr>
          <p:cNvPr id="23" name="">
            <a:extLst xmlns:a="http://schemas.openxmlformats.org/drawingml/2006/main">
              <a:ext uri="{FF2B5EF4-FFF2-40B4-BE49-F238E27FC236}">
                <a16:creationId xmlns:a16="http://schemas.microsoft.com/office/drawing/2014/main" id="{4B757826-345C-4310-92EE-1F695EF35CC4}"/>
              </a:ext>
            </a:extLst>
          </p:cNvPr>
          <p:cNvSpPr>
            <a:spLocks xmlns:a="http://schemas.openxmlformats.org/drawingml/2006/main" noGrp="1"/>
          </p:cNvSpPr>
          <p:nvPr/>
        </p:nvSpPr>
        <p:spPr>
          <a:xfrm xmlns:a="http://schemas.openxmlformats.org/drawingml/2006/main">
            <a:off x="6667500" y="51244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Expanded provider and marketplace performance reports</a:t>
            </a:r>
          </a:p>
        </p:txBody>
      </p:sp>
      <p:sp>
        <p:nvSpPr>
          <p:cNvPr id="24" name="">
            <a:extLst xmlns:a="http://schemas.openxmlformats.org/drawingml/2006/main">
              <a:ext uri="{FF2B5EF4-FFF2-40B4-BE49-F238E27FC236}">
                <a16:creationId xmlns:a16="http://schemas.microsoft.com/office/drawing/2014/main" id="{CADDD6D7-8141-46CE-9650-012C646410C0}"/>
              </a:ext>
            </a:extLst>
          </p:cNvPr>
          <p:cNvSpPr>
            <a:spLocks xmlns:a="http://schemas.openxmlformats.org/drawingml/2006/main" noGrp="1"/>
          </p:cNvSpPr>
          <p:nvPr/>
        </p:nvSpPr>
        <p:spPr>
          <a:xfrm xmlns:a="http://schemas.openxmlformats.org/drawingml/2006/main">
            <a:off x="571500" y="5762625"/>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5191D"/>
                </a:solidFill>
              </a:defRPr>
            </a:defPPr>
          </a:lstStyle>
          <a:p xmlns:a="http://schemas.openxmlformats.org/drawingml/2006/main">
            <a:pPr>
              <a:defRPr sz="3450" b="1">
                <a:solidFill>
                  <a:srgbClr val="15191D"/>
                </a:solidFill>
              </a:defRPr>
            </a:pPr>
            <a:r>
              <a:rPr sz="3450" b="1">
                <a:solidFill>
                  <a:srgbClr val="15191D"/>
                </a:solidFill>
              </a:rPr>
              <a:t>Thank You</a:t>
            </a:r>
          </a:p>
        </p:txBody>
      </p:sp>
      <p:sp>
        <p:nvSpPr>
          <p:cNvPr id="25" name="">
            <a:extLst xmlns:a="http://schemas.openxmlformats.org/drawingml/2006/main">
              <a:ext uri="{FF2B5EF4-FFF2-40B4-BE49-F238E27FC236}">
                <a16:creationId xmlns:a16="http://schemas.microsoft.com/office/drawing/2014/main" id="{1C987ABD-BCF2-4051-9060-7F8A52ABBCEE}"/>
              </a:ext>
            </a:extLst>
          </p:cNvPr>
          <p:cNvSpPr>
            <a:spLocks xmlns:a="http://schemas.openxmlformats.org/drawingml/2006/main" noGrp="1"/>
          </p:cNvSpPr>
          <p:nvPr/>
        </p:nvSpPr>
        <p:spPr>
          <a:xfrm xmlns:a="http://schemas.openxmlformats.org/drawingml/2006/main">
            <a:off x="6019800" y="5953125"/>
            <a:ext cx="542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Proposed directions, not a committed delivery schedule</a:t>
            </a:r>
          </a:p>
        </p:txBody>
      </p:sp>
    </p:spTree>
    <p:extLst>
      <p:ext uri="{BB962C8B-B14F-4D97-AF65-F5344CB8AC3E}">
        <p14:creationId xmlns:p14="http://schemas.microsoft.com/office/powerpoint/2010/main" val="1097582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2026-10-14T23:24:28.6710000Z</dcterms:created>
  <dcterms:modified xsi:type="dcterms:W3CDTF">2026-10-14T23:24:28.6710000Z</dcterms:modified>
</coreProperties>
</file>